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4.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5.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6.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0.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1.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17.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7"/>
  </p:notesMasterIdLst>
  <p:sldIdLst>
    <p:sldId id="256" r:id="rId2"/>
    <p:sldId id="307" r:id="rId3"/>
    <p:sldId id="308" r:id="rId4"/>
    <p:sldId id="306" r:id="rId5"/>
    <p:sldId id="309" r:id="rId6"/>
    <p:sldId id="283" r:id="rId7"/>
    <p:sldId id="285" r:id="rId8"/>
    <p:sldId id="287" r:id="rId9"/>
    <p:sldId id="286" r:id="rId10"/>
    <p:sldId id="310" r:id="rId11"/>
    <p:sldId id="276" r:id="rId12"/>
    <p:sldId id="258" r:id="rId13"/>
    <p:sldId id="267" r:id="rId14"/>
    <p:sldId id="292" r:id="rId15"/>
    <p:sldId id="259" r:id="rId16"/>
    <p:sldId id="275" r:id="rId17"/>
    <p:sldId id="260" r:id="rId18"/>
    <p:sldId id="262" r:id="rId19"/>
    <p:sldId id="261" r:id="rId20"/>
    <p:sldId id="311" r:id="rId21"/>
    <p:sldId id="257" r:id="rId22"/>
    <p:sldId id="288" r:id="rId23"/>
    <p:sldId id="279" r:id="rId24"/>
    <p:sldId id="277" r:id="rId25"/>
    <p:sldId id="278" r:id="rId26"/>
    <p:sldId id="280" r:id="rId27"/>
    <p:sldId id="264" r:id="rId28"/>
    <p:sldId id="281" r:id="rId29"/>
    <p:sldId id="295" r:id="rId30"/>
    <p:sldId id="265" r:id="rId31"/>
    <p:sldId id="266" r:id="rId32"/>
    <p:sldId id="270" r:id="rId33"/>
    <p:sldId id="312" r:id="rId34"/>
    <p:sldId id="304" r:id="rId35"/>
    <p:sldId id="313" r:id="rId36"/>
    <p:sldId id="289" r:id="rId37"/>
    <p:sldId id="296" r:id="rId38"/>
    <p:sldId id="297" r:id="rId39"/>
    <p:sldId id="298" r:id="rId40"/>
    <p:sldId id="290" r:id="rId41"/>
    <p:sldId id="299" r:id="rId42"/>
    <p:sldId id="300" r:id="rId43"/>
    <p:sldId id="301" r:id="rId44"/>
    <p:sldId id="302" r:id="rId45"/>
    <p:sldId id="303" r:id="rId46"/>
    <p:sldId id="314" r:id="rId47"/>
    <p:sldId id="282" r:id="rId48"/>
    <p:sldId id="268" r:id="rId49"/>
    <p:sldId id="269" r:id="rId50"/>
    <p:sldId id="315" r:id="rId51"/>
    <p:sldId id="316" r:id="rId52"/>
    <p:sldId id="263" r:id="rId53"/>
    <p:sldId id="291" r:id="rId54"/>
    <p:sldId id="293" r:id="rId55"/>
    <p:sldId id="284" r:id="rId56"/>
    <p:sldId id="271" r:id="rId57"/>
    <p:sldId id="317" r:id="rId58"/>
    <p:sldId id="318" r:id="rId59"/>
    <p:sldId id="319" r:id="rId60"/>
    <p:sldId id="320" r:id="rId61"/>
    <p:sldId id="321" r:id="rId62"/>
    <p:sldId id="322" r:id="rId63"/>
    <p:sldId id="323" r:id="rId64"/>
    <p:sldId id="324" r:id="rId65"/>
    <p:sldId id="325" r:id="rId6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7621C7-58C9-4DE7-B8E7-51E1FA34D96A}" v="49" dt="2025-12-12T16:58:20.5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86497" autoAdjust="0"/>
  </p:normalViewPr>
  <p:slideViewPr>
    <p:cSldViewPr snapToGrid="0">
      <p:cViewPr>
        <p:scale>
          <a:sx n="89" d="100"/>
          <a:sy n="89" d="100"/>
        </p:scale>
        <p:origin x="824"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ffrey Moe" userId="495852c6-9817-4bbb-9162-b2e8ad79383d" providerId="ADAL" clId="{D16546AF-B91A-486A-9954-7250C32D147A}"/>
    <pc:docChg chg="undo custSel addSld delSld modSld sldOrd">
      <pc:chgData name="Jeffrey Moe" userId="495852c6-9817-4bbb-9162-b2e8ad79383d" providerId="ADAL" clId="{D16546AF-B91A-486A-9954-7250C32D147A}" dt="2025-12-11T21:26:01.795" v="3400" actId="403"/>
      <pc:docMkLst>
        <pc:docMk/>
      </pc:docMkLst>
      <pc:sldChg chg="addSp modSp mod setBg">
        <pc:chgData name="Jeffrey Moe" userId="495852c6-9817-4bbb-9162-b2e8ad79383d" providerId="ADAL" clId="{D16546AF-B91A-486A-9954-7250C32D147A}" dt="2025-12-11T21:22:18.114" v="3124" actId="26606"/>
        <pc:sldMkLst>
          <pc:docMk/>
          <pc:sldMk cId="2282065730" sldId="256"/>
        </pc:sldMkLst>
        <pc:spChg chg="mod">
          <ac:chgData name="Jeffrey Moe" userId="495852c6-9817-4bbb-9162-b2e8ad79383d" providerId="ADAL" clId="{D16546AF-B91A-486A-9954-7250C32D147A}" dt="2025-12-11T21:22:18.114" v="3124" actId="26606"/>
          <ac:spMkLst>
            <pc:docMk/>
            <pc:sldMk cId="2282065730" sldId="256"/>
            <ac:spMk id="2" creationId="{A81E7DAB-A263-15C7-33B7-786D0B9841EA}"/>
          </ac:spMkLst>
        </pc:spChg>
        <pc:spChg chg="mod">
          <ac:chgData name="Jeffrey Moe" userId="495852c6-9817-4bbb-9162-b2e8ad79383d" providerId="ADAL" clId="{D16546AF-B91A-486A-9954-7250C32D147A}" dt="2025-12-11T21:22:18.114" v="3124" actId="26606"/>
          <ac:spMkLst>
            <pc:docMk/>
            <pc:sldMk cId="2282065730" sldId="256"/>
            <ac:spMk id="3" creationId="{9FC33CB2-E095-24DC-A437-669AC2FC0EE7}"/>
          </ac:spMkLst>
        </pc:spChg>
        <pc:spChg chg="add">
          <ac:chgData name="Jeffrey Moe" userId="495852c6-9817-4bbb-9162-b2e8ad79383d" providerId="ADAL" clId="{D16546AF-B91A-486A-9954-7250C32D147A}" dt="2025-12-11T21:22:18.114" v="3124" actId="26606"/>
          <ac:spMkLst>
            <pc:docMk/>
            <pc:sldMk cId="2282065730" sldId="256"/>
            <ac:spMk id="8" creationId="{8C790BE2-4E4F-4AAF-81A2-4A6F4885EBE6}"/>
          </ac:spMkLst>
        </pc:spChg>
        <pc:spChg chg="add">
          <ac:chgData name="Jeffrey Moe" userId="495852c6-9817-4bbb-9162-b2e8ad79383d" providerId="ADAL" clId="{D16546AF-B91A-486A-9954-7250C32D147A}" dt="2025-12-11T21:22:18.114" v="3124" actId="26606"/>
          <ac:spMkLst>
            <pc:docMk/>
            <pc:sldMk cId="2282065730" sldId="256"/>
            <ac:spMk id="10" creationId="{D28B54C3-B57B-472A-B96E-1FCB67093DC2}"/>
          </ac:spMkLst>
        </pc:spChg>
        <pc:spChg chg="add">
          <ac:chgData name="Jeffrey Moe" userId="495852c6-9817-4bbb-9162-b2e8ad79383d" providerId="ADAL" clId="{D16546AF-B91A-486A-9954-7250C32D147A}" dt="2025-12-11T21:22:18.114" v="3124" actId="26606"/>
          <ac:spMkLst>
            <pc:docMk/>
            <pc:sldMk cId="2282065730" sldId="256"/>
            <ac:spMk id="12" creationId="{7DB3C429-F8DA-49B9-AF84-21996FCF78B5}"/>
          </ac:spMkLst>
        </pc:spChg>
        <pc:spChg chg="add">
          <ac:chgData name="Jeffrey Moe" userId="495852c6-9817-4bbb-9162-b2e8ad79383d" providerId="ADAL" clId="{D16546AF-B91A-486A-9954-7250C32D147A}" dt="2025-12-11T21:22:18.114" v="3124" actId="26606"/>
          <ac:spMkLst>
            <pc:docMk/>
            <pc:sldMk cId="2282065730" sldId="256"/>
            <ac:spMk id="14" creationId="{E12088DD-B1AD-40E0-8B86-1D87A2CCD9BE}"/>
          </ac:spMkLst>
        </pc:spChg>
        <pc:spChg chg="add">
          <ac:chgData name="Jeffrey Moe" userId="495852c6-9817-4bbb-9162-b2e8ad79383d" providerId="ADAL" clId="{D16546AF-B91A-486A-9954-7250C32D147A}" dt="2025-12-11T21:22:18.114" v="3124" actId="26606"/>
          <ac:spMkLst>
            <pc:docMk/>
            <pc:sldMk cId="2282065730" sldId="256"/>
            <ac:spMk id="16" creationId="{C4C9F2B0-1044-46EB-8AEB-C3BFFDE6C2CC}"/>
          </ac:spMkLst>
        </pc:spChg>
        <pc:spChg chg="add">
          <ac:chgData name="Jeffrey Moe" userId="495852c6-9817-4bbb-9162-b2e8ad79383d" providerId="ADAL" clId="{D16546AF-B91A-486A-9954-7250C32D147A}" dt="2025-12-11T21:22:18.114" v="3124" actId="26606"/>
          <ac:spMkLst>
            <pc:docMk/>
            <pc:sldMk cId="2282065730" sldId="256"/>
            <ac:spMk id="18" creationId="{0C395952-4E26-45A2-8756-2ADFD6E53C6E}"/>
          </ac:spMkLst>
        </pc:spChg>
        <pc:spChg chg="add">
          <ac:chgData name="Jeffrey Moe" userId="495852c6-9817-4bbb-9162-b2e8ad79383d" providerId="ADAL" clId="{D16546AF-B91A-486A-9954-7250C32D147A}" dt="2025-12-11T21:22:18.114" v="3124" actId="26606"/>
          <ac:spMkLst>
            <pc:docMk/>
            <pc:sldMk cId="2282065730" sldId="256"/>
            <ac:spMk id="20" creationId="{4734BADF-9461-4621-B112-2D7BABEA7DD0}"/>
          </ac:spMkLst>
        </pc:spChg>
      </pc:sldChg>
      <pc:sldChg chg="addSp delSp modSp add del setBg delDesignElem">
        <pc:chgData name="Jeffrey Moe" userId="495852c6-9817-4bbb-9162-b2e8ad79383d" providerId="ADAL" clId="{D16546AF-B91A-486A-9954-7250C32D147A}" dt="2025-12-11T21:21:56.089" v="3123"/>
        <pc:sldMkLst>
          <pc:docMk/>
          <pc:sldMk cId="1874964488" sldId="257"/>
        </pc:sldMkLst>
        <pc:spChg chg="mod">
          <ac:chgData name="Jeffrey Moe" userId="495852c6-9817-4bbb-9162-b2e8ad79383d" providerId="ADAL" clId="{D16546AF-B91A-486A-9954-7250C32D147A}" dt="2025-12-11T21:21:56.089" v="3123"/>
          <ac:spMkLst>
            <pc:docMk/>
            <pc:sldMk cId="1874964488" sldId="257"/>
            <ac:spMk id="3" creationId="{3EDC3B68-2C57-6C8F-DE08-8215C5C0AA8B}"/>
          </ac:spMkLst>
        </pc:spChg>
      </pc:sldChg>
      <pc:sldChg chg="delSp add setBg delDesignElem">
        <pc:chgData name="Jeffrey Moe" userId="495852c6-9817-4bbb-9162-b2e8ad79383d" providerId="ADAL" clId="{D16546AF-B91A-486A-9954-7250C32D147A}" dt="2025-12-10T15:12:24.517" v="6"/>
        <pc:sldMkLst>
          <pc:docMk/>
          <pc:sldMk cId="2308717995" sldId="258"/>
        </pc:sldMkLst>
      </pc:sldChg>
      <pc:sldChg chg="delSp add setBg delDesignElem">
        <pc:chgData name="Jeffrey Moe" userId="495852c6-9817-4bbb-9162-b2e8ad79383d" providerId="ADAL" clId="{D16546AF-B91A-486A-9954-7250C32D147A}" dt="2025-12-10T15:12:24.517" v="6"/>
        <pc:sldMkLst>
          <pc:docMk/>
          <pc:sldMk cId="3625643313" sldId="259"/>
        </pc:sldMkLst>
      </pc:sldChg>
      <pc:sldChg chg="modSp add ord setBg">
        <pc:chgData name="Jeffrey Moe" userId="495852c6-9817-4bbb-9162-b2e8ad79383d" providerId="ADAL" clId="{D16546AF-B91A-486A-9954-7250C32D147A}" dt="2025-12-11T21:21:56.089" v="3123"/>
        <pc:sldMkLst>
          <pc:docMk/>
          <pc:sldMk cId="2988519108" sldId="260"/>
        </pc:sldMkLst>
        <pc:spChg chg="mod">
          <ac:chgData name="Jeffrey Moe" userId="495852c6-9817-4bbb-9162-b2e8ad79383d" providerId="ADAL" clId="{D16546AF-B91A-486A-9954-7250C32D147A}" dt="2025-12-11T21:21:56.089" v="3123"/>
          <ac:spMkLst>
            <pc:docMk/>
            <pc:sldMk cId="2988519108" sldId="260"/>
            <ac:spMk id="2" creationId="{4128346A-523F-1182-FEBF-492002C9108A}"/>
          </ac:spMkLst>
        </pc:spChg>
      </pc:sldChg>
      <pc:sldChg chg="delSp add setBg delDesignElem">
        <pc:chgData name="Jeffrey Moe" userId="495852c6-9817-4bbb-9162-b2e8ad79383d" providerId="ADAL" clId="{D16546AF-B91A-486A-9954-7250C32D147A}" dt="2025-12-10T15:12:24.517" v="6"/>
        <pc:sldMkLst>
          <pc:docMk/>
          <pc:sldMk cId="2350124706" sldId="261"/>
        </pc:sldMkLst>
      </pc:sldChg>
      <pc:sldChg chg="modSp add setBg">
        <pc:chgData name="Jeffrey Moe" userId="495852c6-9817-4bbb-9162-b2e8ad79383d" providerId="ADAL" clId="{D16546AF-B91A-486A-9954-7250C32D147A}" dt="2025-12-11T21:21:56.089" v="3123"/>
        <pc:sldMkLst>
          <pc:docMk/>
          <pc:sldMk cId="4121047020" sldId="262"/>
        </pc:sldMkLst>
        <pc:spChg chg="mod">
          <ac:chgData name="Jeffrey Moe" userId="495852c6-9817-4bbb-9162-b2e8ad79383d" providerId="ADAL" clId="{D16546AF-B91A-486A-9954-7250C32D147A}" dt="2025-12-11T21:21:56.089" v="3123"/>
          <ac:spMkLst>
            <pc:docMk/>
            <pc:sldMk cId="4121047020" sldId="262"/>
            <ac:spMk id="2" creationId="{83F6921C-781A-B96A-7D27-1F7008A1AEF0}"/>
          </ac:spMkLst>
        </pc:spChg>
      </pc:sldChg>
      <pc:sldChg chg="delSp add setBg delDesignElem">
        <pc:chgData name="Jeffrey Moe" userId="495852c6-9817-4bbb-9162-b2e8ad79383d" providerId="ADAL" clId="{D16546AF-B91A-486A-9954-7250C32D147A}" dt="2025-12-10T15:12:24.517" v="6"/>
        <pc:sldMkLst>
          <pc:docMk/>
          <pc:sldMk cId="3801170291" sldId="263"/>
        </pc:sldMkLst>
      </pc:sldChg>
      <pc:sldChg chg="addSp delSp modSp add del setBg delDesignElem">
        <pc:chgData name="Jeffrey Moe" userId="495852c6-9817-4bbb-9162-b2e8ad79383d" providerId="ADAL" clId="{D16546AF-B91A-486A-9954-7250C32D147A}" dt="2025-12-11T21:21:56.089" v="3123"/>
        <pc:sldMkLst>
          <pc:docMk/>
          <pc:sldMk cId="3211367045" sldId="265"/>
        </pc:sldMkLst>
        <pc:spChg chg="mod">
          <ac:chgData name="Jeffrey Moe" userId="495852c6-9817-4bbb-9162-b2e8ad79383d" providerId="ADAL" clId="{D16546AF-B91A-486A-9954-7250C32D147A}" dt="2025-12-11T21:21:56.089" v="3123"/>
          <ac:spMkLst>
            <pc:docMk/>
            <pc:sldMk cId="3211367045" sldId="265"/>
            <ac:spMk id="4" creationId="{C5691A1B-DEBF-4175-A12D-DF6ADE4446FB}"/>
          </ac:spMkLst>
        </pc:spChg>
      </pc:sldChg>
      <pc:sldChg chg="addSp delSp modSp add del setBg delDesignElem">
        <pc:chgData name="Jeffrey Moe" userId="495852c6-9817-4bbb-9162-b2e8ad79383d" providerId="ADAL" clId="{D16546AF-B91A-486A-9954-7250C32D147A}" dt="2025-12-11T21:21:56.089" v="3123"/>
        <pc:sldMkLst>
          <pc:docMk/>
          <pc:sldMk cId="1127353735" sldId="266"/>
        </pc:sldMkLst>
        <pc:spChg chg="mod">
          <ac:chgData name="Jeffrey Moe" userId="495852c6-9817-4bbb-9162-b2e8ad79383d" providerId="ADAL" clId="{D16546AF-B91A-486A-9954-7250C32D147A}" dt="2025-12-11T21:21:56.089" v="3123"/>
          <ac:spMkLst>
            <pc:docMk/>
            <pc:sldMk cId="1127353735" sldId="266"/>
            <ac:spMk id="4" creationId="{286DD01B-09F7-18BB-1C15-BA67A69572DA}"/>
          </ac:spMkLst>
        </pc:spChg>
      </pc:sldChg>
      <pc:sldChg chg="delSp add setBg delDesignElem">
        <pc:chgData name="Jeffrey Moe" userId="495852c6-9817-4bbb-9162-b2e8ad79383d" providerId="ADAL" clId="{D16546AF-B91A-486A-9954-7250C32D147A}" dt="2025-12-10T15:12:24.517" v="6"/>
        <pc:sldMkLst>
          <pc:docMk/>
          <pc:sldMk cId="2991012105" sldId="267"/>
        </pc:sldMkLst>
      </pc:sldChg>
      <pc:sldChg chg="addSp delSp modSp add del setBg delDesignElem">
        <pc:chgData name="Jeffrey Moe" userId="495852c6-9817-4bbb-9162-b2e8ad79383d" providerId="ADAL" clId="{D16546AF-B91A-486A-9954-7250C32D147A}" dt="2025-12-11T21:21:56.089" v="3123"/>
        <pc:sldMkLst>
          <pc:docMk/>
          <pc:sldMk cId="173908006" sldId="268"/>
        </pc:sldMkLst>
        <pc:spChg chg="mod">
          <ac:chgData name="Jeffrey Moe" userId="495852c6-9817-4bbb-9162-b2e8ad79383d" providerId="ADAL" clId="{D16546AF-B91A-486A-9954-7250C32D147A}" dt="2025-12-11T21:21:56.089" v="3123"/>
          <ac:spMkLst>
            <pc:docMk/>
            <pc:sldMk cId="173908006" sldId="268"/>
            <ac:spMk id="4" creationId="{C50DF05A-23E5-2BBF-0DEA-1DCA08061552}"/>
          </ac:spMkLst>
        </pc:spChg>
      </pc:sldChg>
      <pc:sldChg chg="addSp delSp modSp add del setBg delDesignElem">
        <pc:chgData name="Jeffrey Moe" userId="495852c6-9817-4bbb-9162-b2e8ad79383d" providerId="ADAL" clId="{D16546AF-B91A-486A-9954-7250C32D147A}" dt="2025-12-11T21:21:56.089" v="3123"/>
        <pc:sldMkLst>
          <pc:docMk/>
          <pc:sldMk cId="3535549598" sldId="269"/>
        </pc:sldMkLst>
        <pc:spChg chg="mod">
          <ac:chgData name="Jeffrey Moe" userId="495852c6-9817-4bbb-9162-b2e8ad79383d" providerId="ADAL" clId="{D16546AF-B91A-486A-9954-7250C32D147A}" dt="2025-12-11T21:21:56.089" v="3123"/>
          <ac:spMkLst>
            <pc:docMk/>
            <pc:sldMk cId="3535549598" sldId="269"/>
            <ac:spMk id="4" creationId="{C12250A1-F865-F693-7668-459DB83A87F2}"/>
          </ac:spMkLst>
        </pc:spChg>
      </pc:sldChg>
      <pc:sldChg chg="addSp delSp add del setBg delDesignElem">
        <pc:chgData name="Jeffrey Moe" userId="495852c6-9817-4bbb-9162-b2e8ad79383d" providerId="ADAL" clId="{D16546AF-B91A-486A-9954-7250C32D147A}" dt="2025-12-10T15:13:16.635" v="37"/>
        <pc:sldMkLst>
          <pc:docMk/>
          <pc:sldMk cId="1976357389" sldId="271"/>
        </pc:sldMkLst>
      </pc:sldChg>
      <pc:sldChg chg="delSp add setBg delDesignElem">
        <pc:chgData name="Jeffrey Moe" userId="495852c6-9817-4bbb-9162-b2e8ad79383d" providerId="ADAL" clId="{D16546AF-B91A-486A-9954-7250C32D147A}" dt="2025-12-10T15:12:24.517" v="6"/>
        <pc:sldMkLst>
          <pc:docMk/>
          <pc:sldMk cId="1964771052" sldId="275"/>
        </pc:sldMkLst>
      </pc:sldChg>
      <pc:sldChg chg="addSp delSp modSp add del setBg delDesignElem">
        <pc:chgData name="Jeffrey Moe" userId="495852c6-9817-4bbb-9162-b2e8ad79383d" providerId="ADAL" clId="{D16546AF-B91A-486A-9954-7250C32D147A}" dt="2025-12-11T21:21:56.089" v="3123"/>
        <pc:sldMkLst>
          <pc:docMk/>
          <pc:sldMk cId="3444703390" sldId="278"/>
        </pc:sldMkLst>
        <pc:spChg chg="mod">
          <ac:chgData name="Jeffrey Moe" userId="495852c6-9817-4bbb-9162-b2e8ad79383d" providerId="ADAL" clId="{D16546AF-B91A-486A-9954-7250C32D147A}" dt="2025-12-11T21:21:56.089" v="3123"/>
          <ac:spMkLst>
            <pc:docMk/>
            <pc:sldMk cId="3444703390" sldId="278"/>
            <ac:spMk id="6" creationId="{6F0FDF53-B02F-0172-CD19-78B5D809BEE4}"/>
          </ac:spMkLst>
        </pc:spChg>
      </pc:sldChg>
      <pc:sldChg chg="addSp delSp modSp add del setBg delDesignElem">
        <pc:chgData name="Jeffrey Moe" userId="495852c6-9817-4bbb-9162-b2e8ad79383d" providerId="ADAL" clId="{D16546AF-B91A-486A-9954-7250C32D147A}" dt="2025-12-11T21:21:56.089" v="3123"/>
        <pc:sldMkLst>
          <pc:docMk/>
          <pc:sldMk cId="4279978613" sldId="279"/>
        </pc:sldMkLst>
        <pc:spChg chg="mod">
          <ac:chgData name="Jeffrey Moe" userId="495852c6-9817-4bbb-9162-b2e8ad79383d" providerId="ADAL" clId="{D16546AF-B91A-486A-9954-7250C32D147A}" dt="2025-12-11T21:21:56.089" v="3123"/>
          <ac:spMkLst>
            <pc:docMk/>
            <pc:sldMk cId="4279978613" sldId="279"/>
            <ac:spMk id="4" creationId="{4940A7A3-C857-E0DF-4E1C-800DB73B04D4}"/>
          </ac:spMkLst>
        </pc:spChg>
      </pc:sldChg>
      <pc:sldChg chg="addSp delSp modSp add del setBg delDesignElem">
        <pc:chgData name="Jeffrey Moe" userId="495852c6-9817-4bbb-9162-b2e8ad79383d" providerId="ADAL" clId="{D16546AF-B91A-486A-9954-7250C32D147A}" dt="2025-12-11T21:21:56.089" v="3123"/>
        <pc:sldMkLst>
          <pc:docMk/>
          <pc:sldMk cId="2744786061" sldId="280"/>
        </pc:sldMkLst>
        <pc:spChg chg="mod">
          <ac:chgData name="Jeffrey Moe" userId="495852c6-9817-4bbb-9162-b2e8ad79383d" providerId="ADAL" clId="{D16546AF-B91A-486A-9954-7250C32D147A}" dt="2025-12-11T21:21:56.089" v="3123"/>
          <ac:spMkLst>
            <pc:docMk/>
            <pc:sldMk cId="2744786061" sldId="280"/>
            <ac:spMk id="4" creationId="{FBCE8163-3807-F5B0-FEEC-A67FB1268B55}"/>
          </ac:spMkLst>
        </pc:spChg>
      </pc:sldChg>
      <pc:sldChg chg="addSp delSp modSp add del setBg delDesignElem">
        <pc:chgData name="Jeffrey Moe" userId="495852c6-9817-4bbb-9162-b2e8ad79383d" providerId="ADAL" clId="{D16546AF-B91A-486A-9954-7250C32D147A}" dt="2025-12-11T21:21:56.089" v="3123"/>
        <pc:sldMkLst>
          <pc:docMk/>
          <pc:sldMk cId="1145904807" sldId="282"/>
        </pc:sldMkLst>
        <pc:spChg chg="mod">
          <ac:chgData name="Jeffrey Moe" userId="495852c6-9817-4bbb-9162-b2e8ad79383d" providerId="ADAL" clId="{D16546AF-B91A-486A-9954-7250C32D147A}" dt="2025-12-11T21:21:56.089" v="3123"/>
          <ac:spMkLst>
            <pc:docMk/>
            <pc:sldMk cId="1145904807" sldId="282"/>
            <ac:spMk id="4" creationId="{40A01F5D-690D-3409-B52D-F04628138424}"/>
          </ac:spMkLst>
        </pc:spChg>
      </pc:sldChg>
      <pc:sldChg chg="addSp delSp modSp new mod modClrScheme chgLayout">
        <pc:chgData name="Jeffrey Moe" userId="495852c6-9817-4bbb-9162-b2e8ad79383d" providerId="ADAL" clId="{D16546AF-B91A-486A-9954-7250C32D147A}" dt="2025-12-11T21:21:56.089" v="3123"/>
        <pc:sldMkLst>
          <pc:docMk/>
          <pc:sldMk cId="3946853198" sldId="283"/>
        </pc:sldMkLst>
        <pc:spChg chg="mod ord">
          <ac:chgData name="Jeffrey Moe" userId="495852c6-9817-4bbb-9162-b2e8ad79383d" providerId="ADAL" clId="{D16546AF-B91A-486A-9954-7250C32D147A}" dt="2025-12-11T21:21:56.089" v="3123"/>
          <ac:spMkLst>
            <pc:docMk/>
            <pc:sldMk cId="3946853198" sldId="283"/>
            <ac:spMk id="2" creationId="{ACD894CD-4B34-7D56-8F07-69765C5D3565}"/>
          </ac:spMkLst>
        </pc:spChg>
        <pc:spChg chg="add mod ord">
          <ac:chgData name="Jeffrey Moe" userId="495852c6-9817-4bbb-9162-b2e8ad79383d" providerId="ADAL" clId="{D16546AF-B91A-486A-9954-7250C32D147A}" dt="2025-12-11T21:21:56.089" v="3123"/>
          <ac:spMkLst>
            <pc:docMk/>
            <pc:sldMk cId="3946853198" sldId="283"/>
            <ac:spMk id="4" creationId="{04B62E4B-F54C-49BD-2989-8483F03F1570}"/>
          </ac:spMkLst>
        </pc:spChg>
        <pc:spChg chg="add mod ord">
          <ac:chgData name="Jeffrey Moe" userId="495852c6-9817-4bbb-9162-b2e8ad79383d" providerId="ADAL" clId="{D16546AF-B91A-486A-9954-7250C32D147A}" dt="2025-12-11T21:21:56.089" v="3123"/>
          <ac:spMkLst>
            <pc:docMk/>
            <pc:sldMk cId="3946853198" sldId="283"/>
            <ac:spMk id="5" creationId="{45DB1496-4777-1020-5C3D-A1EDA0838904}"/>
          </ac:spMkLst>
        </pc:spChg>
        <pc:spChg chg="add mod ord">
          <ac:chgData name="Jeffrey Moe" userId="495852c6-9817-4bbb-9162-b2e8ad79383d" providerId="ADAL" clId="{D16546AF-B91A-486A-9954-7250C32D147A}" dt="2025-12-11T21:21:56.089" v="3123"/>
          <ac:spMkLst>
            <pc:docMk/>
            <pc:sldMk cId="3946853198" sldId="283"/>
            <ac:spMk id="6" creationId="{2F4BEA57-60C9-8A5B-0111-C5236C8AB7C3}"/>
          </ac:spMkLst>
        </pc:spChg>
        <pc:spChg chg="add mod ord">
          <ac:chgData name="Jeffrey Moe" userId="495852c6-9817-4bbb-9162-b2e8ad79383d" providerId="ADAL" clId="{D16546AF-B91A-486A-9954-7250C32D147A}" dt="2025-12-11T21:21:56.089" v="3123"/>
          <ac:spMkLst>
            <pc:docMk/>
            <pc:sldMk cId="3946853198" sldId="283"/>
            <ac:spMk id="7" creationId="{C151CF57-25C7-3CBB-7B12-A1C8B138269B}"/>
          </ac:spMkLst>
        </pc:spChg>
      </pc:sldChg>
      <pc:sldChg chg="addSp delSp modSp new mod modClrScheme chgLayout">
        <pc:chgData name="Jeffrey Moe" userId="495852c6-9817-4bbb-9162-b2e8ad79383d" providerId="ADAL" clId="{D16546AF-B91A-486A-9954-7250C32D147A}" dt="2025-12-11T21:21:56.089" v="3123"/>
        <pc:sldMkLst>
          <pc:docMk/>
          <pc:sldMk cId="2050333086" sldId="284"/>
        </pc:sldMkLst>
        <pc:spChg chg="add mod ord">
          <ac:chgData name="Jeffrey Moe" userId="495852c6-9817-4bbb-9162-b2e8ad79383d" providerId="ADAL" clId="{D16546AF-B91A-486A-9954-7250C32D147A}" dt="2025-12-11T21:21:56.089" v="3123"/>
          <ac:spMkLst>
            <pc:docMk/>
            <pc:sldMk cId="2050333086" sldId="284"/>
            <ac:spMk id="7" creationId="{82F15EF0-0B13-3F2B-CD18-15B828A83FA2}"/>
          </ac:spMkLst>
        </pc:spChg>
        <pc:spChg chg="add mod ord">
          <ac:chgData name="Jeffrey Moe" userId="495852c6-9817-4bbb-9162-b2e8ad79383d" providerId="ADAL" clId="{D16546AF-B91A-486A-9954-7250C32D147A}" dt="2025-12-11T21:21:56.089" v="3123"/>
          <ac:spMkLst>
            <pc:docMk/>
            <pc:sldMk cId="2050333086" sldId="284"/>
            <ac:spMk id="8" creationId="{AA82D1B0-4142-DEDB-2C7C-96683F2C7E67}"/>
          </ac:spMkLst>
        </pc:spChg>
      </pc:sldChg>
      <pc:sldChg chg="addSp delSp modSp new mod modClrScheme chgLayout">
        <pc:chgData name="Jeffrey Moe" userId="495852c6-9817-4bbb-9162-b2e8ad79383d" providerId="ADAL" clId="{D16546AF-B91A-486A-9954-7250C32D147A}" dt="2025-12-11T21:21:56.089" v="3123"/>
        <pc:sldMkLst>
          <pc:docMk/>
          <pc:sldMk cId="1442774233" sldId="285"/>
        </pc:sldMkLst>
        <pc:spChg chg="add mod ord">
          <ac:chgData name="Jeffrey Moe" userId="495852c6-9817-4bbb-9162-b2e8ad79383d" providerId="ADAL" clId="{D16546AF-B91A-486A-9954-7250C32D147A}" dt="2025-12-11T21:21:56.089" v="3123"/>
          <ac:spMkLst>
            <pc:docMk/>
            <pc:sldMk cId="1442774233" sldId="285"/>
            <ac:spMk id="7" creationId="{1C0840EA-E0B3-E240-D138-C71B4486CECD}"/>
          </ac:spMkLst>
        </pc:spChg>
        <pc:spChg chg="add mod ord">
          <ac:chgData name="Jeffrey Moe" userId="495852c6-9817-4bbb-9162-b2e8ad79383d" providerId="ADAL" clId="{D16546AF-B91A-486A-9954-7250C32D147A}" dt="2025-12-11T21:21:56.089" v="3123"/>
          <ac:spMkLst>
            <pc:docMk/>
            <pc:sldMk cId="1442774233" sldId="285"/>
            <ac:spMk id="8" creationId="{5AA09829-A044-571D-7123-112E619DD8E4}"/>
          </ac:spMkLst>
        </pc:spChg>
      </pc:sldChg>
      <pc:sldChg chg="modSp new mod ord modShow">
        <pc:chgData name="Jeffrey Moe" userId="495852c6-9817-4bbb-9162-b2e8ad79383d" providerId="ADAL" clId="{D16546AF-B91A-486A-9954-7250C32D147A}" dt="2025-12-11T21:21:56.089" v="3123"/>
        <pc:sldMkLst>
          <pc:docMk/>
          <pc:sldMk cId="1290097382" sldId="286"/>
        </pc:sldMkLst>
        <pc:spChg chg="mod">
          <ac:chgData name="Jeffrey Moe" userId="495852c6-9817-4bbb-9162-b2e8ad79383d" providerId="ADAL" clId="{D16546AF-B91A-486A-9954-7250C32D147A}" dt="2025-12-11T21:21:56.089" v="3123"/>
          <ac:spMkLst>
            <pc:docMk/>
            <pc:sldMk cId="1290097382" sldId="286"/>
            <ac:spMk id="2" creationId="{51CD571E-2BDF-AD5B-B5BC-0A6C35F0A106}"/>
          </ac:spMkLst>
        </pc:spChg>
        <pc:spChg chg="mod">
          <ac:chgData name="Jeffrey Moe" userId="495852c6-9817-4bbb-9162-b2e8ad79383d" providerId="ADAL" clId="{D16546AF-B91A-486A-9954-7250C32D147A}" dt="2025-12-11T21:21:56.089" v="3123"/>
          <ac:spMkLst>
            <pc:docMk/>
            <pc:sldMk cId="1290097382" sldId="286"/>
            <ac:spMk id="3" creationId="{322F715A-2A86-00F3-EAB4-4AD72C852049}"/>
          </ac:spMkLst>
        </pc:spChg>
      </pc:sldChg>
      <pc:sldChg chg="modSp new mod">
        <pc:chgData name="Jeffrey Moe" userId="495852c6-9817-4bbb-9162-b2e8ad79383d" providerId="ADAL" clId="{D16546AF-B91A-486A-9954-7250C32D147A}" dt="2025-12-11T21:21:56.089" v="3123"/>
        <pc:sldMkLst>
          <pc:docMk/>
          <pc:sldMk cId="1431511347" sldId="287"/>
        </pc:sldMkLst>
        <pc:spChg chg="mod">
          <ac:chgData name="Jeffrey Moe" userId="495852c6-9817-4bbb-9162-b2e8ad79383d" providerId="ADAL" clId="{D16546AF-B91A-486A-9954-7250C32D147A}" dt="2025-12-11T21:21:56.089" v="3123"/>
          <ac:spMkLst>
            <pc:docMk/>
            <pc:sldMk cId="1431511347" sldId="287"/>
            <ac:spMk id="2" creationId="{9F4D6AAE-2BE3-564B-07E1-C47317DB886E}"/>
          </ac:spMkLst>
        </pc:spChg>
        <pc:spChg chg="mod">
          <ac:chgData name="Jeffrey Moe" userId="495852c6-9817-4bbb-9162-b2e8ad79383d" providerId="ADAL" clId="{D16546AF-B91A-486A-9954-7250C32D147A}" dt="2025-12-11T21:21:56.089" v="3123"/>
          <ac:spMkLst>
            <pc:docMk/>
            <pc:sldMk cId="1431511347" sldId="287"/>
            <ac:spMk id="3" creationId="{B836612F-40B0-3825-FF0F-1E3037D8C5C7}"/>
          </ac:spMkLst>
        </pc:spChg>
      </pc:sldChg>
      <pc:sldChg chg="addSp delSp modSp new del mod ord">
        <pc:chgData name="Jeffrey Moe" userId="495852c6-9817-4bbb-9162-b2e8ad79383d" providerId="ADAL" clId="{D16546AF-B91A-486A-9954-7250C32D147A}" dt="2025-12-11T19:35:51.661" v="2500" actId="2696"/>
        <pc:sldMkLst>
          <pc:docMk/>
          <pc:sldMk cId="2352965623" sldId="288"/>
        </pc:sldMkLst>
      </pc:sldChg>
      <pc:sldChg chg="modSp add">
        <pc:chgData name="Jeffrey Moe" userId="495852c6-9817-4bbb-9162-b2e8ad79383d" providerId="ADAL" clId="{D16546AF-B91A-486A-9954-7250C32D147A}" dt="2025-12-11T21:21:56.089" v="3123"/>
        <pc:sldMkLst>
          <pc:docMk/>
          <pc:sldMk cId="3283668326" sldId="288"/>
        </pc:sldMkLst>
        <pc:spChg chg="mod">
          <ac:chgData name="Jeffrey Moe" userId="495852c6-9817-4bbb-9162-b2e8ad79383d" providerId="ADAL" clId="{D16546AF-B91A-486A-9954-7250C32D147A}" dt="2025-12-11T21:21:56.089" v="3123"/>
          <ac:spMkLst>
            <pc:docMk/>
            <pc:sldMk cId="3283668326" sldId="288"/>
            <ac:spMk id="2" creationId="{2884ECFC-3304-28F3-6421-3F0846EB5EE4}"/>
          </ac:spMkLst>
        </pc:spChg>
        <pc:spChg chg="mod">
          <ac:chgData name="Jeffrey Moe" userId="495852c6-9817-4bbb-9162-b2e8ad79383d" providerId="ADAL" clId="{D16546AF-B91A-486A-9954-7250C32D147A}" dt="2025-12-11T21:21:56.089" v="3123"/>
          <ac:spMkLst>
            <pc:docMk/>
            <pc:sldMk cId="3283668326" sldId="288"/>
            <ac:spMk id="3" creationId="{D1BF9189-3774-08AF-26CC-C6ED585385AD}"/>
          </ac:spMkLst>
        </pc:spChg>
      </pc:sldChg>
      <pc:sldChg chg="modSp add">
        <pc:chgData name="Jeffrey Moe" userId="495852c6-9817-4bbb-9162-b2e8ad79383d" providerId="ADAL" clId="{D16546AF-B91A-486A-9954-7250C32D147A}" dt="2025-12-11T21:21:56.089" v="3123"/>
        <pc:sldMkLst>
          <pc:docMk/>
          <pc:sldMk cId="3571377476" sldId="289"/>
        </pc:sldMkLst>
        <pc:spChg chg="mod">
          <ac:chgData name="Jeffrey Moe" userId="495852c6-9817-4bbb-9162-b2e8ad79383d" providerId="ADAL" clId="{D16546AF-B91A-486A-9954-7250C32D147A}" dt="2025-12-11T21:21:56.089" v="3123"/>
          <ac:spMkLst>
            <pc:docMk/>
            <pc:sldMk cId="3571377476" sldId="289"/>
            <ac:spMk id="2" creationId="{6F83D370-202D-3014-1A8B-888BC57CBF3F}"/>
          </ac:spMkLst>
        </pc:spChg>
        <pc:spChg chg="mod">
          <ac:chgData name="Jeffrey Moe" userId="495852c6-9817-4bbb-9162-b2e8ad79383d" providerId="ADAL" clId="{D16546AF-B91A-486A-9954-7250C32D147A}" dt="2025-12-11T21:21:56.089" v="3123"/>
          <ac:spMkLst>
            <pc:docMk/>
            <pc:sldMk cId="3571377476" sldId="289"/>
            <ac:spMk id="3" creationId="{C84AC4F9-33DB-C1C1-9B18-F582397D28C5}"/>
          </ac:spMkLst>
        </pc:spChg>
        <pc:spChg chg="mod">
          <ac:chgData name="Jeffrey Moe" userId="495852c6-9817-4bbb-9162-b2e8ad79383d" providerId="ADAL" clId="{D16546AF-B91A-486A-9954-7250C32D147A}" dt="2025-12-11T21:21:56.089" v="3123"/>
          <ac:spMkLst>
            <pc:docMk/>
            <pc:sldMk cId="3571377476" sldId="289"/>
            <ac:spMk id="5" creationId="{55EBB46D-3719-A405-F411-45AA846626AE}"/>
          </ac:spMkLst>
        </pc:spChg>
        <pc:spChg chg="mod">
          <ac:chgData name="Jeffrey Moe" userId="495852c6-9817-4bbb-9162-b2e8ad79383d" providerId="ADAL" clId="{D16546AF-B91A-486A-9954-7250C32D147A}" dt="2025-12-11T21:21:56.089" v="3123"/>
          <ac:spMkLst>
            <pc:docMk/>
            <pc:sldMk cId="3571377476" sldId="289"/>
            <ac:spMk id="6" creationId="{C0771B98-00BA-32E6-9565-EB07639F15EB}"/>
          </ac:spMkLst>
        </pc:spChg>
      </pc:sldChg>
      <pc:sldChg chg="add">
        <pc:chgData name="Jeffrey Moe" userId="495852c6-9817-4bbb-9162-b2e8ad79383d" providerId="ADAL" clId="{D16546AF-B91A-486A-9954-7250C32D147A}" dt="2025-12-10T16:26:35.609" v="1202"/>
        <pc:sldMkLst>
          <pc:docMk/>
          <pc:sldMk cId="3100603997" sldId="290"/>
        </pc:sldMkLst>
      </pc:sldChg>
      <pc:sldChg chg="add">
        <pc:chgData name="Jeffrey Moe" userId="495852c6-9817-4bbb-9162-b2e8ad79383d" providerId="ADAL" clId="{D16546AF-B91A-486A-9954-7250C32D147A}" dt="2025-12-10T16:26:35.609" v="1202"/>
        <pc:sldMkLst>
          <pc:docMk/>
          <pc:sldMk cId="3909203987" sldId="291"/>
        </pc:sldMkLst>
      </pc:sldChg>
      <pc:sldChg chg="add">
        <pc:chgData name="Jeffrey Moe" userId="495852c6-9817-4bbb-9162-b2e8ad79383d" providerId="ADAL" clId="{D16546AF-B91A-486A-9954-7250C32D147A}" dt="2025-12-10T16:26:35.609" v="1202"/>
        <pc:sldMkLst>
          <pc:docMk/>
          <pc:sldMk cId="1880905997" sldId="292"/>
        </pc:sldMkLst>
      </pc:sldChg>
      <pc:sldChg chg="modSp add">
        <pc:chgData name="Jeffrey Moe" userId="495852c6-9817-4bbb-9162-b2e8ad79383d" providerId="ADAL" clId="{D16546AF-B91A-486A-9954-7250C32D147A}" dt="2025-12-11T21:21:56.089" v="3123"/>
        <pc:sldMkLst>
          <pc:docMk/>
          <pc:sldMk cId="3717833312" sldId="293"/>
        </pc:sldMkLst>
        <pc:spChg chg="mod">
          <ac:chgData name="Jeffrey Moe" userId="495852c6-9817-4bbb-9162-b2e8ad79383d" providerId="ADAL" clId="{D16546AF-B91A-486A-9954-7250C32D147A}" dt="2025-12-11T21:21:56.089" v="3123"/>
          <ac:spMkLst>
            <pc:docMk/>
            <pc:sldMk cId="3717833312" sldId="293"/>
            <ac:spMk id="2" creationId="{87719FF7-3A9C-4581-1109-4B4646BAA261}"/>
          </ac:spMkLst>
        </pc:spChg>
        <pc:spChg chg="mod">
          <ac:chgData name="Jeffrey Moe" userId="495852c6-9817-4bbb-9162-b2e8ad79383d" providerId="ADAL" clId="{D16546AF-B91A-486A-9954-7250C32D147A}" dt="2025-12-11T21:21:56.089" v="3123"/>
          <ac:spMkLst>
            <pc:docMk/>
            <pc:sldMk cId="3717833312" sldId="293"/>
            <ac:spMk id="6" creationId="{3AD99C46-52EC-2699-76D4-055A53EE7D39}"/>
          </ac:spMkLst>
        </pc:spChg>
        <pc:spChg chg="mod">
          <ac:chgData name="Jeffrey Moe" userId="495852c6-9817-4bbb-9162-b2e8ad79383d" providerId="ADAL" clId="{D16546AF-B91A-486A-9954-7250C32D147A}" dt="2025-12-11T21:21:56.089" v="3123"/>
          <ac:spMkLst>
            <pc:docMk/>
            <pc:sldMk cId="3717833312" sldId="293"/>
            <ac:spMk id="8" creationId="{1187924B-9203-3355-CCF2-589D46E2B81C}"/>
          </ac:spMkLst>
        </pc:spChg>
        <pc:spChg chg="mod">
          <ac:chgData name="Jeffrey Moe" userId="495852c6-9817-4bbb-9162-b2e8ad79383d" providerId="ADAL" clId="{D16546AF-B91A-486A-9954-7250C32D147A}" dt="2025-12-11T21:21:56.089" v="3123"/>
          <ac:spMkLst>
            <pc:docMk/>
            <pc:sldMk cId="3717833312" sldId="293"/>
            <ac:spMk id="9" creationId="{0178BD14-4F24-1BFF-458F-759900B0EF55}"/>
          </ac:spMkLst>
        </pc:spChg>
      </pc:sldChg>
      <pc:sldChg chg="addSp delSp modSp new mod ord">
        <pc:chgData name="Jeffrey Moe" userId="495852c6-9817-4bbb-9162-b2e8ad79383d" providerId="ADAL" clId="{D16546AF-B91A-486A-9954-7250C32D147A}" dt="2025-12-11T21:21:56.089" v="3123"/>
        <pc:sldMkLst>
          <pc:docMk/>
          <pc:sldMk cId="2062569504" sldId="294"/>
        </pc:sldMkLst>
        <pc:spChg chg="mod">
          <ac:chgData name="Jeffrey Moe" userId="495852c6-9817-4bbb-9162-b2e8ad79383d" providerId="ADAL" clId="{D16546AF-B91A-486A-9954-7250C32D147A}" dt="2025-12-11T21:21:56.089" v="3123"/>
          <ac:spMkLst>
            <pc:docMk/>
            <pc:sldMk cId="2062569504" sldId="294"/>
            <ac:spMk id="2" creationId="{69DAC834-FF35-2C1B-B9FC-A2FB72DF2B0C}"/>
          </ac:spMkLst>
        </pc:spChg>
      </pc:sldChg>
      <pc:sldChg chg="addSp modSp new mod ord">
        <pc:chgData name="Jeffrey Moe" userId="495852c6-9817-4bbb-9162-b2e8ad79383d" providerId="ADAL" clId="{D16546AF-B91A-486A-9954-7250C32D147A}" dt="2025-12-11T21:21:56.089" v="3123"/>
        <pc:sldMkLst>
          <pc:docMk/>
          <pc:sldMk cId="2109299963" sldId="295"/>
        </pc:sldMkLst>
        <pc:spChg chg="mod">
          <ac:chgData name="Jeffrey Moe" userId="495852c6-9817-4bbb-9162-b2e8ad79383d" providerId="ADAL" clId="{D16546AF-B91A-486A-9954-7250C32D147A}" dt="2025-12-11T21:21:56.089" v="3123"/>
          <ac:spMkLst>
            <pc:docMk/>
            <pc:sldMk cId="2109299963" sldId="295"/>
            <ac:spMk id="2" creationId="{B289DC7D-9CBE-3B8D-C7A3-75BEF54FE849}"/>
          </ac:spMkLst>
        </pc:spChg>
        <pc:spChg chg="mod">
          <ac:chgData name="Jeffrey Moe" userId="495852c6-9817-4bbb-9162-b2e8ad79383d" providerId="ADAL" clId="{D16546AF-B91A-486A-9954-7250C32D147A}" dt="2025-12-11T21:21:56.089" v="3123"/>
          <ac:spMkLst>
            <pc:docMk/>
            <pc:sldMk cId="2109299963" sldId="295"/>
            <ac:spMk id="3" creationId="{55778CF5-304C-B8C6-4FEC-E910DE394516}"/>
          </ac:spMkLst>
        </pc:spChg>
      </pc:sldChg>
      <pc:sldChg chg="addSp delSp modSp new mod ord modClrScheme chgLayout">
        <pc:chgData name="Jeffrey Moe" userId="495852c6-9817-4bbb-9162-b2e8ad79383d" providerId="ADAL" clId="{D16546AF-B91A-486A-9954-7250C32D147A}" dt="2025-12-11T19:35:47.303" v="2499"/>
        <pc:sldMkLst>
          <pc:docMk/>
          <pc:sldMk cId="366642577" sldId="296"/>
        </pc:sldMkLst>
        <pc:spChg chg="mod ord">
          <ac:chgData name="Jeffrey Moe" userId="495852c6-9817-4bbb-9162-b2e8ad79383d" providerId="ADAL" clId="{D16546AF-B91A-486A-9954-7250C32D147A}" dt="2025-12-10T18:52:18.003" v="1772" actId="1076"/>
          <ac:spMkLst>
            <pc:docMk/>
            <pc:sldMk cId="366642577" sldId="296"/>
            <ac:spMk id="2" creationId="{DA715BBB-A91B-94AA-7D25-8F56C380BDB9}"/>
          </ac:spMkLst>
        </pc:spChg>
        <pc:spChg chg="add mod ord">
          <ac:chgData name="Jeffrey Moe" userId="495852c6-9817-4bbb-9162-b2e8ad79383d" providerId="ADAL" clId="{D16546AF-B91A-486A-9954-7250C32D147A}" dt="2025-12-10T18:52:15.732" v="1771" actId="1076"/>
          <ac:spMkLst>
            <pc:docMk/>
            <pc:sldMk cId="366642577" sldId="296"/>
            <ac:spMk id="4" creationId="{92E42E14-4C25-1E1C-6C99-CCFC583F0E47}"/>
          </ac:spMkLst>
        </pc:spChg>
        <pc:spChg chg="add mod ord">
          <ac:chgData name="Jeffrey Moe" userId="495852c6-9817-4bbb-9162-b2e8ad79383d" providerId="ADAL" clId="{D16546AF-B91A-486A-9954-7250C32D147A}" dt="2025-12-10T18:51:36.265" v="1763" actId="115"/>
          <ac:spMkLst>
            <pc:docMk/>
            <pc:sldMk cId="366642577" sldId="296"/>
            <ac:spMk id="5" creationId="{23E5EE35-AA97-1EB9-1859-D3C3F3805FCF}"/>
          </ac:spMkLst>
        </pc:spChg>
        <pc:graphicFrameChg chg="add mod modGraphic">
          <ac:chgData name="Jeffrey Moe" userId="495852c6-9817-4bbb-9162-b2e8ad79383d" providerId="ADAL" clId="{D16546AF-B91A-486A-9954-7250C32D147A}" dt="2025-12-10T18:52:05.799" v="1770" actId="14734"/>
          <ac:graphicFrameMkLst>
            <pc:docMk/>
            <pc:sldMk cId="366642577" sldId="296"/>
            <ac:graphicFrameMk id="6" creationId="{E2B07559-88A9-D41A-8689-530D96F193A8}"/>
          </ac:graphicFrameMkLst>
        </pc:graphicFrameChg>
      </pc:sldChg>
      <pc:sldChg chg="addSp delSp modSp new mod modClrScheme chgLayout">
        <pc:chgData name="Jeffrey Moe" userId="495852c6-9817-4bbb-9162-b2e8ad79383d" providerId="ADAL" clId="{D16546AF-B91A-486A-9954-7250C32D147A}" dt="2025-12-11T21:21:56.089" v="3123"/>
        <pc:sldMkLst>
          <pc:docMk/>
          <pc:sldMk cId="3137098140" sldId="297"/>
        </pc:sldMkLst>
        <pc:spChg chg="del mod ord">
          <ac:chgData name="Jeffrey Moe" userId="495852c6-9817-4bbb-9162-b2e8ad79383d" providerId="ADAL" clId="{D16546AF-B91A-486A-9954-7250C32D147A}" dt="2025-12-11T15:13:24.294" v="1775" actId="700"/>
          <ac:spMkLst>
            <pc:docMk/>
            <pc:sldMk cId="3137098140" sldId="297"/>
            <ac:spMk id="2" creationId="{7182BFBF-AA52-700D-5D77-44B9406EC0AF}"/>
          </ac:spMkLst>
        </pc:spChg>
        <pc:spChg chg="del mod ord">
          <ac:chgData name="Jeffrey Moe" userId="495852c6-9817-4bbb-9162-b2e8ad79383d" providerId="ADAL" clId="{D16546AF-B91A-486A-9954-7250C32D147A}" dt="2025-12-11T15:13:24.294" v="1775" actId="700"/>
          <ac:spMkLst>
            <pc:docMk/>
            <pc:sldMk cId="3137098140" sldId="297"/>
            <ac:spMk id="3" creationId="{38494A42-6090-323A-C885-4EF0F9689159}"/>
          </ac:spMkLst>
        </pc:spChg>
        <pc:spChg chg="del">
          <ac:chgData name="Jeffrey Moe" userId="495852c6-9817-4bbb-9162-b2e8ad79383d" providerId="ADAL" clId="{D16546AF-B91A-486A-9954-7250C32D147A}" dt="2025-12-11T15:13:24.294" v="1775" actId="700"/>
          <ac:spMkLst>
            <pc:docMk/>
            <pc:sldMk cId="3137098140" sldId="297"/>
            <ac:spMk id="4" creationId="{F472623D-42FF-CC05-BB7D-73D3F3064CE9}"/>
          </ac:spMkLst>
        </pc:spChg>
        <pc:spChg chg="add mod ord">
          <ac:chgData name="Jeffrey Moe" userId="495852c6-9817-4bbb-9162-b2e8ad79383d" providerId="ADAL" clId="{D16546AF-B91A-486A-9954-7250C32D147A}" dt="2025-12-11T21:21:56.089" v="3123"/>
          <ac:spMkLst>
            <pc:docMk/>
            <pc:sldMk cId="3137098140" sldId="297"/>
            <ac:spMk id="5" creationId="{8D586C12-2D28-6230-B94D-28E44713967D}"/>
          </ac:spMkLst>
        </pc:spChg>
        <pc:spChg chg="add del mod ord">
          <ac:chgData name="Jeffrey Moe" userId="495852c6-9817-4bbb-9162-b2e8ad79383d" providerId="ADAL" clId="{D16546AF-B91A-486A-9954-7250C32D147A}" dt="2025-12-11T15:23:36.123" v="1841" actId="403"/>
          <ac:spMkLst>
            <pc:docMk/>
            <pc:sldMk cId="3137098140" sldId="297"/>
            <ac:spMk id="6" creationId="{A9336180-5112-BBD5-6153-A513F650A1B6}"/>
          </ac:spMkLst>
        </pc:spChg>
        <pc:spChg chg="add mod">
          <ac:chgData name="Jeffrey Moe" userId="495852c6-9817-4bbb-9162-b2e8ad79383d" providerId="ADAL" clId="{D16546AF-B91A-486A-9954-7250C32D147A}" dt="2025-12-11T15:18:25.885" v="1800"/>
          <ac:spMkLst>
            <pc:docMk/>
            <pc:sldMk cId="3137098140" sldId="297"/>
            <ac:spMk id="7" creationId="{025E8E12-A60A-CA05-B7CB-8D990F578F6A}"/>
          </ac:spMkLst>
        </pc:spChg>
        <pc:spChg chg="add del mod ord">
          <ac:chgData name="Jeffrey Moe" userId="495852c6-9817-4bbb-9162-b2e8ad79383d" providerId="ADAL" clId="{D16546AF-B91A-486A-9954-7250C32D147A}" dt="2025-12-11T21:21:56.089" v="3123"/>
          <ac:spMkLst>
            <pc:docMk/>
            <pc:sldMk cId="3137098140" sldId="297"/>
            <ac:spMk id="8" creationId="{E5FA141B-B274-CA86-D422-4B2801A04E9A}"/>
          </ac:spMkLst>
        </pc:spChg>
        <pc:spChg chg="add mod">
          <ac:chgData name="Jeffrey Moe" userId="495852c6-9817-4bbb-9162-b2e8ad79383d" providerId="ADAL" clId="{D16546AF-B91A-486A-9954-7250C32D147A}" dt="2025-12-11T15:22:57.018" v="1817"/>
          <ac:spMkLst>
            <pc:docMk/>
            <pc:sldMk cId="3137098140" sldId="297"/>
            <ac:spMk id="9" creationId="{045A9298-3C3B-012D-96F0-15267125C209}"/>
          </ac:spMkLst>
        </pc:spChg>
      </pc:sldChg>
      <pc:sldChg chg="new del">
        <pc:chgData name="Jeffrey Moe" userId="495852c6-9817-4bbb-9162-b2e8ad79383d" providerId="ADAL" clId="{D16546AF-B91A-486A-9954-7250C32D147A}" dt="2025-12-11T15:13:25.855" v="1776" actId="47"/>
        <pc:sldMkLst>
          <pc:docMk/>
          <pc:sldMk cId="548015274" sldId="298"/>
        </pc:sldMkLst>
      </pc:sldChg>
      <pc:sldChg chg="addSp delSp modSp new mod">
        <pc:chgData name="Jeffrey Moe" userId="495852c6-9817-4bbb-9162-b2e8ad79383d" providerId="ADAL" clId="{D16546AF-B91A-486A-9954-7250C32D147A}" dt="2025-12-11T21:21:56.089" v="3123"/>
        <pc:sldMkLst>
          <pc:docMk/>
          <pc:sldMk cId="3916705754" sldId="298"/>
        </pc:sldMkLst>
        <pc:spChg chg="mod">
          <ac:chgData name="Jeffrey Moe" userId="495852c6-9817-4bbb-9162-b2e8ad79383d" providerId="ADAL" clId="{D16546AF-B91A-486A-9954-7250C32D147A}" dt="2025-12-11T21:21:56.089" v="3123"/>
          <ac:spMkLst>
            <pc:docMk/>
            <pc:sldMk cId="3916705754" sldId="298"/>
            <ac:spMk id="2" creationId="{79A7643C-D7BC-59A9-2541-CD47E037AD89}"/>
          </ac:spMkLst>
        </pc:spChg>
        <pc:spChg chg="add del mod">
          <ac:chgData name="Jeffrey Moe" userId="495852c6-9817-4bbb-9162-b2e8ad79383d" providerId="ADAL" clId="{D16546AF-B91A-486A-9954-7250C32D147A}" dt="2025-12-11T21:21:56.089" v="3123"/>
          <ac:spMkLst>
            <pc:docMk/>
            <pc:sldMk cId="3916705754" sldId="298"/>
            <ac:spMk id="3" creationId="{E607AF7E-387A-24D8-6524-DF70DBD8F6AF}"/>
          </ac:spMkLst>
        </pc:spChg>
        <pc:spChg chg="add del mod">
          <ac:chgData name="Jeffrey Moe" userId="495852c6-9817-4bbb-9162-b2e8ad79383d" providerId="ADAL" clId="{D16546AF-B91A-486A-9954-7250C32D147A}" dt="2025-12-11T21:21:56.089" v="3123"/>
          <ac:spMkLst>
            <pc:docMk/>
            <pc:sldMk cId="3916705754" sldId="298"/>
            <ac:spMk id="4" creationId="{DCAECAB7-C7E3-9086-644A-20F8DADDF350}"/>
          </ac:spMkLst>
        </pc:spChg>
        <pc:spChg chg="add mod">
          <ac:chgData name="Jeffrey Moe" userId="495852c6-9817-4bbb-9162-b2e8ad79383d" providerId="ADAL" clId="{D16546AF-B91A-486A-9954-7250C32D147A}" dt="2025-12-11T15:24:52.862" v="1855"/>
          <ac:spMkLst>
            <pc:docMk/>
            <pc:sldMk cId="3916705754" sldId="298"/>
            <ac:spMk id="5" creationId="{CD6273C5-EEF7-5ACF-7D12-5623F0F6292E}"/>
          </ac:spMkLst>
        </pc:spChg>
        <pc:spChg chg="add mod">
          <ac:chgData name="Jeffrey Moe" userId="495852c6-9817-4bbb-9162-b2e8ad79383d" providerId="ADAL" clId="{D16546AF-B91A-486A-9954-7250C32D147A}" dt="2025-12-11T15:25:45.362" v="1870"/>
          <ac:spMkLst>
            <pc:docMk/>
            <pc:sldMk cId="3916705754" sldId="298"/>
            <ac:spMk id="6" creationId="{55B9B934-0D01-ED70-D549-2B4417A66CA0}"/>
          </ac:spMkLst>
        </pc:spChg>
      </pc:sldChg>
      <pc:sldChg chg="addSp delSp modSp new mod modClrScheme chgLayout modNotesTx">
        <pc:chgData name="Jeffrey Moe" userId="495852c6-9817-4bbb-9162-b2e8ad79383d" providerId="ADAL" clId="{D16546AF-B91A-486A-9954-7250C32D147A}" dt="2025-12-11T21:21:56.089" v="3123"/>
        <pc:sldMkLst>
          <pc:docMk/>
          <pc:sldMk cId="2515847286" sldId="299"/>
        </pc:sldMkLst>
        <pc:spChg chg="del mod ord">
          <ac:chgData name="Jeffrey Moe" userId="495852c6-9817-4bbb-9162-b2e8ad79383d" providerId="ADAL" clId="{D16546AF-B91A-486A-9954-7250C32D147A}" dt="2025-12-11T15:26:26.096" v="1880" actId="700"/>
          <ac:spMkLst>
            <pc:docMk/>
            <pc:sldMk cId="2515847286" sldId="299"/>
            <ac:spMk id="2" creationId="{DF92C45D-8BBC-9361-9C56-9AEBD8E613F1}"/>
          </ac:spMkLst>
        </pc:spChg>
        <pc:spChg chg="del mod ord">
          <ac:chgData name="Jeffrey Moe" userId="495852c6-9817-4bbb-9162-b2e8ad79383d" providerId="ADAL" clId="{D16546AF-B91A-486A-9954-7250C32D147A}" dt="2025-12-11T15:26:26.096" v="1880" actId="700"/>
          <ac:spMkLst>
            <pc:docMk/>
            <pc:sldMk cId="2515847286" sldId="299"/>
            <ac:spMk id="3" creationId="{779E2E4D-3FF7-0023-0F30-72F4171B7E87}"/>
          </ac:spMkLst>
        </pc:spChg>
        <pc:spChg chg="del">
          <ac:chgData name="Jeffrey Moe" userId="495852c6-9817-4bbb-9162-b2e8ad79383d" providerId="ADAL" clId="{D16546AF-B91A-486A-9954-7250C32D147A}" dt="2025-12-11T15:26:26.096" v="1880" actId="700"/>
          <ac:spMkLst>
            <pc:docMk/>
            <pc:sldMk cId="2515847286" sldId="299"/>
            <ac:spMk id="4" creationId="{8051CE7E-A821-1AEF-2393-38C8C61329F5}"/>
          </ac:spMkLst>
        </pc:spChg>
        <pc:spChg chg="add mod ord">
          <ac:chgData name="Jeffrey Moe" userId="495852c6-9817-4bbb-9162-b2e8ad79383d" providerId="ADAL" clId="{D16546AF-B91A-486A-9954-7250C32D147A}" dt="2025-12-11T21:21:56.089" v="3123"/>
          <ac:spMkLst>
            <pc:docMk/>
            <pc:sldMk cId="2515847286" sldId="299"/>
            <ac:spMk id="5" creationId="{575FC050-7F35-C766-01E2-5297258315E1}"/>
          </ac:spMkLst>
        </pc:spChg>
        <pc:spChg chg="add mod ord">
          <ac:chgData name="Jeffrey Moe" userId="495852c6-9817-4bbb-9162-b2e8ad79383d" providerId="ADAL" clId="{D16546AF-B91A-486A-9954-7250C32D147A}" dt="2025-12-11T21:21:56.089" v="3123"/>
          <ac:spMkLst>
            <pc:docMk/>
            <pc:sldMk cId="2515847286" sldId="299"/>
            <ac:spMk id="6" creationId="{EA3961FB-0C92-7C27-0E59-31B351B4C725}"/>
          </ac:spMkLst>
        </pc:spChg>
      </pc:sldChg>
      <pc:sldChg chg="modSp new mod">
        <pc:chgData name="Jeffrey Moe" userId="495852c6-9817-4bbb-9162-b2e8ad79383d" providerId="ADAL" clId="{D16546AF-B91A-486A-9954-7250C32D147A}" dt="2025-12-11T21:21:56.089" v="3123"/>
        <pc:sldMkLst>
          <pc:docMk/>
          <pc:sldMk cId="1986700800" sldId="300"/>
        </pc:sldMkLst>
        <pc:spChg chg="mod">
          <ac:chgData name="Jeffrey Moe" userId="495852c6-9817-4bbb-9162-b2e8ad79383d" providerId="ADAL" clId="{D16546AF-B91A-486A-9954-7250C32D147A}" dt="2025-12-11T21:21:56.089" v="3123"/>
          <ac:spMkLst>
            <pc:docMk/>
            <pc:sldMk cId="1986700800" sldId="300"/>
            <ac:spMk id="2" creationId="{12B7D2E7-694E-9FB4-BC36-C15DE07F09EC}"/>
          </ac:spMkLst>
        </pc:spChg>
        <pc:spChg chg="mod">
          <ac:chgData name="Jeffrey Moe" userId="495852c6-9817-4bbb-9162-b2e8ad79383d" providerId="ADAL" clId="{D16546AF-B91A-486A-9954-7250C32D147A}" dt="2025-12-11T21:21:56.089" v="3123"/>
          <ac:spMkLst>
            <pc:docMk/>
            <pc:sldMk cId="1986700800" sldId="300"/>
            <ac:spMk id="3" creationId="{B3123BC5-CA5E-5F84-CAD6-95D48B94402B}"/>
          </ac:spMkLst>
        </pc:spChg>
      </pc:sldChg>
      <pc:sldChg chg="modSp new mod">
        <pc:chgData name="Jeffrey Moe" userId="495852c6-9817-4bbb-9162-b2e8ad79383d" providerId="ADAL" clId="{D16546AF-B91A-486A-9954-7250C32D147A}" dt="2025-12-11T21:21:56.089" v="3123"/>
        <pc:sldMkLst>
          <pc:docMk/>
          <pc:sldMk cId="3752485025" sldId="301"/>
        </pc:sldMkLst>
        <pc:spChg chg="mod">
          <ac:chgData name="Jeffrey Moe" userId="495852c6-9817-4bbb-9162-b2e8ad79383d" providerId="ADAL" clId="{D16546AF-B91A-486A-9954-7250C32D147A}" dt="2025-12-11T21:21:56.089" v="3123"/>
          <ac:spMkLst>
            <pc:docMk/>
            <pc:sldMk cId="3752485025" sldId="301"/>
            <ac:spMk id="2" creationId="{E0FE72D9-E5E6-BEBE-5A74-32825E88EFB4}"/>
          </ac:spMkLst>
        </pc:spChg>
        <pc:spChg chg="mod">
          <ac:chgData name="Jeffrey Moe" userId="495852c6-9817-4bbb-9162-b2e8ad79383d" providerId="ADAL" clId="{D16546AF-B91A-486A-9954-7250C32D147A}" dt="2025-12-11T21:21:56.089" v="3123"/>
          <ac:spMkLst>
            <pc:docMk/>
            <pc:sldMk cId="3752485025" sldId="301"/>
            <ac:spMk id="3" creationId="{ABD330C2-D2BE-8422-77A0-D88315BF8552}"/>
          </ac:spMkLst>
        </pc:spChg>
      </pc:sldChg>
      <pc:sldChg chg="modSp new mod">
        <pc:chgData name="Jeffrey Moe" userId="495852c6-9817-4bbb-9162-b2e8ad79383d" providerId="ADAL" clId="{D16546AF-B91A-486A-9954-7250C32D147A}" dt="2025-12-11T21:21:56.089" v="3123"/>
        <pc:sldMkLst>
          <pc:docMk/>
          <pc:sldMk cId="498626852" sldId="302"/>
        </pc:sldMkLst>
        <pc:spChg chg="mod">
          <ac:chgData name="Jeffrey Moe" userId="495852c6-9817-4bbb-9162-b2e8ad79383d" providerId="ADAL" clId="{D16546AF-B91A-486A-9954-7250C32D147A}" dt="2025-12-11T21:21:56.089" v="3123"/>
          <ac:spMkLst>
            <pc:docMk/>
            <pc:sldMk cId="498626852" sldId="302"/>
            <ac:spMk id="2" creationId="{1CAB870D-73C1-CBF2-26EF-23F9284D4EA0}"/>
          </ac:spMkLst>
        </pc:spChg>
        <pc:spChg chg="mod">
          <ac:chgData name="Jeffrey Moe" userId="495852c6-9817-4bbb-9162-b2e8ad79383d" providerId="ADAL" clId="{D16546AF-B91A-486A-9954-7250C32D147A}" dt="2025-12-11T21:21:56.089" v="3123"/>
          <ac:spMkLst>
            <pc:docMk/>
            <pc:sldMk cId="498626852" sldId="302"/>
            <ac:spMk id="3" creationId="{D1E2210A-1872-E649-5EC6-BC33DFEA2C9D}"/>
          </ac:spMkLst>
        </pc:spChg>
      </pc:sldChg>
      <pc:sldChg chg="modSp new mod">
        <pc:chgData name="Jeffrey Moe" userId="495852c6-9817-4bbb-9162-b2e8ad79383d" providerId="ADAL" clId="{D16546AF-B91A-486A-9954-7250C32D147A}" dt="2025-12-11T21:21:56.089" v="3123"/>
        <pc:sldMkLst>
          <pc:docMk/>
          <pc:sldMk cId="3003336508" sldId="303"/>
        </pc:sldMkLst>
        <pc:spChg chg="mod">
          <ac:chgData name="Jeffrey Moe" userId="495852c6-9817-4bbb-9162-b2e8ad79383d" providerId="ADAL" clId="{D16546AF-B91A-486A-9954-7250C32D147A}" dt="2025-12-11T21:21:56.089" v="3123"/>
          <ac:spMkLst>
            <pc:docMk/>
            <pc:sldMk cId="3003336508" sldId="303"/>
            <ac:spMk id="2" creationId="{E013DA28-5192-7D57-24D5-C3E1D4615796}"/>
          </ac:spMkLst>
        </pc:spChg>
        <pc:spChg chg="mod">
          <ac:chgData name="Jeffrey Moe" userId="495852c6-9817-4bbb-9162-b2e8ad79383d" providerId="ADAL" clId="{D16546AF-B91A-486A-9954-7250C32D147A}" dt="2025-12-11T21:21:56.089" v="3123"/>
          <ac:spMkLst>
            <pc:docMk/>
            <pc:sldMk cId="3003336508" sldId="303"/>
            <ac:spMk id="3" creationId="{2C25B2EF-C646-5A04-B24D-47A9D563DB36}"/>
          </ac:spMkLst>
        </pc:spChg>
      </pc:sldChg>
      <pc:sldChg chg="modSp new mod">
        <pc:chgData name="Jeffrey Moe" userId="495852c6-9817-4bbb-9162-b2e8ad79383d" providerId="ADAL" clId="{D16546AF-B91A-486A-9954-7250C32D147A}" dt="2025-12-11T21:21:56.089" v="3123"/>
        <pc:sldMkLst>
          <pc:docMk/>
          <pc:sldMk cId="348022169" sldId="304"/>
        </pc:sldMkLst>
        <pc:spChg chg="mod">
          <ac:chgData name="Jeffrey Moe" userId="495852c6-9817-4bbb-9162-b2e8ad79383d" providerId="ADAL" clId="{D16546AF-B91A-486A-9954-7250C32D147A}" dt="2025-12-11T21:21:56.089" v="3123"/>
          <ac:spMkLst>
            <pc:docMk/>
            <pc:sldMk cId="348022169" sldId="304"/>
            <ac:spMk id="2" creationId="{AADD9E64-3FE7-632B-1513-DEA4D24DAF95}"/>
          </ac:spMkLst>
        </pc:spChg>
        <pc:spChg chg="mod">
          <ac:chgData name="Jeffrey Moe" userId="495852c6-9817-4bbb-9162-b2e8ad79383d" providerId="ADAL" clId="{D16546AF-B91A-486A-9954-7250C32D147A}" dt="2025-12-11T21:21:56.089" v="3123"/>
          <ac:spMkLst>
            <pc:docMk/>
            <pc:sldMk cId="348022169" sldId="304"/>
            <ac:spMk id="3" creationId="{709EA324-9F0D-2C75-C0E8-849E9E3016A3}"/>
          </ac:spMkLst>
        </pc:spChg>
      </pc:sldChg>
      <pc:sldChg chg="modSp new mod ord">
        <pc:chgData name="Jeffrey Moe" userId="495852c6-9817-4bbb-9162-b2e8ad79383d" providerId="ADAL" clId="{D16546AF-B91A-486A-9954-7250C32D147A}" dt="2025-12-11T21:21:56.089" v="3123"/>
        <pc:sldMkLst>
          <pc:docMk/>
          <pc:sldMk cId="230973471" sldId="305"/>
        </pc:sldMkLst>
        <pc:spChg chg="mod">
          <ac:chgData name="Jeffrey Moe" userId="495852c6-9817-4bbb-9162-b2e8ad79383d" providerId="ADAL" clId="{D16546AF-B91A-486A-9954-7250C32D147A}" dt="2025-12-11T21:21:56.089" v="3123"/>
          <ac:spMkLst>
            <pc:docMk/>
            <pc:sldMk cId="230973471" sldId="305"/>
            <ac:spMk id="2" creationId="{155EA2B7-2C9F-409F-0F52-C976AD0EA147}"/>
          </ac:spMkLst>
        </pc:spChg>
        <pc:spChg chg="mod">
          <ac:chgData name="Jeffrey Moe" userId="495852c6-9817-4bbb-9162-b2e8ad79383d" providerId="ADAL" clId="{D16546AF-B91A-486A-9954-7250C32D147A}" dt="2025-12-11T21:21:56.089" v="3123"/>
          <ac:spMkLst>
            <pc:docMk/>
            <pc:sldMk cId="230973471" sldId="305"/>
            <ac:spMk id="3" creationId="{D6A870B9-0541-5504-845E-3646F74E223D}"/>
          </ac:spMkLst>
        </pc:spChg>
      </pc:sldChg>
      <pc:sldChg chg="addSp delSp modSp new mod setBg">
        <pc:chgData name="Jeffrey Moe" userId="495852c6-9817-4bbb-9162-b2e8ad79383d" providerId="ADAL" clId="{D16546AF-B91A-486A-9954-7250C32D147A}" dt="2025-12-11T21:26:01.795" v="3400" actId="403"/>
        <pc:sldMkLst>
          <pc:docMk/>
          <pc:sldMk cId="1776434814" sldId="306"/>
        </pc:sldMkLst>
        <pc:spChg chg="mod">
          <ac:chgData name="Jeffrey Moe" userId="495852c6-9817-4bbb-9162-b2e8ad79383d" providerId="ADAL" clId="{D16546AF-B91A-486A-9954-7250C32D147A}" dt="2025-12-11T21:25:31.747" v="3397" actId="26606"/>
          <ac:spMkLst>
            <pc:docMk/>
            <pc:sldMk cId="1776434814" sldId="306"/>
            <ac:spMk id="2" creationId="{436F9CA9-24AC-F3EA-A67C-59F97358C2F3}"/>
          </ac:spMkLst>
        </pc:spChg>
        <pc:spChg chg="add del mod">
          <ac:chgData name="Jeffrey Moe" userId="495852c6-9817-4bbb-9162-b2e8ad79383d" providerId="ADAL" clId="{D16546AF-B91A-486A-9954-7250C32D147A}" dt="2025-12-11T21:25:31.747" v="3397" actId="26606"/>
          <ac:spMkLst>
            <pc:docMk/>
            <pc:sldMk cId="1776434814" sldId="306"/>
            <ac:spMk id="3" creationId="{D915F3CD-ED48-9973-71F3-78CBEB1BAF96}"/>
          </ac:spMkLst>
        </pc:spChg>
        <pc:spChg chg="add">
          <ac:chgData name="Jeffrey Moe" userId="495852c6-9817-4bbb-9162-b2e8ad79383d" providerId="ADAL" clId="{D16546AF-B91A-486A-9954-7250C32D147A}" dt="2025-12-11T21:16:59.506" v="2561"/>
          <ac:spMkLst>
            <pc:docMk/>
            <pc:sldMk cId="1776434814" sldId="306"/>
            <ac:spMk id="4" creationId="{1F36F20E-0C02-6B19-ADED-502D649BC23A}"/>
          </ac:spMkLst>
        </pc:spChg>
        <pc:spChg chg="add del mod">
          <ac:chgData name="Jeffrey Moe" userId="495852c6-9817-4bbb-9162-b2e8ad79383d" providerId="ADAL" clId="{D16546AF-B91A-486A-9954-7250C32D147A}" dt="2025-12-11T21:17:11.550" v="2564" actId="478"/>
          <ac:spMkLst>
            <pc:docMk/>
            <pc:sldMk cId="1776434814" sldId="306"/>
            <ac:spMk id="5" creationId="{FE4D582D-81FF-950E-2A00-DCD72EC6DCC0}"/>
          </ac:spMkLst>
        </pc:spChg>
        <pc:spChg chg="add del">
          <ac:chgData name="Jeffrey Moe" userId="495852c6-9817-4bbb-9162-b2e8ad79383d" providerId="ADAL" clId="{D16546AF-B91A-486A-9954-7250C32D147A}" dt="2025-12-11T21:25:31.742" v="3396" actId="26606"/>
          <ac:spMkLst>
            <pc:docMk/>
            <pc:sldMk cId="1776434814" sldId="306"/>
            <ac:spMk id="8" creationId="{09588DA8-065E-4F6F-8EFD-43104AB2E0CF}"/>
          </ac:spMkLst>
        </pc:spChg>
        <pc:spChg chg="add del">
          <ac:chgData name="Jeffrey Moe" userId="495852c6-9817-4bbb-9162-b2e8ad79383d" providerId="ADAL" clId="{D16546AF-B91A-486A-9954-7250C32D147A}" dt="2025-12-11T21:25:19.473" v="3394" actId="26606"/>
          <ac:spMkLst>
            <pc:docMk/>
            <pc:sldMk cId="1776434814" sldId="306"/>
            <ac:spMk id="10" creationId="{B50AB553-2A96-4A92-96F2-93548E096954}"/>
          </ac:spMkLst>
        </pc:spChg>
        <pc:spChg chg="add del">
          <ac:chgData name="Jeffrey Moe" userId="495852c6-9817-4bbb-9162-b2e8ad79383d" providerId="ADAL" clId="{D16546AF-B91A-486A-9954-7250C32D147A}" dt="2025-12-11T21:25:31.742" v="3396" actId="26606"/>
          <ac:spMkLst>
            <pc:docMk/>
            <pc:sldMk cId="1776434814" sldId="306"/>
            <ac:spMk id="12" creationId="{CD9FE4EF-C4D8-49A0-B2FF-81D8DB7D8A24}"/>
          </ac:spMkLst>
        </pc:spChg>
        <pc:spChg chg="add del">
          <ac:chgData name="Jeffrey Moe" userId="495852c6-9817-4bbb-9162-b2e8ad79383d" providerId="ADAL" clId="{D16546AF-B91A-486A-9954-7250C32D147A}" dt="2025-12-11T21:25:31.742" v="3396" actId="26606"/>
          <ac:spMkLst>
            <pc:docMk/>
            <pc:sldMk cId="1776434814" sldId="306"/>
            <ac:spMk id="13" creationId="{C4285719-470E-454C-AF62-8323075F1F5B}"/>
          </ac:spMkLst>
        </pc:spChg>
        <pc:spChg chg="add del">
          <ac:chgData name="Jeffrey Moe" userId="495852c6-9817-4bbb-9162-b2e8ad79383d" providerId="ADAL" clId="{D16546AF-B91A-486A-9954-7250C32D147A}" dt="2025-12-11T21:25:31.742" v="3396" actId="26606"/>
          <ac:spMkLst>
            <pc:docMk/>
            <pc:sldMk cId="1776434814" sldId="306"/>
            <ac:spMk id="14" creationId="{4300840D-0A0B-4512-BACA-B439D5B9C57C}"/>
          </ac:spMkLst>
        </pc:spChg>
        <pc:spChg chg="add del">
          <ac:chgData name="Jeffrey Moe" userId="495852c6-9817-4bbb-9162-b2e8ad79383d" providerId="ADAL" clId="{D16546AF-B91A-486A-9954-7250C32D147A}" dt="2025-12-11T21:25:31.742" v="3396" actId="26606"/>
          <ac:spMkLst>
            <pc:docMk/>
            <pc:sldMk cId="1776434814" sldId="306"/>
            <ac:spMk id="15" creationId="{D915F3CD-ED48-9973-71F3-78CBEB1BAF96}"/>
          </ac:spMkLst>
        </pc:spChg>
        <pc:spChg chg="add del">
          <ac:chgData name="Jeffrey Moe" userId="495852c6-9817-4bbb-9162-b2e8ad79383d" providerId="ADAL" clId="{D16546AF-B91A-486A-9954-7250C32D147A}" dt="2025-12-11T21:25:31.742" v="3396" actId="26606"/>
          <ac:spMkLst>
            <pc:docMk/>
            <pc:sldMk cId="1776434814" sldId="306"/>
            <ac:spMk id="16" creationId="{D2B78728-A580-49A7-84F9-6EF6F583ADE0}"/>
          </ac:spMkLst>
        </pc:spChg>
        <pc:spChg chg="add del">
          <ac:chgData name="Jeffrey Moe" userId="495852c6-9817-4bbb-9162-b2e8ad79383d" providerId="ADAL" clId="{D16546AF-B91A-486A-9954-7250C32D147A}" dt="2025-12-11T21:25:31.742" v="3396" actId="26606"/>
          <ac:spMkLst>
            <pc:docMk/>
            <pc:sldMk cId="1776434814" sldId="306"/>
            <ac:spMk id="18" creationId="{38FAA1A1-D861-433F-88FA-1E9D6FD31D11}"/>
          </ac:spMkLst>
        </pc:spChg>
        <pc:spChg chg="add del">
          <ac:chgData name="Jeffrey Moe" userId="495852c6-9817-4bbb-9162-b2e8ad79383d" providerId="ADAL" clId="{D16546AF-B91A-486A-9954-7250C32D147A}" dt="2025-12-11T21:25:31.742" v="3396" actId="26606"/>
          <ac:spMkLst>
            <pc:docMk/>
            <pc:sldMk cId="1776434814" sldId="306"/>
            <ac:spMk id="20" creationId="{8D71EDA1-87BF-4D5D-AB79-F346FD19278A}"/>
          </ac:spMkLst>
        </pc:spChg>
        <pc:spChg chg="add">
          <ac:chgData name="Jeffrey Moe" userId="495852c6-9817-4bbb-9162-b2e8ad79383d" providerId="ADAL" clId="{D16546AF-B91A-486A-9954-7250C32D147A}" dt="2025-12-11T21:25:31.747" v="3397" actId="26606"/>
          <ac:spMkLst>
            <pc:docMk/>
            <pc:sldMk cId="1776434814" sldId="306"/>
            <ac:spMk id="22" creationId="{389575E1-3389-451A-A5F7-27854C25C599}"/>
          </ac:spMkLst>
        </pc:spChg>
        <pc:spChg chg="add">
          <ac:chgData name="Jeffrey Moe" userId="495852c6-9817-4bbb-9162-b2e8ad79383d" providerId="ADAL" clId="{D16546AF-B91A-486A-9954-7250C32D147A}" dt="2025-12-11T21:25:31.747" v="3397" actId="26606"/>
          <ac:spMkLst>
            <pc:docMk/>
            <pc:sldMk cId="1776434814" sldId="306"/>
            <ac:spMk id="23" creationId="{A53CCC5C-D88E-40FB-B30B-23DCDBD01D37}"/>
          </ac:spMkLst>
        </pc:spChg>
        <pc:spChg chg="add">
          <ac:chgData name="Jeffrey Moe" userId="495852c6-9817-4bbb-9162-b2e8ad79383d" providerId="ADAL" clId="{D16546AF-B91A-486A-9954-7250C32D147A}" dt="2025-12-11T21:25:31.747" v="3397" actId="26606"/>
          <ac:spMkLst>
            <pc:docMk/>
            <pc:sldMk cId="1776434814" sldId="306"/>
            <ac:spMk id="24" creationId="{081E4A58-353D-44AE-B2FC-2A74E2E400F7}"/>
          </ac:spMkLst>
        </pc:spChg>
        <pc:spChg chg="add mod">
          <ac:chgData name="Jeffrey Moe" userId="495852c6-9817-4bbb-9162-b2e8ad79383d" providerId="ADAL" clId="{D16546AF-B91A-486A-9954-7250C32D147A}" dt="2025-12-11T21:26:01.795" v="3400" actId="403"/>
          <ac:spMkLst>
            <pc:docMk/>
            <pc:sldMk cId="1776434814" sldId="306"/>
            <ac:spMk id="25" creationId="{D915F3CD-ED48-9973-71F3-78CBEB1BAF96}"/>
          </ac:spMkLst>
        </pc:spChg>
        <pc:graphicFrameChg chg="add del">
          <ac:chgData name="Jeffrey Moe" userId="495852c6-9817-4bbb-9162-b2e8ad79383d" providerId="ADAL" clId="{D16546AF-B91A-486A-9954-7250C32D147A}" dt="2025-12-11T21:25:19.473" v="3394" actId="26606"/>
          <ac:graphicFrameMkLst>
            <pc:docMk/>
            <pc:sldMk cId="1776434814" sldId="306"/>
            <ac:graphicFrameMk id="7" creationId="{9C44F715-13EE-C6DB-56FE-D2FBA34631D1}"/>
          </ac:graphicFrameMkLst>
        </pc:graphicFrameChg>
        <pc:picChg chg="add del">
          <ac:chgData name="Jeffrey Moe" userId="495852c6-9817-4bbb-9162-b2e8ad79383d" providerId="ADAL" clId="{D16546AF-B91A-486A-9954-7250C32D147A}" dt="2025-12-11T21:25:19.473" v="3394" actId="26606"/>
          <ac:picMkLst>
            <pc:docMk/>
            <pc:sldMk cId="1776434814" sldId="306"/>
            <ac:picMk id="6" creationId="{FF9B3EE9-BB4C-576C-CC6E-64F670118943}"/>
          </ac:picMkLst>
        </pc:picChg>
      </pc:sldChg>
      <pc:sldChg chg="addSp delSp modSp new mod setBg">
        <pc:chgData name="Jeffrey Moe" userId="495852c6-9817-4bbb-9162-b2e8ad79383d" providerId="ADAL" clId="{D16546AF-B91A-486A-9954-7250C32D147A}" dt="2025-12-11T21:24:03.179" v="3373" actId="26606"/>
        <pc:sldMkLst>
          <pc:docMk/>
          <pc:sldMk cId="2937479250" sldId="307"/>
        </pc:sldMkLst>
        <pc:spChg chg="mod">
          <ac:chgData name="Jeffrey Moe" userId="495852c6-9817-4bbb-9162-b2e8ad79383d" providerId="ADAL" clId="{D16546AF-B91A-486A-9954-7250C32D147A}" dt="2025-12-11T21:24:03.179" v="3373" actId="26606"/>
          <ac:spMkLst>
            <pc:docMk/>
            <pc:sldMk cId="2937479250" sldId="307"/>
            <ac:spMk id="2" creationId="{5F41A8E0-3B89-CD5C-38D0-B23C0C332D0B}"/>
          </ac:spMkLst>
        </pc:spChg>
        <pc:spChg chg="del mod">
          <ac:chgData name="Jeffrey Moe" userId="495852c6-9817-4bbb-9162-b2e8ad79383d" providerId="ADAL" clId="{D16546AF-B91A-486A-9954-7250C32D147A}" dt="2025-12-11T21:24:03.179" v="3373" actId="26606"/>
          <ac:spMkLst>
            <pc:docMk/>
            <pc:sldMk cId="2937479250" sldId="307"/>
            <ac:spMk id="3" creationId="{913785AA-579F-F7D4-810F-37C737E3F001}"/>
          </ac:spMkLst>
        </pc:spChg>
        <pc:spChg chg="add">
          <ac:chgData name="Jeffrey Moe" userId="495852c6-9817-4bbb-9162-b2e8ad79383d" providerId="ADAL" clId="{D16546AF-B91A-486A-9954-7250C32D147A}" dt="2025-12-11T21:24:03.179" v="3373" actId="26606"/>
          <ac:spMkLst>
            <pc:docMk/>
            <pc:sldMk cId="2937479250" sldId="307"/>
            <ac:spMk id="9" creationId="{BACC6370-2D7E-4714-9D71-7542949D7D5D}"/>
          </ac:spMkLst>
        </pc:spChg>
        <pc:spChg chg="add">
          <ac:chgData name="Jeffrey Moe" userId="495852c6-9817-4bbb-9162-b2e8ad79383d" providerId="ADAL" clId="{D16546AF-B91A-486A-9954-7250C32D147A}" dt="2025-12-11T21:24:03.179" v="3373" actId="26606"/>
          <ac:spMkLst>
            <pc:docMk/>
            <pc:sldMk cId="2937479250" sldId="307"/>
            <ac:spMk id="11" creationId="{F68B3F68-107C-434F-AA38-110D5EA91B85}"/>
          </ac:spMkLst>
        </pc:spChg>
        <pc:spChg chg="add">
          <ac:chgData name="Jeffrey Moe" userId="495852c6-9817-4bbb-9162-b2e8ad79383d" providerId="ADAL" clId="{D16546AF-B91A-486A-9954-7250C32D147A}" dt="2025-12-11T21:24:03.179" v="3373" actId="26606"/>
          <ac:spMkLst>
            <pc:docMk/>
            <pc:sldMk cId="2937479250" sldId="307"/>
            <ac:spMk id="13" creationId="{AAD0DBB9-1A4B-4391-81D4-CB19F9AB918A}"/>
          </ac:spMkLst>
        </pc:spChg>
        <pc:spChg chg="add">
          <ac:chgData name="Jeffrey Moe" userId="495852c6-9817-4bbb-9162-b2e8ad79383d" providerId="ADAL" clId="{D16546AF-B91A-486A-9954-7250C32D147A}" dt="2025-12-11T21:24:03.179" v="3373" actId="26606"/>
          <ac:spMkLst>
            <pc:docMk/>
            <pc:sldMk cId="2937479250" sldId="307"/>
            <ac:spMk id="15" creationId="{063BBA22-50EA-4C4D-BE05-F1CE4E63AA56}"/>
          </ac:spMkLst>
        </pc:spChg>
        <pc:graphicFrameChg chg="add">
          <ac:chgData name="Jeffrey Moe" userId="495852c6-9817-4bbb-9162-b2e8ad79383d" providerId="ADAL" clId="{D16546AF-B91A-486A-9954-7250C32D147A}" dt="2025-12-11T21:24:03.179" v="3373" actId="26606"/>
          <ac:graphicFrameMkLst>
            <pc:docMk/>
            <pc:sldMk cId="2937479250" sldId="307"/>
            <ac:graphicFrameMk id="5" creationId="{91C4358F-0AA4-A796-ABCC-B67539452993}"/>
          </ac:graphicFrameMkLst>
        </pc:graphicFrameChg>
      </pc:sldChg>
      <pc:sldChg chg="addSp delSp modSp new mod setBg modClrScheme chgLayout">
        <pc:chgData name="Jeffrey Moe" userId="495852c6-9817-4bbb-9162-b2e8ad79383d" providerId="ADAL" clId="{D16546AF-B91A-486A-9954-7250C32D147A}" dt="2025-12-11T21:24:49.798" v="3392" actId="26606"/>
        <pc:sldMkLst>
          <pc:docMk/>
          <pc:sldMk cId="1616654993" sldId="308"/>
        </pc:sldMkLst>
        <pc:spChg chg="del mod ord">
          <ac:chgData name="Jeffrey Moe" userId="495852c6-9817-4bbb-9162-b2e8ad79383d" providerId="ADAL" clId="{D16546AF-B91A-486A-9954-7250C32D147A}" dt="2025-12-11T21:24:37.528" v="3375" actId="700"/>
          <ac:spMkLst>
            <pc:docMk/>
            <pc:sldMk cId="1616654993" sldId="308"/>
            <ac:spMk id="2" creationId="{49296991-E429-8F26-461B-E8F20385B09D}"/>
          </ac:spMkLst>
        </pc:spChg>
        <pc:spChg chg="del mod ord">
          <ac:chgData name="Jeffrey Moe" userId="495852c6-9817-4bbb-9162-b2e8ad79383d" providerId="ADAL" clId="{D16546AF-B91A-486A-9954-7250C32D147A}" dt="2025-12-11T21:24:37.528" v="3375" actId="700"/>
          <ac:spMkLst>
            <pc:docMk/>
            <pc:sldMk cId="1616654993" sldId="308"/>
            <ac:spMk id="3" creationId="{BFFC6320-D4AE-3E58-1EA7-C3772842EA08}"/>
          </ac:spMkLst>
        </pc:spChg>
        <pc:spChg chg="add mod ord">
          <ac:chgData name="Jeffrey Moe" userId="495852c6-9817-4bbb-9162-b2e8ad79383d" providerId="ADAL" clId="{D16546AF-B91A-486A-9954-7250C32D147A}" dt="2025-12-11T21:24:49.798" v="3392" actId="26606"/>
          <ac:spMkLst>
            <pc:docMk/>
            <pc:sldMk cId="1616654993" sldId="308"/>
            <ac:spMk id="4" creationId="{4658786F-B314-D6AF-107F-6092D2E0424B}"/>
          </ac:spMkLst>
        </pc:spChg>
        <pc:spChg chg="add mod ord">
          <ac:chgData name="Jeffrey Moe" userId="495852c6-9817-4bbb-9162-b2e8ad79383d" providerId="ADAL" clId="{D16546AF-B91A-486A-9954-7250C32D147A}" dt="2025-12-11T21:24:49.798" v="3392" actId="26606"/>
          <ac:spMkLst>
            <pc:docMk/>
            <pc:sldMk cId="1616654993" sldId="308"/>
            <ac:spMk id="5" creationId="{53CE0BDD-C4B4-08A7-D1C6-DC793C283F38}"/>
          </ac:spMkLst>
        </pc:spChg>
        <pc:spChg chg="add">
          <ac:chgData name="Jeffrey Moe" userId="495852c6-9817-4bbb-9162-b2e8ad79383d" providerId="ADAL" clId="{D16546AF-B91A-486A-9954-7250C32D147A}" dt="2025-12-11T21:24:49.798" v="3392" actId="26606"/>
          <ac:spMkLst>
            <pc:docMk/>
            <pc:sldMk cId="1616654993" sldId="308"/>
            <ac:spMk id="10" creationId="{6F5A5072-7B47-4D32-B52A-4EBBF590B8A5}"/>
          </ac:spMkLst>
        </pc:spChg>
        <pc:spChg chg="add">
          <ac:chgData name="Jeffrey Moe" userId="495852c6-9817-4bbb-9162-b2e8ad79383d" providerId="ADAL" clId="{D16546AF-B91A-486A-9954-7250C32D147A}" dt="2025-12-11T21:24:49.798" v="3392" actId="26606"/>
          <ac:spMkLst>
            <pc:docMk/>
            <pc:sldMk cId="1616654993" sldId="308"/>
            <ac:spMk id="12" creationId="{9715DAF0-AE1B-46C9-8A6B-DB2AA05AB91D}"/>
          </ac:spMkLst>
        </pc:spChg>
        <pc:spChg chg="add">
          <ac:chgData name="Jeffrey Moe" userId="495852c6-9817-4bbb-9162-b2e8ad79383d" providerId="ADAL" clId="{D16546AF-B91A-486A-9954-7250C32D147A}" dt="2025-12-11T21:24:49.798" v="3392" actId="26606"/>
          <ac:spMkLst>
            <pc:docMk/>
            <pc:sldMk cId="1616654993" sldId="308"/>
            <ac:spMk id="14" creationId="{6016219D-510E-4184-9090-6D5578A87BD1}"/>
          </ac:spMkLst>
        </pc:spChg>
        <pc:spChg chg="add">
          <ac:chgData name="Jeffrey Moe" userId="495852c6-9817-4bbb-9162-b2e8ad79383d" providerId="ADAL" clId="{D16546AF-B91A-486A-9954-7250C32D147A}" dt="2025-12-11T21:24:49.798" v="3392" actId="26606"/>
          <ac:spMkLst>
            <pc:docMk/>
            <pc:sldMk cId="1616654993" sldId="308"/>
            <ac:spMk id="16" creationId="{AFF4A713-7B75-4B21-90D7-5AB19547C728}"/>
          </ac:spMkLst>
        </pc:spChg>
        <pc:spChg chg="add">
          <ac:chgData name="Jeffrey Moe" userId="495852c6-9817-4bbb-9162-b2e8ad79383d" providerId="ADAL" clId="{D16546AF-B91A-486A-9954-7250C32D147A}" dt="2025-12-11T21:24:49.798" v="3392" actId="26606"/>
          <ac:spMkLst>
            <pc:docMk/>
            <pc:sldMk cId="1616654993" sldId="308"/>
            <ac:spMk id="18" creationId="{DC631C0B-6DA6-4E57-8231-CE32B3434A7E}"/>
          </ac:spMkLst>
        </pc:spChg>
        <pc:spChg chg="add">
          <ac:chgData name="Jeffrey Moe" userId="495852c6-9817-4bbb-9162-b2e8ad79383d" providerId="ADAL" clId="{D16546AF-B91A-486A-9954-7250C32D147A}" dt="2025-12-11T21:24:49.798" v="3392" actId="26606"/>
          <ac:spMkLst>
            <pc:docMk/>
            <pc:sldMk cId="1616654993" sldId="308"/>
            <ac:spMk id="20" creationId="{C29501E6-A978-4A61-9689-9085AF97A53A}"/>
          </ac:spMkLst>
        </pc:spChg>
      </pc:sldChg>
    </pc:docChg>
  </pc:docChgLst>
  <pc:docChgLst>
    <pc:chgData name="Jeffrey Moe" userId="495852c6-9817-4bbb-9162-b2e8ad79383d" providerId="ADAL" clId="{45C24337-BC83-426E-8555-560DB5D20005}"/>
    <pc:docChg chg="undo redo custSel addSld delSld modSld sldOrd">
      <pc:chgData name="Jeffrey Moe" userId="495852c6-9817-4bbb-9162-b2e8ad79383d" providerId="ADAL" clId="{45C24337-BC83-426E-8555-560DB5D20005}" dt="2025-12-12T17:10:35.469" v="1355" actId="27636"/>
      <pc:docMkLst>
        <pc:docMk/>
      </pc:docMkLst>
      <pc:sldChg chg="addSp delSp modSp mod ord setBg">
        <pc:chgData name="Jeffrey Moe" userId="495852c6-9817-4bbb-9162-b2e8ad79383d" providerId="ADAL" clId="{45C24337-BC83-426E-8555-560DB5D20005}" dt="2025-12-12T15:26:27.199" v="635" actId="478"/>
        <pc:sldMkLst>
          <pc:docMk/>
          <pc:sldMk cId="1874964488" sldId="257"/>
        </pc:sldMkLst>
        <pc:spChg chg="mod">
          <ac:chgData name="Jeffrey Moe" userId="495852c6-9817-4bbb-9162-b2e8ad79383d" providerId="ADAL" clId="{45C24337-BC83-426E-8555-560DB5D20005}" dt="2025-12-12T14:34:16.214" v="231" actId="26606"/>
          <ac:spMkLst>
            <pc:docMk/>
            <pc:sldMk cId="1874964488" sldId="257"/>
            <ac:spMk id="2" creationId="{27E5B29A-1021-CB3F-DAFE-46A22D18DB62}"/>
          </ac:spMkLst>
        </pc:spChg>
        <pc:spChg chg="del mod">
          <ac:chgData name="Jeffrey Moe" userId="495852c6-9817-4bbb-9162-b2e8ad79383d" providerId="ADAL" clId="{45C24337-BC83-426E-8555-560DB5D20005}" dt="2025-12-12T15:26:27.199" v="635" actId="478"/>
          <ac:spMkLst>
            <pc:docMk/>
            <pc:sldMk cId="1874964488" sldId="257"/>
            <ac:spMk id="3" creationId="{3EDC3B68-2C57-6C8F-DE08-8215C5C0AA8B}"/>
          </ac:spMkLst>
        </pc:spChg>
        <pc:spChg chg="add">
          <ac:chgData name="Jeffrey Moe" userId="495852c6-9817-4bbb-9162-b2e8ad79383d" providerId="ADAL" clId="{45C24337-BC83-426E-8555-560DB5D20005}" dt="2025-12-12T14:34:16.214" v="231" actId="26606"/>
          <ac:spMkLst>
            <pc:docMk/>
            <pc:sldMk cId="1874964488" sldId="257"/>
            <ac:spMk id="19" creationId="{B50AB553-2A96-4A92-96F2-93548E096954}"/>
          </ac:spMkLst>
        </pc:spChg>
        <pc:graphicFrameChg chg="mod ord modGraphic">
          <ac:chgData name="Jeffrey Moe" userId="495852c6-9817-4bbb-9162-b2e8ad79383d" providerId="ADAL" clId="{45C24337-BC83-426E-8555-560DB5D20005}" dt="2025-12-12T14:34:16.214" v="231" actId="26606"/>
          <ac:graphicFrameMkLst>
            <pc:docMk/>
            <pc:sldMk cId="1874964488" sldId="257"/>
            <ac:graphicFrameMk id="14" creationId="{BCC797E1-6388-42BD-4BE4-9B5651AA9537}"/>
          </ac:graphicFrameMkLst>
        </pc:graphicFrameChg>
        <pc:picChg chg="mod ord">
          <ac:chgData name="Jeffrey Moe" userId="495852c6-9817-4bbb-9162-b2e8ad79383d" providerId="ADAL" clId="{45C24337-BC83-426E-8555-560DB5D20005}" dt="2025-12-12T14:34:16.214" v="231" actId="26606"/>
          <ac:picMkLst>
            <pc:docMk/>
            <pc:sldMk cId="1874964488" sldId="257"/>
            <ac:picMk id="7" creationId="{35BB6AD1-ED7C-F4AF-7D1D-F56E70A931FD}"/>
          </ac:picMkLst>
        </pc:picChg>
      </pc:sldChg>
      <pc:sldChg chg="addSp modSp mod ord setBg">
        <pc:chgData name="Jeffrey Moe" userId="495852c6-9817-4bbb-9162-b2e8ad79383d" providerId="ADAL" clId="{45C24337-BC83-426E-8555-560DB5D20005}" dt="2025-12-12T14:32:17.143" v="209" actId="122"/>
        <pc:sldMkLst>
          <pc:docMk/>
          <pc:sldMk cId="2308717995" sldId="258"/>
        </pc:sldMkLst>
        <pc:spChg chg="mod">
          <ac:chgData name="Jeffrey Moe" userId="495852c6-9817-4bbb-9162-b2e8ad79383d" providerId="ADAL" clId="{45C24337-BC83-426E-8555-560DB5D20005}" dt="2025-12-12T14:31:59.033" v="202" actId="26606"/>
          <ac:spMkLst>
            <pc:docMk/>
            <pc:sldMk cId="2308717995" sldId="258"/>
            <ac:spMk id="2" creationId="{52903A70-DEB9-6F1C-6B52-80379F882AE0}"/>
          </ac:spMkLst>
        </pc:spChg>
        <pc:spChg chg="mod">
          <ac:chgData name="Jeffrey Moe" userId="495852c6-9817-4bbb-9162-b2e8ad79383d" providerId="ADAL" clId="{45C24337-BC83-426E-8555-560DB5D20005}" dt="2025-12-12T14:32:17.143" v="209" actId="122"/>
          <ac:spMkLst>
            <pc:docMk/>
            <pc:sldMk cId="2308717995" sldId="258"/>
            <ac:spMk id="3" creationId="{6425402E-3548-DB12-192B-23962ABF5C76}"/>
          </ac:spMkLst>
        </pc:spChg>
        <pc:spChg chg="mod">
          <ac:chgData name="Jeffrey Moe" userId="495852c6-9817-4bbb-9162-b2e8ad79383d" providerId="ADAL" clId="{45C24337-BC83-426E-8555-560DB5D20005}" dt="2025-12-12T14:32:15.408" v="208" actId="122"/>
          <ac:spMkLst>
            <pc:docMk/>
            <pc:sldMk cId="2308717995" sldId="258"/>
            <ac:spMk id="4" creationId="{022E748E-853C-51AF-C50D-BAD73A163892}"/>
          </ac:spMkLst>
        </pc:spChg>
        <pc:spChg chg="add">
          <ac:chgData name="Jeffrey Moe" userId="495852c6-9817-4bbb-9162-b2e8ad79383d" providerId="ADAL" clId="{45C24337-BC83-426E-8555-560DB5D20005}" dt="2025-12-12T14:31:59.033" v="202" actId="26606"/>
          <ac:spMkLst>
            <pc:docMk/>
            <pc:sldMk cId="2308717995" sldId="258"/>
            <ac:spMk id="9" creationId="{428D436F-9ACD-4C92-AFC8-C934C527A6A4}"/>
          </ac:spMkLst>
        </pc:spChg>
        <pc:spChg chg="add">
          <ac:chgData name="Jeffrey Moe" userId="495852c6-9817-4bbb-9162-b2e8ad79383d" providerId="ADAL" clId="{45C24337-BC83-426E-8555-560DB5D20005}" dt="2025-12-12T14:31:59.033" v="202" actId="26606"/>
          <ac:spMkLst>
            <pc:docMk/>
            <pc:sldMk cId="2308717995" sldId="258"/>
            <ac:spMk id="11" creationId="{090538E0-A884-4E60-A6AB-77D830E2FCED}"/>
          </ac:spMkLst>
        </pc:spChg>
        <pc:spChg chg="add">
          <ac:chgData name="Jeffrey Moe" userId="495852c6-9817-4bbb-9162-b2e8ad79383d" providerId="ADAL" clId="{45C24337-BC83-426E-8555-560DB5D20005}" dt="2025-12-12T14:31:59.033" v="202" actId="26606"/>
          <ac:spMkLst>
            <pc:docMk/>
            <pc:sldMk cId="2308717995" sldId="258"/>
            <ac:spMk id="13" creationId="{DB0D7DD0-1C67-4D4C-9E06-678233DB8468}"/>
          </ac:spMkLst>
        </pc:spChg>
      </pc:sldChg>
      <pc:sldChg chg="modSp mod ord">
        <pc:chgData name="Jeffrey Moe" userId="495852c6-9817-4bbb-9162-b2e8ad79383d" providerId="ADAL" clId="{45C24337-BC83-426E-8555-560DB5D20005}" dt="2025-12-12T14:33:20.880" v="215" actId="122"/>
        <pc:sldMkLst>
          <pc:docMk/>
          <pc:sldMk cId="3625643313" sldId="259"/>
        </pc:sldMkLst>
        <pc:spChg chg="mod">
          <ac:chgData name="Jeffrey Moe" userId="495852c6-9817-4bbb-9162-b2e8ad79383d" providerId="ADAL" clId="{45C24337-BC83-426E-8555-560DB5D20005}" dt="2025-12-12T14:33:20.880" v="215" actId="122"/>
          <ac:spMkLst>
            <pc:docMk/>
            <pc:sldMk cId="3625643313" sldId="259"/>
            <ac:spMk id="3" creationId="{3A010954-199D-D2CD-65E6-853FDA33CB7F}"/>
          </ac:spMkLst>
        </pc:spChg>
        <pc:picChg chg="mod">
          <ac:chgData name="Jeffrey Moe" userId="495852c6-9817-4bbb-9162-b2e8ad79383d" providerId="ADAL" clId="{45C24337-BC83-426E-8555-560DB5D20005}" dt="2025-12-12T14:33:18.084" v="214" actId="1076"/>
          <ac:picMkLst>
            <pc:docMk/>
            <pc:sldMk cId="3625643313" sldId="259"/>
            <ac:picMk id="7" creationId="{B9B8B860-5CF3-6635-2BCE-FCFB1E113F7E}"/>
          </ac:picMkLst>
        </pc:picChg>
      </pc:sldChg>
      <pc:sldChg chg="ord">
        <pc:chgData name="Jeffrey Moe" userId="495852c6-9817-4bbb-9162-b2e8ad79383d" providerId="ADAL" clId="{45C24337-BC83-426E-8555-560DB5D20005}" dt="2025-12-12T14:19:45.280" v="100"/>
        <pc:sldMkLst>
          <pc:docMk/>
          <pc:sldMk cId="2988519108" sldId="260"/>
        </pc:sldMkLst>
      </pc:sldChg>
      <pc:sldChg chg="addSp modSp mod setBg">
        <pc:chgData name="Jeffrey Moe" userId="495852c6-9817-4bbb-9162-b2e8ad79383d" providerId="ADAL" clId="{45C24337-BC83-426E-8555-560DB5D20005}" dt="2025-12-12T14:33:52.999" v="230" actId="27636"/>
        <pc:sldMkLst>
          <pc:docMk/>
          <pc:sldMk cId="2350124706" sldId="261"/>
        </pc:sldMkLst>
        <pc:spChg chg="mod">
          <ac:chgData name="Jeffrey Moe" userId="495852c6-9817-4bbb-9162-b2e8ad79383d" providerId="ADAL" clId="{45C24337-BC83-426E-8555-560DB5D20005}" dt="2025-12-12T14:33:36.832" v="216" actId="26606"/>
          <ac:spMkLst>
            <pc:docMk/>
            <pc:sldMk cId="2350124706" sldId="261"/>
            <ac:spMk id="2" creationId="{D57E44BC-D5F1-C09C-C074-CAFC9C59825A}"/>
          </ac:spMkLst>
        </pc:spChg>
        <pc:spChg chg="mod ord">
          <ac:chgData name="Jeffrey Moe" userId="495852c6-9817-4bbb-9162-b2e8ad79383d" providerId="ADAL" clId="{45C24337-BC83-426E-8555-560DB5D20005}" dt="2025-12-12T14:33:52.999" v="230" actId="27636"/>
          <ac:spMkLst>
            <pc:docMk/>
            <pc:sldMk cId="2350124706" sldId="261"/>
            <ac:spMk id="3" creationId="{3CBB3777-9E34-BF70-53EF-402A03A6B27E}"/>
          </ac:spMkLst>
        </pc:spChg>
        <pc:spChg chg="add">
          <ac:chgData name="Jeffrey Moe" userId="495852c6-9817-4bbb-9162-b2e8ad79383d" providerId="ADAL" clId="{45C24337-BC83-426E-8555-560DB5D20005}" dt="2025-12-12T14:33:36.832" v="216" actId="26606"/>
          <ac:spMkLst>
            <pc:docMk/>
            <pc:sldMk cId="2350124706" sldId="261"/>
            <ac:spMk id="2055" creationId="{66E48AFA-8884-4F68-A44F-D2C1E8609C5A}"/>
          </ac:spMkLst>
        </pc:spChg>
        <pc:spChg chg="add">
          <ac:chgData name="Jeffrey Moe" userId="495852c6-9817-4bbb-9162-b2e8ad79383d" providerId="ADAL" clId="{45C24337-BC83-426E-8555-560DB5D20005}" dt="2025-12-12T14:33:36.832" v="216" actId="26606"/>
          <ac:spMkLst>
            <pc:docMk/>
            <pc:sldMk cId="2350124706" sldId="261"/>
            <ac:spMk id="2057" creationId="{969D19A6-08CB-498C-93EC-3FFB021FC68A}"/>
          </ac:spMkLst>
        </pc:spChg>
        <pc:picChg chg="mod">
          <ac:chgData name="Jeffrey Moe" userId="495852c6-9817-4bbb-9162-b2e8ad79383d" providerId="ADAL" clId="{45C24337-BC83-426E-8555-560DB5D20005}" dt="2025-12-12T14:33:36.832" v="216" actId="26606"/>
          <ac:picMkLst>
            <pc:docMk/>
            <pc:sldMk cId="2350124706" sldId="261"/>
            <ac:picMk id="2050" creationId="{0F02C6EA-9A0F-B63A-57E3-DEBF7480711C}"/>
          </ac:picMkLst>
        </pc:picChg>
      </pc:sldChg>
      <pc:sldChg chg="ord">
        <pc:chgData name="Jeffrey Moe" userId="495852c6-9817-4bbb-9162-b2e8ad79383d" providerId="ADAL" clId="{45C24337-BC83-426E-8555-560DB5D20005}" dt="2025-12-12T14:19:56.954" v="104"/>
        <pc:sldMkLst>
          <pc:docMk/>
          <pc:sldMk cId="4121047020" sldId="262"/>
        </pc:sldMkLst>
      </pc:sldChg>
      <pc:sldChg chg="addSp modSp mod ord setBg">
        <pc:chgData name="Jeffrey Moe" userId="495852c6-9817-4bbb-9162-b2e8ad79383d" providerId="ADAL" clId="{45C24337-BC83-426E-8555-560DB5D20005}" dt="2025-12-12T15:49:37.956" v="957" actId="122"/>
        <pc:sldMkLst>
          <pc:docMk/>
          <pc:sldMk cId="3801170291" sldId="263"/>
        </pc:sldMkLst>
        <pc:spChg chg="mod">
          <ac:chgData name="Jeffrey Moe" userId="495852c6-9817-4bbb-9162-b2e8ad79383d" providerId="ADAL" clId="{45C24337-BC83-426E-8555-560DB5D20005}" dt="2025-12-12T15:49:35.755" v="955" actId="122"/>
          <ac:spMkLst>
            <pc:docMk/>
            <pc:sldMk cId="3801170291" sldId="263"/>
            <ac:spMk id="3" creationId="{60AE2E92-FC7A-D363-417C-9758BC4C7936}"/>
          </ac:spMkLst>
        </pc:spChg>
        <pc:spChg chg="mod">
          <ac:chgData name="Jeffrey Moe" userId="495852c6-9817-4bbb-9162-b2e8ad79383d" providerId="ADAL" clId="{45C24337-BC83-426E-8555-560DB5D20005}" dt="2025-12-12T15:49:37.956" v="957" actId="122"/>
          <ac:spMkLst>
            <pc:docMk/>
            <pc:sldMk cId="3801170291" sldId="263"/>
            <ac:spMk id="4" creationId="{A833A071-4F3D-23AF-51B7-7012D5FFA33A}"/>
          </ac:spMkLst>
        </pc:spChg>
        <pc:spChg chg="add">
          <ac:chgData name="Jeffrey Moe" userId="495852c6-9817-4bbb-9162-b2e8ad79383d" providerId="ADAL" clId="{45C24337-BC83-426E-8555-560DB5D20005}" dt="2025-12-12T15:49:05.865" v="936" actId="26606"/>
          <ac:spMkLst>
            <pc:docMk/>
            <pc:sldMk cId="3801170291" sldId="263"/>
            <ac:spMk id="9" creationId="{8CA06CD6-90CA-4C45-856C-6771339E1E22}"/>
          </ac:spMkLst>
        </pc:spChg>
        <pc:cxnChg chg="add">
          <ac:chgData name="Jeffrey Moe" userId="495852c6-9817-4bbb-9162-b2e8ad79383d" providerId="ADAL" clId="{45C24337-BC83-426E-8555-560DB5D20005}" dt="2025-12-12T15:49:05.865" v="936" actId="26606"/>
          <ac:cxnSpMkLst>
            <pc:docMk/>
            <pc:sldMk cId="3801170291" sldId="263"/>
            <ac:cxnSpMk id="11" creationId="{5021601D-2758-4B15-A31C-FDA184C51B3A}"/>
          </ac:cxnSpMkLst>
        </pc:cxnChg>
      </pc:sldChg>
      <pc:sldChg chg="del">
        <pc:chgData name="Jeffrey Moe" userId="495852c6-9817-4bbb-9162-b2e8ad79383d" providerId="ADAL" clId="{45C24337-BC83-426E-8555-560DB5D20005}" dt="2025-12-12T14:35:22.146" v="232" actId="2696"/>
        <pc:sldMkLst>
          <pc:docMk/>
          <pc:sldMk cId="1019741087" sldId="264"/>
        </pc:sldMkLst>
      </pc:sldChg>
      <pc:sldChg chg="addSp modSp add mod setBg">
        <pc:chgData name="Jeffrey Moe" userId="495852c6-9817-4bbb-9162-b2e8ad79383d" providerId="ADAL" clId="{45C24337-BC83-426E-8555-560DB5D20005}" dt="2025-12-12T15:25:49.506" v="631" actId="27636"/>
        <pc:sldMkLst>
          <pc:docMk/>
          <pc:sldMk cId="1724412068" sldId="264"/>
        </pc:sldMkLst>
        <pc:spChg chg="mod">
          <ac:chgData name="Jeffrey Moe" userId="495852c6-9817-4bbb-9162-b2e8ad79383d" providerId="ADAL" clId="{45C24337-BC83-426E-8555-560DB5D20005}" dt="2025-12-12T15:19:26.364" v="509" actId="27636"/>
          <ac:spMkLst>
            <pc:docMk/>
            <pc:sldMk cId="1724412068" sldId="264"/>
            <ac:spMk id="2" creationId="{4A2D3361-5BDC-C334-8403-88D0092DD419}"/>
          </ac:spMkLst>
        </pc:spChg>
        <pc:spChg chg="mod">
          <ac:chgData name="Jeffrey Moe" userId="495852c6-9817-4bbb-9162-b2e8ad79383d" providerId="ADAL" clId="{45C24337-BC83-426E-8555-560DB5D20005}" dt="2025-12-12T15:25:49.506" v="631" actId="27636"/>
          <ac:spMkLst>
            <pc:docMk/>
            <pc:sldMk cId="1724412068" sldId="264"/>
            <ac:spMk id="3" creationId="{DE93BA87-AD30-7678-89D4-FAFD5F390D5C}"/>
          </ac:spMkLst>
        </pc:spChg>
        <pc:spChg chg="add">
          <ac:chgData name="Jeffrey Moe" userId="495852c6-9817-4bbb-9162-b2e8ad79383d" providerId="ADAL" clId="{45C24337-BC83-426E-8555-560DB5D20005}" dt="2025-12-12T14:53:50.465" v="322" actId="26606"/>
          <ac:spMkLst>
            <pc:docMk/>
            <pc:sldMk cId="1724412068" sldId="264"/>
            <ac:spMk id="9" creationId="{1A95671B-3CC6-4792-9114-B74FAEA224E6}"/>
          </ac:spMkLst>
        </pc:spChg>
        <pc:graphicFrameChg chg="add mod modGraphic">
          <ac:chgData name="Jeffrey Moe" userId="495852c6-9817-4bbb-9162-b2e8ad79383d" providerId="ADAL" clId="{45C24337-BC83-426E-8555-560DB5D20005}" dt="2025-12-12T15:05:23.824" v="506" actId="207"/>
          <ac:graphicFrameMkLst>
            <pc:docMk/>
            <pc:sldMk cId="1724412068" sldId="264"/>
            <ac:graphicFrameMk id="4" creationId="{C5D8E325-753B-CBEC-FF1B-0E83A556A382}"/>
          </ac:graphicFrameMkLst>
        </pc:graphicFrameChg>
      </pc:sldChg>
      <pc:sldChg chg="del">
        <pc:chgData name="Jeffrey Moe" userId="495852c6-9817-4bbb-9162-b2e8ad79383d" providerId="ADAL" clId="{45C24337-BC83-426E-8555-560DB5D20005}" dt="2025-12-12T14:35:22.146" v="232" actId="2696"/>
        <pc:sldMkLst>
          <pc:docMk/>
          <pc:sldMk cId="3211367045" sldId="265"/>
        </pc:sldMkLst>
      </pc:sldChg>
      <pc:sldChg chg="delSp add mod">
        <pc:chgData name="Jeffrey Moe" userId="495852c6-9817-4bbb-9162-b2e8ad79383d" providerId="ADAL" clId="{45C24337-BC83-426E-8555-560DB5D20005}" dt="2025-12-12T15:28:25.014" v="646" actId="478"/>
        <pc:sldMkLst>
          <pc:docMk/>
          <pc:sldMk cId="3273116915" sldId="265"/>
        </pc:sldMkLst>
        <pc:spChg chg="del">
          <ac:chgData name="Jeffrey Moe" userId="495852c6-9817-4bbb-9162-b2e8ad79383d" providerId="ADAL" clId="{45C24337-BC83-426E-8555-560DB5D20005}" dt="2025-12-12T15:28:25.014" v="646" actId="478"/>
          <ac:spMkLst>
            <pc:docMk/>
            <pc:sldMk cId="3273116915" sldId="265"/>
            <ac:spMk id="4" creationId="{C5691A1B-DEBF-4175-A12D-DF6ADE4446FB}"/>
          </ac:spMkLst>
        </pc:spChg>
      </pc:sldChg>
      <pc:sldChg chg="delSp add mod">
        <pc:chgData name="Jeffrey Moe" userId="495852c6-9817-4bbb-9162-b2e8ad79383d" providerId="ADAL" clId="{45C24337-BC83-426E-8555-560DB5D20005}" dt="2025-12-12T15:28:21.584" v="645" actId="478"/>
        <pc:sldMkLst>
          <pc:docMk/>
          <pc:sldMk cId="526645717" sldId="266"/>
        </pc:sldMkLst>
        <pc:spChg chg="del">
          <ac:chgData name="Jeffrey Moe" userId="495852c6-9817-4bbb-9162-b2e8ad79383d" providerId="ADAL" clId="{45C24337-BC83-426E-8555-560DB5D20005}" dt="2025-12-12T15:28:21.584" v="645" actId="478"/>
          <ac:spMkLst>
            <pc:docMk/>
            <pc:sldMk cId="526645717" sldId="266"/>
            <ac:spMk id="4" creationId="{286DD01B-09F7-18BB-1C15-BA67A69572DA}"/>
          </ac:spMkLst>
        </pc:spChg>
      </pc:sldChg>
      <pc:sldChg chg="del">
        <pc:chgData name="Jeffrey Moe" userId="495852c6-9817-4bbb-9162-b2e8ad79383d" providerId="ADAL" clId="{45C24337-BC83-426E-8555-560DB5D20005}" dt="2025-12-12T14:35:22.146" v="232" actId="2696"/>
        <pc:sldMkLst>
          <pc:docMk/>
          <pc:sldMk cId="1127353735" sldId="266"/>
        </pc:sldMkLst>
      </pc:sldChg>
      <pc:sldChg chg="addSp modSp mod ord setBg">
        <pc:chgData name="Jeffrey Moe" userId="495852c6-9817-4bbb-9162-b2e8ad79383d" providerId="ADAL" clId="{45C24337-BC83-426E-8555-560DB5D20005}" dt="2025-12-12T14:32:27.044" v="210" actId="26606"/>
        <pc:sldMkLst>
          <pc:docMk/>
          <pc:sldMk cId="2991012105" sldId="267"/>
        </pc:sldMkLst>
        <pc:spChg chg="mod">
          <ac:chgData name="Jeffrey Moe" userId="495852c6-9817-4bbb-9162-b2e8ad79383d" providerId="ADAL" clId="{45C24337-BC83-426E-8555-560DB5D20005}" dt="2025-12-12T14:32:27.044" v="210" actId="26606"/>
          <ac:spMkLst>
            <pc:docMk/>
            <pc:sldMk cId="2991012105" sldId="267"/>
            <ac:spMk id="2" creationId="{2636B38E-0D23-ADA7-8C67-A639F1B12D8C}"/>
          </ac:spMkLst>
        </pc:spChg>
        <pc:spChg chg="mod ord">
          <ac:chgData name="Jeffrey Moe" userId="495852c6-9817-4bbb-9162-b2e8ad79383d" providerId="ADAL" clId="{45C24337-BC83-426E-8555-560DB5D20005}" dt="2025-12-12T14:32:27.044" v="210" actId="26606"/>
          <ac:spMkLst>
            <pc:docMk/>
            <pc:sldMk cId="2991012105" sldId="267"/>
            <ac:spMk id="3" creationId="{F1BCD987-2FCC-2134-DFE0-1E52BF597A22}"/>
          </ac:spMkLst>
        </pc:spChg>
        <pc:spChg chg="add">
          <ac:chgData name="Jeffrey Moe" userId="495852c6-9817-4bbb-9162-b2e8ad79383d" providerId="ADAL" clId="{45C24337-BC83-426E-8555-560DB5D20005}" dt="2025-12-12T14:32:27.044" v="210" actId="26606"/>
          <ac:spMkLst>
            <pc:docMk/>
            <pc:sldMk cId="2991012105" sldId="267"/>
            <ac:spMk id="1031" creationId="{2596F992-698C-48C0-9D89-70DA4CE927EF}"/>
          </ac:spMkLst>
        </pc:spChg>
        <pc:spChg chg="add">
          <ac:chgData name="Jeffrey Moe" userId="495852c6-9817-4bbb-9162-b2e8ad79383d" providerId="ADAL" clId="{45C24337-BC83-426E-8555-560DB5D20005}" dt="2025-12-12T14:32:27.044" v="210" actId="26606"/>
          <ac:spMkLst>
            <pc:docMk/>
            <pc:sldMk cId="2991012105" sldId="267"/>
            <ac:spMk id="1033" creationId="{E7BFF8DC-0AE7-4AD2-9B28-2E5F26D62C30}"/>
          </ac:spMkLst>
        </pc:spChg>
        <pc:spChg chg="add">
          <ac:chgData name="Jeffrey Moe" userId="495852c6-9817-4bbb-9162-b2e8ad79383d" providerId="ADAL" clId="{45C24337-BC83-426E-8555-560DB5D20005}" dt="2025-12-12T14:32:27.044" v="210" actId="26606"/>
          <ac:spMkLst>
            <pc:docMk/>
            <pc:sldMk cId="2991012105" sldId="267"/>
            <ac:spMk id="1035" creationId="{7E0162AD-C6E5-4BF8-A453-76ADB36877D3}"/>
          </ac:spMkLst>
        </pc:spChg>
        <pc:picChg chg="mod">
          <ac:chgData name="Jeffrey Moe" userId="495852c6-9817-4bbb-9162-b2e8ad79383d" providerId="ADAL" clId="{45C24337-BC83-426E-8555-560DB5D20005}" dt="2025-12-12T14:32:27.044" v="210" actId="26606"/>
          <ac:picMkLst>
            <pc:docMk/>
            <pc:sldMk cId="2991012105" sldId="267"/>
            <ac:picMk id="1026" creationId="{6AE6B9C6-8920-E9FC-6616-87F60365886E}"/>
          </ac:picMkLst>
        </pc:picChg>
      </pc:sldChg>
      <pc:sldChg chg="del">
        <pc:chgData name="Jeffrey Moe" userId="495852c6-9817-4bbb-9162-b2e8ad79383d" providerId="ADAL" clId="{45C24337-BC83-426E-8555-560DB5D20005}" dt="2025-12-12T14:35:22.146" v="232" actId="2696"/>
        <pc:sldMkLst>
          <pc:docMk/>
          <pc:sldMk cId="173908006" sldId="268"/>
        </pc:sldMkLst>
      </pc:sldChg>
      <pc:sldChg chg="addSp delSp modSp add del mod setBg">
        <pc:chgData name="Jeffrey Moe" userId="495852c6-9817-4bbb-9162-b2e8ad79383d" providerId="ADAL" clId="{45C24337-BC83-426E-8555-560DB5D20005}" dt="2025-12-12T15:45:10.925" v="897" actId="2696"/>
        <pc:sldMkLst>
          <pc:docMk/>
          <pc:sldMk cId="3434809731" sldId="268"/>
        </pc:sldMkLst>
        <pc:spChg chg="mod">
          <ac:chgData name="Jeffrey Moe" userId="495852c6-9817-4bbb-9162-b2e8ad79383d" providerId="ADAL" clId="{45C24337-BC83-426E-8555-560DB5D20005}" dt="2025-12-12T15:29:11.733" v="648" actId="26606"/>
          <ac:spMkLst>
            <pc:docMk/>
            <pc:sldMk cId="3434809731" sldId="268"/>
            <ac:spMk id="2" creationId="{F4A77B18-8CBD-4BA9-A385-27E0538A3C05}"/>
          </ac:spMkLst>
        </pc:spChg>
        <pc:spChg chg="mod">
          <ac:chgData name="Jeffrey Moe" userId="495852c6-9817-4bbb-9162-b2e8ad79383d" providerId="ADAL" clId="{45C24337-BC83-426E-8555-560DB5D20005}" dt="2025-12-12T15:29:11.733" v="648" actId="26606"/>
          <ac:spMkLst>
            <pc:docMk/>
            <pc:sldMk cId="3434809731" sldId="268"/>
            <ac:spMk id="3" creationId="{44F2B37E-270E-8BE0-6DF0-E055FBE34486}"/>
          </ac:spMkLst>
        </pc:spChg>
        <pc:spChg chg="del mod">
          <ac:chgData name="Jeffrey Moe" userId="495852c6-9817-4bbb-9162-b2e8ad79383d" providerId="ADAL" clId="{45C24337-BC83-426E-8555-560DB5D20005}" dt="2025-12-12T15:29:22.708" v="650" actId="478"/>
          <ac:spMkLst>
            <pc:docMk/>
            <pc:sldMk cId="3434809731" sldId="268"/>
            <ac:spMk id="4" creationId="{C50DF05A-23E5-2BBF-0DEA-1DCA08061552}"/>
          </ac:spMkLst>
        </pc:spChg>
        <pc:spChg chg="add">
          <ac:chgData name="Jeffrey Moe" userId="495852c6-9817-4bbb-9162-b2e8ad79383d" providerId="ADAL" clId="{45C24337-BC83-426E-8555-560DB5D20005}" dt="2025-12-12T15:29:11.733" v="648" actId="26606"/>
          <ac:spMkLst>
            <pc:docMk/>
            <pc:sldMk cId="3434809731" sldId="268"/>
            <ac:spMk id="9" creationId="{E92FEB64-6EEA-4759-B4A4-BD2C1E660BA8}"/>
          </ac:spMkLst>
        </pc:spChg>
        <pc:spChg chg="add">
          <ac:chgData name="Jeffrey Moe" userId="495852c6-9817-4bbb-9162-b2e8ad79383d" providerId="ADAL" clId="{45C24337-BC83-426E-8555-560DB5D20005}" dt="2025-12-12T15:29:11.733" v="648" actId="26606"/>
          <ac:spMkLst>
            <pc:docMk/>
            <pc:sldMk cId="3434809731" sldId="268"/>
            <ac:spMk id="11" creationId="{B10BB131-AC8E-4A8E-A5D1-36260F720C3B}"/>
          </ac:spMkLst>
        </pc:spChg>
        <pc:spChg chg="add">
          <ac:chgData name="Jeffrey Moe" userId="495852c6-9817-4bbb-9162-b2e8ad79383d" providerId="ADAL" clId="{45C24337-BC83-426E-8555-560DB5D20005}" dt="2025-12-12T15:29:11.733" v="648" actId="26606"/>
          <ac:spMkLst>
            <pc:docMk/>
            <pc:sldMk cId="3434809731" sldId="268"/>
            <ac:spMk id="13" creationId="{14847E93-7DC1-4D4B-8829-B19AA7137C50}"/>
          </ac:spMkLst>
        </pc:spChg>
        <pc:spChg chg="add">
          <ac:chgData name="Jeffrey Moe" userId="495852c6-9817-4bbb-9162-b2e8ad79383d" providerId="ADAL" clId="{45C24337-BC83-426E-8555-560DB5D20005}" dt="2025-12-12T15:29:11.733" v="648" actId="26606"/>
          <ac:spMkLst>
            <pc:docMk/>
            <pc:sldMk cId="3434809731" sldId="268"/>
            <ac:spMk id="17" creationId="{9F835A99-04AC-494A-A572-AFE8413CC938}"/>
          </ac:spMkLst>
        </pc:spChg>
        <pc:spChg chg="add">
          <ac:chgData name="Jeffrey Moe" userId="495852c6-9817-4bbb-9162-b2e8ad79383d" providerId="ADAL" clId="{45C24337-BC83-426E-8555-560DB5D20005}" dt="2025-12-12T15:29:11.733" v="648" actId="26606"/>
          <ac:spMkLst>
            <pc:docMk/>
            <pc:sldMk cId="3434809731" sldId="268"/>
            <ac:spMk id="19" creationId="{7B786209-1B0B-4CA9-9BDD-F7327066A84D}"/>
          </ac:spMkLst>
        </pc:spChg>
        <pc:spChg chg="add">
          <ac:chgData name="Jeffrey Moe" userId="495852c6-9817-4bbb-9162-b2e8ad79383d" providerId="ADAL" clId="{45C24337-BC83-426E-8555-560DB5D20005}" dt="2025-12-12T15:29:11.733" v="648" actId="26606"/>
          <ac:spMkLst>
            <pc:docMk/>
            <pc:sldMk cId="3434809731" sldId="268"/>
            <ac:spMk id="21" creationId="{2D2964BB-484D-45AE-AD66-D407D0629652}"/>
          </ac:spMkLst>
        </pc:spChg>
        <pc:spChg chg="add">
          <ac:chgData name="Jeffrey Moe" userId="495852c6-9817-4bbb-9162-b2e8ad79383d" providerId="ADAL" clId="{45C24337-BC83-426E-8555-560DB5D20005}" dt="2025-12-12T15:29:11.733" v="648" actId="26606"/>
          <ac:spMkLst>
            <pc:docMk/>
            <pc:sldMk cId="3434809731" sldId="268"/>
            <ac:spMk id="23" creationId="{6691AC69-A76E-4DAB-B565-468B6B87ACF3}"/>
          </ac:spMkLst>
        </pc:spChg>
      </pc:sldChg>
      <pc:sldChg chg="addSp delSp modSp add mod setBg delDesignElem">
        <pc:chgData name="Jeffrey Moe" userId="495852c6-9817-4bbb-9162-b2e8ad79383d" providerId="ADAL" clId="{45C24337-BC83-426E-8555-560DB5D20005}" dt="2025-12-12T15:45:26.673" v="903" actId="26606"/>
        <pc:sldMkLst>
          <pc:docMk/>
          <pc:sldMk cId="3758195492" sldId="268"/>
        </pc:sldMkLst>
        <pc:spChg chg="mod">
          <ac:chgData name="Jeffrey Moe" userId="495852c6-9817-4bbb-9162-b2e8ad79383d" providerId="ADAL" clId="{45C24337-BC83-426E-8555-560DB5D20005}" dt="2025-12-12T15:45:26.673" v="903" actId="26606"/>
          <ac:spMkLst>
            <pc:docMk/>
            <pc:sldMk cId="3758195492" sldId="268"/>
            <ac:spMk id="2" creationId="{F4A77B18-8CBD-4BA9-A385-27E0538A3C05}"/>
          </ac:spMkLst>
        </pc:spChg>
        <pc:spChg chg="mod">
          <ac:chgData name="Jeffrey Moe" userId="495852c6-9817-4bbb-9162-b2e8ad79383d" providerId="ADAL" clId="{45C24337-BC83-426E-8555-560DB5D20005}" dt="2025-12-12T15:45:26.673" v="903" actId="26606"/>
          <ac:spMkLst>
            <pc:docMk/>
            <pc:sldMk cId="3758195492" sldId="268"/>
            <ac:spMk id="3" creationId="{44F2B37E-270E-8BE0-6DF0-E055FBE34486}"/>
          </ac:spMkLst>
        </pc:spChg>
        <pc:spChg chg="add">
          <ac:chgData name="Jeffrey Moe" userId="495852c6-9817-4bbb-9162-b2e8ad79383d" providerId="ADAL" clId="{45C24337-BC83-426E-8555-560DB5D20005}" dt="2025-12-12T15:45:26.673" v="903" actId="26606"/>
          <ac:spMkLst>
            <pc:docMk/>
            <pc:sldMk cId="3758195492" sldId="268"/>
            <ac:spMk id="8" creationId="{907EF6B7-1338-4443-8C46-6A318D952DFD}"/>
          </ac:spMkLst>
        </pc:spChg>
        <pc:spChg chg="del">
          <ac:chgData name="Jeffrey Moe" userId="495852c6-9817-4bbb-9162-b2e8ad79383d" providerId="ADAL" clId="{45C24337-BC83-426E-8555-560DB5D20005}" dt="2025-12-12T15:45:15.432" v="901"/>
          <ac:spMkLst>
            <pc:docMk/>
            <pc:sldMk cId="3758195492" sldId="268"/>
            <ac:spMk id="9" creationId="{E92FEB64-6EEA-4759-B4A4-BD2C1E660BA8}"/>
          </ac:spMkLst>
        </pc:spChg>
        <pc:spChg chg="add">
          <ac:chgData name="Jeffrey Moe" userId="495852c6-9817-4bbb-9162-b2e8ad79383d" providerId="ADAL" clId="{45C24337-BC83-426E-8555-560DB5D20005}" dt="2025-12-12T15:45:26.673" v="903" actId="26606"/>
          <ac:spMkLst>
            <pc:docMk/>
            <pc:sldMk cId="3758195492" sldId="268"/>
            <ac:spMk id="10" creationId="{DAAE4CDD-124C-4DCF-9584-B6033B545DD5}"/>
          </ac:spMkLst>
        </pc:spChg>
        <pc:spChg chg="del">
          <ac:chgData name="Jeffrey Moe" userId="495852c6-9817-4bbb-9162-b2e8ad79383d" providerId="ADAL" clId="{45C24337-BC83-426E-8555-560DB5D20005}" dt="2025-12-12T15:45:15.432" v="901"/>
          <ac:spMkLst>
            <pc:docMk/>
            <pc:sldMk cId="3758195492" sldId="268"/>
            <ac:spMk id="11" creationId="{B10BB131-AC8E-4A8E-A5D1-36260F720C3B}"/>
          </ac:spMkLst>
        </pc:spChg>
        <pc:spChg chg="add">
          <ac:chgData name="Jeffrey Moe" userId="495852c6-9817-4bbb-9162-b2e8ad79383d" providerId="ADAL" clId="{45C24337-BC83-426E-8555-560DB5D20005}" dt="2025-12-12T15:45:26.673" v="903" actId="26606"/>
          <ac:spMkLst>
            <pc:docMk/>
            <pc:sldMk cId="3758195492" sldId="268"/>
            <ac:spMk id="12" creationId="{081E4A58-353D-44AE-B2FC-2A74E2E400F7}"/>
          </ac:spMkLst>
        </pc:spChg>
        <pc:spChg chg="del">
          <ac:chgData name="Jeffrey Moe" userId="495852c6-9817-4bbb-9162-b2e8ad79383d" providerId="ADAL" clId="{45C24337-BC83-426E-8555-560DB5D20005}" dt="2025-12-12T15:45:15.432" v="901"/>
          <ac:spMkLst>
            <pc:docMk/>
            <pc:sldMk cId="3758195492" sldId="268"/>
            <ac:spMk id="13" creationId="{14847E93-7DC1-4D4B-8829-B19AA7137C50}"/>
          </ac:spMkLst>
        </pc:spChg>
        <pc:spChg chg="del">
          <ac:chgData name="Jeffrey Moe" userId="495852c6-9817-4bbb-9162-b2e8ad79383d" providerId="ADAL" clId="{45C24337-BC83-426E-8555-560DB5D20005}" dt="2025-12-12T15:45:15.432" v="901"/>
          <ac:spMkLst>
            <pc:docMk/>
            <pc:sldMk cId="3758195492" sldId="268"/>
            <ac:spMk id="15" creationId="{5566D6E1-03A1-4D73-A4E0-35D74D568A04}"/>
          </ac:spMkLst>
        </pc:spChg>
        <pc:spChg chg="del">
          <ac:chgData name="Jeffrey Moe" userId="495852c6-9817-4bbb-9162-b2e8ad79383d" providerId="ADAL" clId="{45C24337-BC83-426E-8555-560DB5D20005}" dt="2025-12-12T15:45:15.432" v="901"/>
          <ac:spMkLst>
            <pc:docMk/>
            <pc:sldMk cId="3758195492" sldId="268"/>
            <ac:spMk id="17" creationId="{9F835A99-04AC-494A-A572-AFE8413CC938}"/>
          </ac:spMkLst>
        </pc:spChg>
        <pc:spChg chg="del">
          <ac:chgData name="Jeffrey Moe" userId="495852c6-9817-4bbb-9162-b2e8ad79383d" providerId="ADAL" clId="{45C24337-BC83-426E-8555-560DB5D20005}" dt="2025-12-12T15:45:15.432" v="901"/>
          <ac:spMkLst>
            <pc:docMk/>
            <pc:sldMk cId="3758195492" sldId="268"/>
            <ac:spMk id="19" creationId="{7B786209-1B0B-4CA9-9BDD-F7327066A84D}"/>
          </ac:spMkLst>
        </pc:spChg>
        <pc:spChg chg="del">
          <ac:chgData name="Jeffrey Moe" userId="495852c6-9817-4bbb-9162-b2e8ad79383d" providerId="ADAL" clId="{45C24337-BC83-426E-8555-560DB5D20005}" dt="2025-12-12T15:45:15.432" v="901"/>
          <ac:spMkLst>
            <pc:docMk/>
            <pc:sldMk cId="3758195492" sldId="268"/>
            <ac:spMk id="21" creationId="{2D2964BB-484D-45AE-AD66-D407D0629652}"/>
          </ac:spMkLst>
        </pc:spChg>
        <pc:spChg chg="del">
          <ac:chgData name="Jeffrey Moe" userId="495852c6-9817-4bbb-9162-b2e8ad79383d" providerId="ADAL" clId="{45C24337-BC83-426E-8555-560DB5D20005}" dt="2025-12-12T15:45:15.432" v="901"/>
          <ac:spMkLst>
            <pc:docMk/>
            <pc:sldMk cId="3758195492" sldId="268"/>
            <ac:spMk id="23" creationId="{6691AC69-A76E-4DAB-B565-468B6B87ACF3}"/>
          </ac:spMkLst>
        </pc:spChg>
      </pc:sldChg>
      <pc:sldChg chg="addSp delSp modSp add del mod setBg">
        <pc:chgData name="Jeffrey Moe" userId="495852c6-9817-4bbb-9162-b2e8ad79383d" providerId="ADAL" clId="{45C24337-BC83-426E-8555-560DB5D20005}" dt="2025-12-12T15:45:10.925" v="897" actId="2696"/>
        <pc:sldMkLst>
          <pc:docMk/>
          <pc:sldMk cId="2186481809" sldId="269"/>
        </pc:sldMkLst>
        <pc:spChg chg="mod">
          <ac:chgData name="Jeffrey Moe" userId="495852c6-9817-4bbb-9162-b2e8ad79383d" providerId="ADAL" clId="{45C24337-BC83-426E-8555-560DB5D20005}" dt="2025-12-12T15:29:14.569" v="649" actId="26606"/>
          <ac:spMkLst>
            <pc:docMk/>
            <pc:sldMk cId="2186481809" sldId="269"/>
            <ac:spMk id="2" creationId="{0B82CF3D-2ABF-B9C3-A066-CC5DADE86BA2}"/>
          </ac:spMkLst>
        </pc:spChg>
        <pc:spChg chg="mod">
          <ac:chgData name="Jeffrey Moe" userId="495852c6-9817-4bbb-9162-b2e8ad79383d" providerId="ADAL" clId="{45C24337-BC83-426E-8555-560DB5D20005}" dt="2025-12-12T15:29:14.569" v="649" actId="26606"/>
          <ac:spMkLst>
            <pc:docMk/>
            <pc:sldMk cId="2186481809" sldId="269"/>
            <ac:spMk id="3" creationId="{D5CECAE6-53E4-7904-BA48-57AB1130FEDA}"/>
          </ac:spMkLst>
        </pc:spChg>
        <pc:spChg chg="del mod">
          <ac:chgData name="Jeffrey Moe" userId="495852c6-9817-4bbb-9162-b2e8ad79383d" providerId="ADAL" clId="{45C24337-BC83-426E-8555-560DB5D20005}" dt="2025-12-12T15:29:24.610" v="651" actId="478"/>
          <ac:spMkLst>
            <pc:docMk/>
            <pc:sldMk cId="2186481809" sldId="269"/>
            <ac:spMk id="4" creationId="{C12250A1-F865-F693-7668-459DB83A87F2}"/>
          </ac:spMkLst>
        </pc:spChg>
        <pc:spChg chg="add">
          <ac:chgData name="Jeffrey Moe" userId="495852c6-9817-4bbb-9162-b2e8ad79383d" providerId="ADAL" clId="{45C24337-BC83-426E-8555-560DB5D20005}" dt="2025-12-12T15:29:14.569" v="649" actId="26606"/>
          <ac:spMkLst>
            <pc:docMk/>
            <pc:sldMk cId="2186481809" sldId="269"/>
            <ac:spMk id="9" creationId="{E92FEB64-6EEA-4759-B4A4-BD2C1E660BA8}"/>
          </ac:spMkLst>
        </pc:spChg>
        <pc:spChg chg="add">
          <ac:chgData name="Jeffrey Moe" userId="495852c6-9817-4bbb-9162-b2e8ad79383d" providerId="ADAL" clId="{45C24337-BC83-426E-8555-560DB5D20005}" dt="2025-12-12T15:29:14.569" v="649" actId="26606"/>
          <ac:spMkLst>
            <pc:docMk/>
            <pc:sldMk cId="2186481809" sldId="269"/>
            <ac:spMk id="11" creationId="{B10BB131-AC8E-4A8E-A5D1-36260F720C3B}"/>
          </ac:spMkLst>
        </pc:spChg>
        <pc:spChg chg="add">
          <ac:chgData name="Jeffrey Moe" userId="495852c6-9817-4bbb-9162-b2e8ad79383d" providerId="ADAL" clId="{45C24337-BC83-426E-8555-560DB5D20005}" dt="2025-12-12T15:29:14.569" v="649" actId="26606"/>
          <ac:spMkLst>
            <pc:docMk/>
            <pc:sldMk cId="2186481809" sldId="269"/>
            <ac:spMk id="13" creationId="{14847E93-7DC1-4D4B-8829-B19AA7137C50}"/>
          </ac:spMkLst>
        </pc:spChg>
        <pc:spChg chg="add">
          <ac:chgData name="Jeffrey Moe" userId="495852c6-9817-4bbb-9162-b2e8ad79383d" providerId="ADAL" clId="{45C24337-BC83-426E-8555-560DB5D20005}" dt="2025-12-12T15:29:14.569" v="649" actId="26606"/>
          <ac:spMkLst>
            <pc:docMk/>
            <pc:sldMk cId="2186481809" sldId="269"/>
            <ac:spMk id="17" creationId="{9F835A99-04AC-494A-A572-AFE8413CC938}"/>
          </ac:spMkLst>
        </pc:spChg>
        <pc:spChg chg="add">
          <ac:chgData name="Jeffrey Moe" userId="495852c6-9817-4bbb-9162-b2e8ad79383d" providerId="ADAL" clId="{45C24337-BC83-426E-8555-560DB5D20005}" dt="2025-12-12T15:29:14.569" v="649" actId="26606"/>
          <ac:spMkLst>
            <pc:docMk/>
            <pc:sldMk cId="2186481809" sldId="269"/>
            <ac:spMk id="19" creationId="{7B786209-1B0B-4CA9-9BDD-F7327066A84D}"/>
          </ac:spMkLst>
        </pc:spChg>
        <pc:spChg chg="add">
          <ac:chgData name="Jeffrey Moe" userId="495852c6-9817-4bbb-9162-b2e8ad79383d" providerId="ADAL" clId="{45C24337-BC83-426E-8555-560DB5D20005}" dt="2025-12-12T15:29:14.569" v="649" actId="26606"/>
          <ac:spMkLst>
            <pc:docMk/>
            <pc:sldMk cId="2186481809" sldId="269"/>
            <ac:spMk id="21" creationId="{2D2964BB-484D-45AE-AD66-D407D0629652}"/>
          </ac:spMkLst>
        </pc:spChg>
        <pc:spChg chg="add">
          <ac:chgData name="Jeffrey Moe" userId="495852c6-9817-4bbb-9162-b2e8ad79383d" providerId="ADAL" clId="{45C24337-BC83-426E-8555-560DB5D20005}" dt="2025-12-12T15:29:14.569" v="649" actId="26606"/>
          <ac:spMkLst>
            <pc:docMk/>
            <pc:sldMk cId="2186481809" sldId="269"/>
            <ac:spMk id="23" creationId="{6691AC69-A76E-4DAB-B565-468B6B87ACF3}"/>
          </ac:spMkLst>
        </pc:spChg>
      </pc:sldChg>
      <pc:sldChg chg="addSp delSp modSp add mod setBg delDesignElem">
        <pc:chgData name="Jeffrey Moe" userId="495852c6-9817-4bbb-9162-b2e8ad79383d" providerId="ADAL" clId="{45C24337-BC83-426E-8555-560DB5D20005}" dt="2025-12-12T15:45:29.220" v="904" actId="26606"/>
        <pc:sldMkLst>
          <pc:docMk/>
          <pc:sldMk cId="2731675116" sldId="269"/>
        </pc:sldMkLst>
        <pc:spChg chg="mod">
          <ac:chgData name="Jeffrey Moe" userId="495852c6-9817-4bbb-9162-b2e8ad79383d" providerId="ADAL" clId="{45C24337-BC83-426E-8555-560DB5D20005}" dt="2025-12-12T15:45:29.220" v="904" actId="26606"/>
          <ac:spMkLst>
            <pc:docMk/>
            <pc:sldMk cId="2731675116" sldId="269"/>
            <ac:spMk id="2" creationId="{0B82CF3D-2ABF-B9C3-A066-CC5DADE86BA2}"/>
          </ac:spMkLst>
        </pc:spChg>
        <pc:spChg chg="mod">
          <ac:chgData name="Jeffrey Moe" userId="495852c6-9817-4bbb-9162-b2e8ad79383d" providerId="ADAL" clId="{45C24337-BC83-426E-8555-560DB5D20005}" dt="2025-12-12T15:45:29.220" v="904" actId="26606"/>
          <ac:spMkLst>
            <pc:docMk/>
            <pc:sldMk cId="2731675116" sldId="269"/>
            <ac:spMk id="3" creationId="{D5CECAE6-53E4-7904-BA48-57AB1130FEDA}"/>
          </ac:spMkLst>
        </pc:spChg>
        <pc:spChg chg="add">
          <ac:chgData name="Jeffrey Moe" userId="495852c6-9817-4bbb-9162-b2e8ad79383d" providerId="ADAL" clId="{45C24337-BC83-426E-8555-560DB5D20005}" dt="2025-12-12T15:45:29.220" v="904" actId="26606"/>
          <ac:spMkLst>
            <pc:docMk/>
            <pc:sldMk cId="2731675116" sldId="269"/>
            <ac:spMk id="8" creationId="{907EF6B7-1338-4443-8C46-6A318D952DFD}"/>
          </ac:spMkLst>
        </pc:spChg>
        <pc:spChg chg="del">
          <ac:chgData name="Jeffrey Moe" userId="495852c6-9817-4bbb-9162-b2e8ad79383d" providerId="ADAL" clId="{45C24337-BC83-426E-8555-560DB5D20005}" dt="2025-12-12T15:45:15.432" v="901"/>
          <ac:spMkLst>
            <pc:docMk/>
            <pc:sldMk cId="2731675116" sldId="269"/>
            <ac:spMk id="9" creationId="{E92FEB64-6EEA-4759-B4A4-BD2C1E660BA8}"/>
          </ac:spMkLst>
        </pc:spChg>
        <pc:spChg chg="add">
          <ac:chgData name="Jeffrey Moe" userId="495852c6-9817-4bbb-9162-b2e8ad79383d" providerId="ADAL" clId="{45C24337-BC83-426E-8555-560DB5D20005}" dt="2025-12-12T15:45:29.220" v="904" actId="26606"/>
          <ac:spMkLst>
            <pc:docMk/>
            <pc:sldMk cId="2731675116" sldId="269"/>
            <ac:spMk id="10" creationId="{DAAE4CDD-124C-4DCF-9584-B6033B545DD5}"/>
          </ac:spMkLst>
        </pc:spChg>
        <pc:spChg chg="del">
          <ac:chgData name="Jeffrey Moe" userId="495852c6-9817-4bbb-9162-b2e8ad79383d" providerId="ADAL" clId="{45C24337-BC83-426E-8555-560DB5D20005}" dt="2025-12-12T15:45:15.432" v="901"/>
          <ac:spMkLst>
            <pc:docMk/>
            <pc:sldMk cId="2731675116" sldId="269"/>
            <ac:spMk id="11" creationId="{B10BB131-AC8E-4A8E-A5D1-36260F720C3B}"/>
          </ac:spMkLst>
        </pc:spChg>
        <pc:spChg chg="add">
          <ac:chgData name="Jeffrey Moe" userId="495852c6-9817-4bbb-9162-b2e8ad79383d" providerId="ADAL" clId="{45C24337-BC83-426E-8555-560DB5D20005}" dt="2025-12-12T15:45:29.220" v="904" actId="26606"/>
          <ac:spMkLst>
            <pc:docMk/>
            <pc:sldMk cId="2731675116" sldId="269"/>
            <ac:spMk id="12" creationId="{081E4A58-353D-44AE-B2FC-2A74E2E400F7}"/>
          </ac:spMkLst>
        </pc:spChg>
        <pc:spChg chg="del">
          <ac:chgData name="Jeffrey Moe" userId="495852c6-9817-4bbb-9162-b2e8ad79383d" providerId="ADAL" clId="{45C24337-BC83-426E-8555-560DB5D20005}" dt="2025-12-12T15:45:15.432" v="901"/>
          <ac:spMkLst>
            <pc:docMk/>
            <pc:sldMk cId="2731675116" sldId="269"/>
            <ac:spMk id="13" creationId="{14847E93-7DC1-4D4B-8829-B19AA7137C50}"/>
          </ac:spMkLst>
        </pc:spChg>
        <pc:spChg chg="del">
          <ac:chgData name="Jeffrey Moe" userId="495852c6-9817-4bbb-9162-b2e8ad79383d" providerId="ADAL" clId="{45C24337-BC83-426E-8555-560DB5D20005}" dt="2025-12-12T15:45:15.432" v="901"/>
          <ac:spMkLst>
            <pc:docMk/>
            <pc:sldMk cId="2731675116" sldId="269"/>
            <ac:spMk id="15" creationId="{5566D6E1-03A1-4D73-A4E0-35D74D568A04}"/>
          </ac:spMkLst>
        </pc:spChg>
        <pc:spChg chg="del">
          <ac:chgData name="Jeffrey Moe" userId="495852c6-9817-4bbb-9162-b2e8ad79383d" providerId="ADAL" clId="{45C24337-BC83-426E-8555-560DB5D20005}" dt="2025-12-12T15:45:15.432" v="901"/>
          <ac:spMkLst>
            <pc:docMk/>
            <pc:sldMk cId="2731675116" sldId="269"/>
            <ac:spMk id="17" creationId="{9F835A99-04AC-494A-A572-AFE8413CC938}"/>
          </ac:spMkLst>
        </pc:spChg>
        <pc:spChg chg="del">
          <ac:chgData name="Jeffrey Moe" userId="495852c6-9817-4bbb-9162-b2e8ad79383d" providerId="ADAL" clId="{45C24337-BC83-426E-8555-560DB5D20005}" dt="2025-12-12T15:45:15.432" v="901"/>
          <ac:spMkLst>
            <pc:docMk/>
            <pc:sldMk cId="2731675116" sldId="269"/>
            <ac:spMk id="19" creationId="{7B786209-1B0B-4CA9-9BDD-F7327066A84D}"/>
          </ac:spMkLst>
        </pc:spChg>
        <pc:spChg chg="del">
          <ac:chgData name="Jeffrey Moe" userId="495852c6-9817-4bbb-9162-b2e8ad79383d" providerId="ADAL" clId="{45C24337-BC83-426E-8555-560DB5D20005}" dt="2025-12-12T15:45:15.432" v="901"/>
          <ac:spMkLst>
            <pc:docMk/>
            <pc:sldMk cId="2731675116" sldId="269"/>
            <ac:spMk id="21" creationId="{2D2964BB-484D-45AE-AD66-D407D0629652}"/>
          </ac:spMkLst>
        </pc:spChg>
        <pc:spChg chg="del">
          <ac:chgData name="Jeffrey Moe" userId="495852c6-9817-4bbb-9162-b2e8ad79383d" providerId="ADAL" clId="{45C24337-BC83-426E-8555-560DB5D20005}" dt="2025-12-12T15:45:15.432" v="901"/>
          <ac:spMkLst>
            <pc:docMk/>
            <pc:sldMk cId="2731675116" sldId="269"/>
            <ac:spMk id="23" creationId="{6691AC69-A76E-4DAB-B565-468B6B87ACF3}"/>
          </ac:spMkLst>
        </pc:spChg>
      </pc:sldChg>
      <pc:sldChg chg="del">
        <pc:chgData name="Jeffrey Moe" userId="495852c6-9817-4bbb-9162-b2e8ad79383d" providerId="ADAL" clId="{45C24337-BC83-426E-8555-560DB5D20005}" dt="2025-12-12T14:35:22.146" v="232" actId="2696"/>
        <pc:sldMkLst>
          <pc:docMk/>
          <pc:sldMk cId="3535549598" sldId="269"/>
        </pc:sldMkLst>
      </pc:sldChg>
      <pc:sldChg chg="modSp add mod">
        <pc:chgData name="Jeffrey Moe" userId="495852c6-9817-4bbb-9162-b2e8ad79383d" providerId="ADAL" clId="{45C24337-BC83-426E-8555-560DB5D20005}" dt="2025-12-12T15:35:22.141" v="847" actId="14100"/>
        <pc:sldMkLst>
          <pc:docMk/>
          <pc:sldMk cId="2082530901" sldId="270"/>
        </pc:sldMkLst>
        <pc:graphicFrameChg chg="mod modGraphic">
          <ac:chgData name="Jeffrey Moe" userId="495852c6-9817-4bbb-9162-b2e8ad79383d" providerId="ADAL" clId="{45C24337-BC83-426E-8555-560DB5D20005}" dt="2025-12-12T15:35:22.141" v="847" actId="14100"/>
          <ac:graphicFrameMkLst>
            <pc:docMk/>
            <pc:sldMk cId="2082530901" sldId="270"/>
            <ac:graphicFrameMk id="4" creationId="{75BF3D12-430E-B810-9FF9-8BD073981AB7}"/>
          </ac:graphicFrameMkLst>
        </pc:graphicFrameChg>
      </pc:sldChg>
      <pc:sldChg chg="del">
        <pc:chgData name="Jeffrey Moe" userId="495852c6-9817-4bbb-9162-b2e8ad79383d" providerId="ADAL" clId="{45C24337-BC83-426E-8555-560DB5D20005}" dt="2025-12-12T14:35:22.146" v="232" actId="2696"/>
        <pc:sldMkLst>
          <pc:docMk/>
          <pc:sldMk cId="4113208703" sldId="270"/>
        </pc:sldMkLst>
      </pc:sldChg>
      <pc:sldChg chg="addSp modSp mod setBg">
        <pc:chgData name="Jeffrey Moe" userId="495852c6-9817-4bbb-9162-b2e8ad79383d" providerId="ADAL" clId="{45C24337-BC83-426E-8555-560DB5D20005}" dt="2025-12-12T15:48:42.696" v="931" actId="26606"/>
        <pc:sldMkLst>
          <pc:docMk/>
          <pc:sldMk cId="1976357389" sldId="271"/>
        </pc:sldMkLst>
        <pc:spChg chg="mod">
          <ac:chgData name="Jeffrey Moe" userId="495852c6-9817-4bbb-9162-b2e8ad79383d" providerId="ADAL" clId="{45C24337-BC83-426E-8555-560DB5D20005}" dt="2025-12-12T15:48:42.696" v="931" actId="26606"/>
          <ac:spMkLst>
            <pc:docMk/>
            <pc:sldMk cId="1976357389" sldId="271"/>
            <ac:spMk id="2" creationId="{68E7EF26-1FC3-4798-144D-6077FD76F25E}"/>
          </ac:spMkLst>
        </pc:spChg>
        <pc:spChg chg="add">
          <ac:chgData name="Jeffrey Moe" userId="495852c6-9817-4bbb-9162-b2e8ad79383d" providerId="ADAL" clId="{45C24337-BC83-426E-8555-560DB5D20005}" dt="2025-12-12T15:48:42.696" v="931" actId="26606"/>
          <ac:spMkLst>
            <pc:docMk/>
            <pc:sldMk cId="1976357389" sldId="271"/>
            <ac:spMk id="11" creationId="{6A84B152-3496-4C52-AF08-97AFFC09DD2C}"/>
          </ac:spMkLst>
        </pc:spChg>
        <pc:spChg chg="add">
          <ac:chgData name="Jeffrey Moe" userId="495852c6-9817-4bbb-9162-b2e8ad79383d" providerId="ADAL" clId="{45C24337-BC83-426E-8555-560DB5D20005}" dt="2025-12-12T15:48:42.696" v="931" actId="26606"/>
          <ac:spMkLst>
            <pc:docMk/>
            <pc:sldMk cId="1976357389" sldId="271"/>
            <ac:spMk id="13" creationId="{6B2ADB95-0FA3-4BD7-A8AC-89D014A83E5B}"/>
          </ac:spMkLst>
        </pc:spChg>
        <pc:spChg chg="add">
          <ac:chgData name="Jeffrey Moe" userId="495852c6-9817-4bbb-9162-b2e8ad79383d" providerId="ADAL" clId="{45C24337-BC83-426E-8555-560DB5D20005}" dt="2025-12-12T15:48:42.696" v="931" actId="26606"/>
          <ac:spMkLst>
            <pc:docMk/>
            <pc:sldMk cId="1976357389" sldId="271"/>
            <ac:spMk id="15" creationId="{C924DBCE-E731-4B22-8181-A39C1D86276C}"/>
          </ac:spMkLst>
        </pc:spChg>
        <pc:spChg chg="add">
          <ac:chgData name="Jeffrey Moe" userId="495852c6-9817-4bbb-9162-b2e8ad79383d" providerId="ADAL" clId="{45C24337-BC83-426E-8555-560DB5D20005}" dt="2025-12-12T15:48:42.696" v="931" actId="26606"/>
          <ac:spMkLst>
            <pc:docMk/>
            <pc:sldMk cId="1976357389" sldId="271"/>
            <ac:spMk id="17" creationId="{4CBF9756-6AC8-4C65-84DF-56FBFFA1D873}"/>
          </ac:spMkLst>
        </pc:spChg>
        <pc:spChg chg="add">
          <ac:chgData name="Jeffrey Moe" userId="495852c6-9817-4bbb-9162-b2e8ad79383d" providerId="ADAL" clId="{45C24337-BC83-426E-8555-560DB5D20005}" dt="2025-12-12T15:48:42.696" v="931" actId="26606"/>
          <ac:spMkLst>
            <pc:docMk/>
            <pc:sldMk cId="1976357389" sldId="271"/>
            <ac:spMk id="19" creationId="{2D385988-EAAF-4C27-AF8A-2BFBECAF3D4F}"/>
          </ac:spMkLst>
        </pc:spChg>
        <pc:spChg chg="add">
          <ac:chgData name="Jeffrey Moe" userId="495852c6-9817-4bbb-9162-b2e8ad79383d" providerId="ADAL" clId="{45C24337-BC83-426E-8555-560DB5D20005}" dt="2025-12-12T15:48:42.696" v="931" actId="26606"/>
          <ac:spMkLst>
            <pc:docMk/>
            <pc:sldMk cId="1976357389" sldId="271"/>
            <ac:spMk id="23" creationId="{B621D332-7329-4994-8836-C429A51B7549}"/>
          </ac:spMkLst>
        </pc:spChg>
        <pc:spChg chg="add">
          <ac:chgData name="Jeffrey Moe" userId="495852c6-9817-4bbb-9162-b2e8ad79383d" providerId="ADAL" clId="{45C24337-BC83-426E-8555-560DB5D20005}" dt="2025-12-12T15:48:42.696" v="931" actId="26606"/>
          <ac:spMkLst>
            <pc:docMk/>
            <pc:sldMk cId="1976357389" sldId="271"/>
            <ac:spMk id="25" creationId="{2D20F754-35A9-4508-BE3C-C59996D1437B}"/>
          </ac:spMkLst>
        </pc:spChg>
        <pc:graphicFrameChg chg="mod ord modGraphic">
          <ac:chgData name="Jeffrey Moe" userId="495852c6-9817-4bbb-9162-b2e8ad79383d" providerId="ADAL" clId="{45C24337-BC83-426E-8555-560DB5D20005}" dt="2025-12-12T15:48:42.696" v="931" actId="26606"/>
          <ac:graphicFrameMkLst>
            <pc:docMk/>
            <pc:sldMk cId="1976357389" sldId="271"/>
            <ac:graphicFrameMk id="5" creationId="{4A6086D3-8B96-D70F-A46C-302161CC7AA1}"/>
          </ac:graphicFrameMkLst>
        </pc:graphicFrameChg>
        <pc:picChg chg="mod">
          <ac:chgData name="Jeffrey Moe" userId="495852c6-9817-4bbb-9162-b2e8ad79383d" providerId="ADAL" clId="{45C24337-BC83-426E-8555-560DB5D20005}" dt="2025-12-12T15:48:42.696" v="931" actId="26606"/>
          <ac:picMkLst>
            <pc:docMk/>
            <pc:sldMk cId="1976357389" sldId="271"/>
            <ac:picMk id="6" creationId="{ADE3EDE7-78DE-A345-38B2-B83E6D0AA309}"/>
          </ac:picMkLst>
        </pc:picChg>
      </pc:sldChg>
      <pc:sldChg chg="ord">
        <pc:chgData name="Jeffrey Moe" userId="495852c6-9817-4bbb-9162-b2e8ad79383d" providerId="ADAL" clId="{45C24337-BC83-426E-8555-560DB5D20005}" dt="2025-12-12T14:19:49.519" v="102"/>
        <pc:sldMkLst>
          <pc:docMk/>
          <pc:sldMk cId="1964771052" sldId="275"/>
        </pc:sldMkLst>
      </pc:sldChg>
      <pc:sldChg chg="add ord">
        <pc:chgData name="Jeffrey Moe" userId="495852c6-9817-4bbb-9162-b2e8ad79383d" providerId="ADAL" clId="{45C24337-BC83-426E-8555-560DB5D20005}" dt="2025-12-12T14:39:16.695" v="300"/>
        <pc:sldMkLst>
          <pc:docMk/>
          <pc:sldMk cId="402806111" sldId="276"/>
        </pc:sldMkLst>
      </pc:sldChg>
      <pc:sldChg chg="del">
        <pc:chgData name="Jeffrey Moe" userId="495852c6-9817-4bbb-9162-b2e8ad79383d" providerId="ADAL" clId="{45C24337-BC83-426E-8555-560DB5D20005}" dt="2025-12-12T14:35:22.146" v="232" actId="2696"/>
        <pc:sldMkLst>
          <pc:docMk/>
          <pc:sldMk cId="640606238" sldId="276"/>
        </pc:sldMkLst>
      </pc:sldChg>
      <pc:sldChg chg="del">
        <pc:chgData name="Jeffrey Moe" userId="495852c6-9817-4bbb-9162-b2e8ad79383d" providerId="ADAL" clId="{45C24337-BC83-426E-8555-560DB5D20005}" dt="2025-12-12T14:35:22.146" v="232" actId="2696"/>
        <pc:sldMkLst>
          <pc:docMk/>
          <pc:sldMk cId="489143315" sldId="277"/>
        </pc:sldMkLst>
      </pc:sldChg>
      <pc:sldChg chg="addSp delSp modSp add mod ord setBg">
        <pc:chgData name="Jeffrey Moe" userId="495852c6-9817-4bbb-9162-b2e8ad79383d" providerId="ADAL" clId="{45C24337-BC83-426E-8555-560DB5D20005}" dt="2025-12-12T14:52:28.910" v="315" actId="478"/>
        <pc:sldMkLst>
          <pc:docMk/>
          <pc:sldMk cId="822863801" sldId="277"/>
        </pc:sldMkLst>
        <pc:spChg chg="mod">
          <ac:chgData name="Jeffrey Moe" userId="495852c6-9817-4bbb-9162-b2e8ad79383d" providerId="ADAL" clId="{45C24337-BC83-426E-8555-560DB5D20005}" dt="2025-12-12T14:52:06.642" v="314" actId="26606"/>
          <ac:spMkLst>
            <pc:docMk/>
            <pc:sldMk cId="822863801" sldId="277"/>
            <ac:spMk id="2" creationId="{14887D42-1331-BAFC-343D-09BC80AF7CE7}"/>
          </ac:spMkLst>
        </pc:spChg>
        <pc:spChg chg="del mod">
          <ac:chgData name="Jeffrey Moe" userId="495852c6-9817-4bbb-9162-b2e8ad79383d" providerId="ADAL" clId="{45C24337-BC83-426E-8555-560DB5D20005}" dt="2025-12-12T14:52:28.910" v="315" actId="478"/>
          <ac:spMkLst>
            <pc:docMk/>
            <pc:sldMk cId="822863801" sldId="277"/>
            <ac:spMk id="3" creationId="{1CBF0FEF-4DD1-FFF7-7F62-2786C93A8AAC}"/>
          </ac:spMkLst>
        </pc:spChg>
        <pc:spChg chg="add">
          <ac:chgData name="Jeffrey Moe" userId="495852c6-9817-4bbb-9162-b2e8ad79383d" providerId="ADAL" clId="{45C24337-BC83-426E-8555-560DB5D20005}" dt="2025-12-12T14:52:06.642" v="314" actId="26606"/>
          <ac:spMkLst>
            <pc:docMk/>
            <pc:sldMk cId="822863801" sldId="277"/>
            <ac:spMk id="10" creationId="{53B021B3-DE93-4AB7-8A18-CF5F1CED88B8}"/>
          </ac:spMkLst>
        </pc:spChg>
        <pc:spChg chg="add">
          <ac:chgData name="Jeffrey Moe" userId="495852c6-9817-4bbb-9162-b2e8ad79383d" providerId="ADAL" clId="{45C24337-BC83-426E-8555-560DB5D20005}" dt="2025-12-12T14:52:06.642" v="314" actId="26606"/>
          <ac:spMkLst>
            <pc:docMk/>
            <pc:sldMk cId="822863801" sldId="277"/>
            <ac:spMk id="12" creationId="{52D502E5-F6B4-4D58-B4AE-FC466FF15EE8}"/>
          </ac:spMkLst>
        </pc:spChg>
        <pc:spChg chg="add">
          <ac:chgData name="Jeffrey Moe" userId="495852c6-9817-4bbb-9162-b2e8ad79383d" providerId="ADAL" clId="{45C24337-BC83-426E-8555-560DB5D20005}" dt="2025-12-12T14:52:06.642" v="314" actId="26606"/>
          <ac:spMkLst>
            <pc:docMk/>
            <pc:sldMk cId="822863801" sldId="277"/>
            <ac:spMk id="14" creationId="{9DECDBF4-02B6-4BB4-B65B-B8107AD6A9E8}"/>
          </ac:spMkLst>
        </pc:spChg>
        <pc:graphicFrameChg chg="mod ord modGraphic">
          <ac:chgData name="Jeffrey Moe" userId="495852c6-9817-4bbb-9162-b2e8ad79383d" providerId="ADAL" clId="{45C24337-BC83-426E-8555-560DB5D20005}" dt="2025-12-12T14:52:06.642" v="314" actId="26606"/>
          <ac:graphicFrameMkLst>
            <pc:docMk/>
            <pc:sldMk cId="822863801" sldId="277"/>
            <ac:graphicFrameMk id="5" creationId="{16ED6A8E-EE6A-030E-BC00-E969ADA94CDA}"/>
          </ac:graphicFrameMkLst>
        </pc:graphicFrameChg>
      </pc:sldChg>
      <pc:sldChg chg="delSp add mod ord">
        <pc:chgData name="Jeffrey Moe" userId="495852c6-9817-4bbb-9162-b2e8ad79383d" providerId="ADAL" clId="{45C24337-BC83-426E-8555-560DB5D20005}" dt="2025-12-12T14:52:39.633" v="316" actId="478"/>
        <pc:sldMkLst>
          <pc:docMk/>
          <pc:sldMk cId="2117819937" sldId="278"/>
        </pc:sldMkLst>
        <pc:spChg chg="del">
          <ac:chgData name="Jeffrey Moe" userId="495852c6-9817-4bbb-9162-b2e8ad79383d" providerId="ADAL" clId="{45C24337-BC83-426E-8555-560DB5D20005}" dt="2025-12-12T14:52:39.633" v="316" actId="478"/>
          <ac:spMkLst>
            <pc:docMk/>
            <pc:sldMk cId="2117819937" sldId="278"/>
            <ac:spMk id="6" creationId="{6F0FDF53-B02F-0172-CD19-78B5D809BEE4}"/>
          </ac:spMkLst>
        </pc:spChg>
      </pc:sldChg>
      <pc:sldChg chg="del">
        <pc:chgData name="Jeffrey Moe" userId="495852c6-9817-4bbb-9162-b2e8ad79383d" providerId="ADAL" clId="{45C24337-BC83-426E-8555-560DB5D20005}" dt="2025-12-12T14:35:22.146" v="232" actId="2696"/>
        <pc:sldMkLst>
          <pc:docMk/>
          <pc:sldMk cId="3444703390" sldId="278"/>
        </pc:sldMkLst>
      </pc:sldChg>
      <pc:sldChg chg="delSp add mod ord">
        <pc:chgData name="Jeffrey Moe" userId="495852c6-9817-4bbb-9162-b2e8ad79383d" providerId="ADAL" clId="{45C24337-BC83-426E-8555-560DB5D20005}" dt="2025-12-12T15:26:23.443" v="634" actId="478"/>
        <pc:sldMkLst>
          <pc:docMk/>
          <pc:sldMk cId="4135064647" sldId="279"/>
        </pc:sldMkLst>
        <pc:spChg chg="del">
          <ac:chgData name="Jeffrey Moe" userId="495852c6-9817-4bbb-9162-b2e8ad79383d" providerId="ADAL" clId="{45C24337-BC83-426E-8555-560DB5D20005}" dt="2025-12-12T15:26:23.443" v="634" actId="478"/>
          <ac:spMkLst>
            <pc:docMk/>
            <pc:sldMk cId="4135064647" sldId="279"/>
            <ac:spMk id="4" creationId="{4940A7A3-C857-E0DF-4E1C-800DB73B04D4}"/>
          </ac:spMkLst>
        </pc:spChg>
      </pc:sldChg>
      <pc:sldChg chg="del">
        <pc:chgData name="Jeffrey Moe" userId="495852c6-9817-4bbb-9162-b2e8ad79383d" providerId="ADAL" clId="{45C24337-BC83-426E-8555-560DB5D20005}" dt="2025-12-12T14:35:22.146" v="232" actId="2696"/>
        <pc:sldMkLst>
          <pc:docMk/>
          <pc:sldMk cId="4279978613" sldId="279"/>
        </pc:sldMkLst>
      </pc:sldChg>
      <pc:sldChg chg="addSp delSp modSp add mod setBg">
        <pc:chgData name="Jeffrey Moe" userId="495852c6-9817-4bbb-9162-b2e8ad79383d" providerId="ADAL" clId="{45C24337-BC83-426E-8555-560DB5D20005}" dt="2025-12-12T14:52:58.111" v="321" actId="403"/>
        <pc:sldMkLst>
          <pc:docMk/>
          <pc:sldMk cId="1056207727" sldId="280"/>
        </pc:sldMkLst>
        <pc:spChg chg="mod">
          <ac:chgData name="Jeffrey Moe" userId="495852c6-9817-4bbb-9162-b2e8ad79383d" providerId="ADAL" clId="{45C24337-BC83-426E-8555-560DB5D20005}" dt="2025-12-12T14:52:48.713" v="318" actId="26606"/>
          <ac:spMkLst>
            <pc:docMk/>
            <pc:sldMk cId="1056207727" sldId="280"/>
            <ac:spMk id="2" creationId="{BA4FC472-268C-86B4-1AFB-E240DBD175A9}"/>
          </ac:spMkLst>
        </pc:spChg>
        <pc:spChg chg="del">
          <ac:chgData name="Jeffrey Moe" userId="495852c6-9817-4bbb-9162-b2e8ad79383d" providerId="ADAL" clId="{45C24337-BC83-426E-8555-560DB5D20005}" dt="2025-12-12T14:52:42.450" v="317" actId="478"/>
          <ac:spMkLst>
            <pc:docMk/>
            <pc:sldMk cId="1056207727" sldId="280"/>
            <ac:spMk id="4" creationId="{FBCE8163-3807-F5B0-FEEC-A67FB1268B55}"/>
          </ac:spMkLst>
        </pc:spChg>
        <pc:spChg chg="add">
          <ac:chgData name="Jeffrey Moe" userId="495852c6-9817-4bbb-9162-b2e8ad79383d" providerId="ADAL" clId="{45C24337-BC83-426E-8555-560DB5D20005}" dt="2025-12-12T14:52:48.713" v="318" actId="26606"/>
          <ac:spMkLst>
            <pc:docMk/>
            <pc:sldMk cId="1056207727" sldId="280"/>
            <ac:spMk id="10" creationId="{955A2079-FA98-4876-80F0-72364A7D2EA4}"/>
          </ac:spMkLst>
        </pc:spChg>
        <pc:graphicFrameChg chg="mod modGraphic">
          <ac:chgData name="Jeffrey Moe" userId="495852c6-9817-4bbb-9162-b2e8ad79383d" providerId="ADAL" clId="{45C24337-BC83-426E-8555-560DB5D20005}" dt="2025-12-12T14:52:58.111" v="321" actId="403"/>
          <ac:graphicFrameMkLst>
            <pc:docMk/>
            <pc:sldMk cId="1056207727" sldId="280"/>
            <ac:graphicFrameMk id="5" creationId="{87E11B9C-1AD9-BC63-9374-D2FD1E498E47}"/>
          </ac:graphicFrameMkLst>
        </pc:graphicFrameChg>
      </pc:sldChg>
      <pc:sldChg chg="del">
        <pc:chgData name="Jeffrey Moe" userId="495852c6-9817-4bbb-9162-b2e8ad79383d" providerId="ADAL" clId="{45C24337-BC83-426E-8555-560DB5D20005}" dt="2025-12-12T14:35:22.146" v="232" actId="2696"/>
        <pc:sldMkLst>
          <pc:docMk/>
          <pc:sldMk cId="2744786061" sldId="280"/>
        </pc:sldMkLst>
      </pc:sldChg>
      <pc:sldChg chg="del">
        <pc:chgData name="Jeffrey Moe" userId="495852c6-9817-4bbb-9162-b2e8ad79383d" providerId="ADAL" clId="{45C24337-BC83-426E-8555-560DB5D20005}" dt="2025-12-12T14:35:22.146" v="232" actId="2696"/>
        <pc:sldMkLst>
          <pc:docMk/>
          <pc:sldMk cId="151608554" sldId="281"/>
        </pc:sldMkLst>
      </pc:sldChg>
      <pc:sldChg chg="addSp modSp add mod setBg">
        <pc:chgData name="Jeffrey Moe" userId="495852c6-9817-4bbb-9162-b2e8ad79383d" providerId="ADAL" clId="{45C24337-BC83-426E-8555-560DB5D20005}" dt="2025-12-12T15:25:43.423" v="629" actId="403"/>
        <pc:sldMkLst>
          <pc:docMk/>
          <pc:sldMk cId="1427777116" sldId="281"/>
        </pc:sldMkLst>
        <pc:spChg chg="mod">
          <ac:chgData name="Jeffrey Moe" userId="495852c6-9817-4bbb-9162-b2e8ad79383d" providerId="ADAL" clId="{45C24337-BC83-426E-8555-560DB5D20005}" dt="2025-12-12T15:24:55.735" v="614" actId="26606"/>
          <ac:spMkLst>
            <pc:docMk/>
            <pc:sldMk cId="1427777116" sldId="281"/>
            <ac:spMk id="2" creationId="{048FF2AB-AA8A-63B4-81F6-04F8D8C03BB7}"/>
          </ac:spMkLst>
        </pc:spChg>
        <pc:spChg chg="mod">
          <ac:chgData name="Jeffrey Moe" userId="495852c6-9817-4bbb-9162-b2e8ad79383d" providerId="ADAL" clId="{45C24337-BC83-426E-8555-560DB5D20005}" dt="2025-12-12T15:25:43.423" v="629" actId="403"/>
          <ac:spMkLst>
            <pc:docMk/>
            <pc:sldMk cId="1427777116" sldId="281"/>
            <ac:spMk id="3" creationId="{406312C1-B75F-71B6-E9F9-744C8192CE12}"/>
          </ac:spMkLst>
        </pc:spChg>
        <pc:spChg chg="add">
          <ac:chgData name="Jeffrey Moe" userId="495852c6-9817-4bbb-9162-b2e8ad79383d" providerId="ADAL" clId="{45C24337-BC83-426E-8555-560DB5D20005}" dt="2025-12-12T15:24:55.735" v="614" actId="26606"/>
          <ac:spMkLst>
            <pc:docMk/>
            <pc:sldMk cId="1427777116" sldId="281"/>
            <ac:spMk id="9" creationId="{1A95671B-3CC6-4792-9114-B74FAEA224E6}"/>
          </ac:spMkLst>
        </pc:spChg>
        <pc:graphicFrameChg chg="mod modGraphic">
          <ac:chgData name="Jeffrey Moe" userId="495852c6-9817-4bbb-9162-b2e8ad79383d" providerId="ADAL" clId="{45C24337-BC83-426E-8555-560DB5D20005}" dt="2025-12-12T15:24:55.735" v="614" actId="26606"/>
          <ac:graphicFrameMkLst>
            <pc:docMk/>
            <pc:sldMk cId="1427777116" sldId="281"/>
            <ac:graphicFrameMk id="4" creationId="{6BB419A4-D211-6334-91E6-6180BA8F60AD}"/>
          </ac:graphicFrameMkLst>
        </pc:graphicFrameChg>
      </pc:sldChg>
      <pc:sldChg chg="del">
        <pc:chgData name="Jeffrey Moe" userId="495852c6-9817-4bbb-9162-b2e8ad79383d" providerId="ADAL" clId="{45C24337-BC83-426E-8555-560DB5D20005}" dt="2025-12-12T14:35:22.146" v="232" actId="2696"/>
        <pc:sldMkLst>
          <pc:docMk/>
          <pc:sldMk cId="1145904807" sldId="282"/>
        </pc:sldMkLst>
      </pc:sldChg>
      <pc:sldChg chg="addSp delSp modSp add del mod setBg">
        <pc:chgData name="Jeffrey Moe" userId="495852c6-9817-4bbb-9162-b2e8ad79383d" providerId="ADAL" clId="{45C24337-BC83-426E-8555-560DB5D20005}" dt="2025-12-12T15:45:10.925" v="897" actId="2696"/>
        <pc:sldMkLst>
          <pc:docMk/>
          <pc:sldMk cId="4140256451" sldId="282"/>
        </pc:sldMkLst>
        <pc:spChg chg="mod">
          <ac:chgData name="Jeffrey Moe" userId="495852c6-9817-4bbb-9162-b2e8ad79383d" providerId="ADAL" clId="{45C24337-BC83-426E-8555-560DB5D20005}" dt="2025-12-12T15:29:05.689" v="647" actId="26606"/>
          <ac:spMkLst>
            <pc:docMk/>
            <pc:sldMk cId="4140256451" sldId="282"/>
            <ac:spMk id="2" creationId="{3CAE90A5-A4F2-64D6-F52A-6C4250374CB1}"/>
          </ac:spMkLst>
        </pc:spChg>
        <pc:spChg chg="mod">
          <ac:chgData name="Jeffrey Moe" userId="495852c6-9817-4bbb-9162-b2e8ad79383d" providerId="ADAL" clId="{45C24337-BC83-426E-8555-560DB5D20005}" dt="2025-12-12T15:29:05.689" v="647" actId="26606"/>
          <ac:spMkLst>
            <pc:docMk/>
            <pc:sldMk cId="4140256451" sldId="282"/>
            <ac:spMk id="3" creationId="{91A98EAD-F529-13E2-10BA-B453966CAE06}"/>
          </ac:spMkLst>
        </pc:spChg>
        <pc:spChg chg="del">
          <ac:chgData name="Jeffrey Moe" userId="495852c6-9817-4bbb-9162-b2e8ad79383d" providerId="ADAL" clId="{45C24337-BC83-426E-8555-560DB5D20005}" dt="2025-12-12T15:28:18.280" v="644" actId="478"/>
          <ac:spMkLst>
            <pc:docMk/>
            <pc:sldMk cId="4140256451" sldId="282"/>
            <ac:spMk id="4" creationId="{40A01F5D-690D-3409-B52D-F04628138424}"/>
          </ac:spMkLst>
        </pc:spChg>
        <pc:spChg chg="add">
          <ac:chgData name="Jeffrey Moe" userId="495852c6-9817-4bbb-9162-b2e8ad79383d" providerId="ADAL" clId="{45C24337-BC83-426E-8555-560DB5D20005}" dt="2025-12-12T15:29:05.689" v="647" actId="26606"/>
          <ac:spMkLst>
            <pc:docMk/>
            <pc:sldMk cId="4140256451" sldId="282"/>
            <ac:spMk id="8" creationId="{E92FEB64-6EEA-4759-B4A4-BD2C1E660BA8}"/>
          </ac:spMkLst>
        </pc:spChg>
        <pc:spChg chg="add">
          <ac:chgData name="Jeffrey Moe" userId="495852c6-9817-4bbb-9162-b2e8ad79383d" providerId="ADAL" clId="{45C24337-BC83-426E-8555-560DB5D20005}" dt="2025-12-12T15:29:05.689" v="647" actId="26606"/>
          <ac:spMkLst>
            <pc:docMk/>
            <pc:sldMk cId="4140256451" sldId="282"/>
            <ac:spMk id="10" creationId="{B10BB131-AC8E-4A8E-A5D1-36260F720C3B}"/>
          </ac:spMkLst>
        </pc:spChg>
        <pc:spChg chg="add">
          <ac:chgData name="Jeffrey Moe" userId="495852c6-9817-4bbb-9162-b2e8ad79383d" providerId="ADAL" clId="{45C24337-BC83-426E-8555-560DB5D20005}" dt="2025-12-12T15:29:05.689" v="647" actId="26606"/>
          <ac:spMkLst>
            <pc:docMk/>
            <pc:sldMk cId="4140256451" sldId="282"/>
            <ac:spMk id="12" creationId="{14847E93-7DC1-4D4B-8829-B19AA7137C50}"/>
          </ac:spMkLst>
        </pc:spChg>
        <pc:spChg chg="add">
          <ac:chgData name="Jeffrey Moe" userId="495852c6-9817-4bbb-9162-b2e8ad79383d" providerId="ADAL" clId="{45C24337-BC83-426E-8555-560DB5D20005}" dt="2025-12-12T15:29:05.689" v="647" actId="26606"/>
          <ac:spMkLst>
            <pc:docMk/>
            <pc:sldMk cId="4140256451" sldId="282"/>
            <ac:spMk id="14" creationId="{5566D6E1-03A1-4D73-A4E0-35D74D568A04}"/>
          </ac:spMkLst>
        </pc:spChg>
        <pc:spChg chg="add">
          <ac:chgData name="Jeffrey Moe" userId="495852c6-9817-4bbb-9162-b2e8ad79383d" providerId="ADAL" clId="{45C24337-BC83-426E-8555-560DB5D20005}" dt="2025-12-12T15:29:05.689" v="647" actId="26606"/>
          <ac:spMkLst>
            <pc:docMk/>
            <pc:sldMk cId="4140256451" sldId="282"/>
            <ac:spMk id="16" creationId="{9F835A99-04AC-494A-A572-AFE8413CC938}"/>
          </ac:spMkLst>
        </pc:spChg>
        <pc:spChg chg="add">
          <ac:chgData name="Jeffrey Moe" userId="495852c6-9817-4bbb-9162-b2e8ad79383d" providerId="ADAL" clId="{45C24337-BC83-426E-8555-560DB5D20005}" dt="2025-12-12T15:29:05.689" v="647" actId="26606"/>
          <ac:spMkLst>
            <pc:docMk/>
            <pc:sldMk cId="4140256451" sldId="282"/>
            <ac:spMk id="18" creationId="{7B786209-1B0B-4CA9-9BDD-F7327066A84D}"/>
          </ac:spMkLst>
        </pc:spChg>
        <pc:spChg chg="add">
          <ac:chgData name="Jeffrey Moe" userId="495852c6-9817-4bbb-9162-b2e8ad79383d" providerId="ADAL" clId="{45C24337-BC83-426E-8555-560DB5D20005}" dt="2025-12-12T15:29:05.689" v="647" actId="26606"/>
          <ac:spMkLst>
            <pc:docMk/>
            <pc:sldMk cId="4140256451" sldId="282"/>
            <ac:spMk id="20" creationId="{2D2964BB-484D-45AE-AD66-D407D0629652}"/>
          </ac:spMkLst>
        </pc:spChg>
        <pc:spChg chg="add">
          <ac:chgData name="Jeffrey Moe" userId="495852c6-9817-4bbb-9162-b2e8ad79383d" providerId="ADAL" clId="{45C24337-BC83-426E-8555-560DB5D20005}" dt="2025-12-12T15:29:05.689" v="647" actId="26606"/>
          <ac:spMkLst>
            <pc:docMk/>
            <pc:sldMk cId="4140256451" sldId="282"/>
            <ac:spMk id="22" creationId="{6691AC69-A76E-4DAB-B565-468B6B87ACF3}"/>
          </ac:spMkLst>
        </pc:spChg>
      </pc:sldChg>
      <pc:sldChg chg="addSp delSp modSp add mod setBg delDesignElem">
        <pc:chgData name="Jeffrey Moe" userId="495852c6-9817-4bbb-9162-b2e8ad79383d" providerId="ADAL" clId="{45C24337-BC83-426E-8555-560DB5D20005}" dt="2025-12-12T15:45:23.475" v="902" actId="26606"/>
        <pc:sldMkLst>
          <pc:docMk/>
          <pc:sldMk cId="4267027992" sldId="282"/>
        </pc:sldMkLst>
        <pc:spChg chg="mod">
          <ac:chgData name="Jeffrey Moe" userId="495852c6-9817-4bbb-9162-b2e8ad79383d" providerId="ADAL" clId="{45C24337-BC83-426E-8555-560DB5D20005}" dt="2025-12-12T15:45:23.475" v="902" actId="26606"/>
          <ac:spMkLst>
            <pc:docMk/>
            <pc:sldMk cId="4267027992" sldId="282"/>
            <ac:spMk id="2" creationId="{3CAE90A5-A4F2-64D6-F52A-6C4250374CB1}"/>
          </ac:spMkLst>
        </pc:spChg>
        <pc:spChg chg="mod">
          <ac:chgData name="Jeffrey Moe" userId="495852c6-9817-4bbb-9162-b2e8ad79383d" providerId="ADAL" clId="{45C24337-BC83-426E-8555-560DB5D20005}" dt="2025-12-12T15:45:23.475" v="902" actId="26606"/>
          <ac:spMkLst>
            <pc:docMk/>
            <pc:sldMk cId="4267027992" sldId="282"/>
            <ac:spMk id="3" creationId="{91A98EAD-F529-13E2-10BA-B453966CAE06}"/>
          </ac:spMkLst>
        </pc:spChg>
        <pc:spChg chg="add">
          <ac:chgData name="Jeffrey Moe" userId="495852c6-9817-4bbb-9162-b2e8ad79383d" providerId="ADAL" clId="{45C24337-BC83-426E-8555-560DB5D20005}" dt="2025-12-12T15:45:23.475" v="902" actId="26606"/>
          <ac:spMkLst>
            <pc:docMk/>
            <pc:sldMk cId="4267027992" sldId="282"/>
            <ac:spMk id="5" creationId="{907EF6B7-1338-4443-8C46-6A318D952DFD}"/>
          </ac:spMkLst>
        </pc:spChg>
        <pc:spChg chg="add">
          <ac:chgData name="Jeffrey Moe" userId="495852c6-9817-4bbb-9162-b2e8ad79383d" providerId="ADAL" clId="{45C24337-BC83-426E-8555-560DB5D20005}" dt="2025-12-12T15:45:23.475" v="902" actId="26606"/>
          <ac:spMkLst>
            <pc:docMk/>
            <pc:sldMk cId="4267027992" sldId="282"/>
            <ac:spMk id="6" creationId="{DAAE4CDD-124C-4DCF-9584-B6033B545DD5}"/>
          </ac:spMkLst>
        </pc:spChg>
        <pc:spChg chg="add">
          <ac:chgData name="Jeffrey Moe" userId="495852c6-9817-4bbb-9162-b2e8ad79383d" providerId="ADAL" clId="{45C24337-BC83-426E-8555-560DB5D20005}" dt="2025-12-12T15:45:23.475" v="902" actId="26606"/>
          <ac:spMkLst>
            <pc:docMk/>
            <pc:sldMk cId="4267027992" sldId="282"/>
            <ac:spMk id="7" creationId="{081E4A58-353D-44AE-B2FC-2A74E2E400F7}"/>
          </ac:spMkLst>
        </pc:spChg>
        <pc:spChg chg="del">
          <ac:chgData name="Jeffrey Moe" userId="495852c6-9817-4bbb-9162-b2e8ad79383d" providerId="ADAL" clId="{45C24337-BC83-426E-8555-560DB5D20005}" dt="2025-12-12T15:45:15.432" v="901"/>
          <ac:spMkLst>
            <pc:docMk/>
            <pc:sldMk cId="4267027992" sldId="282"/>
            <ac:spMk id="8" creationId="{E92FEB64-6EEA-4759-B4A4-BD2C1E660BA8}"/>
          </ac:spMkLst>
        </pc:spChg>
        <pc:spChg chg="del">
          <ac:chgData name="Jeffrey Moe" userId="495852c6-9817-4bbb-9162-b2e8ad79383d" providerId="ADAL" clId="{45C24337-BC83-426E-8555-560DB5D20005}" dt="2025-12-12T15:45:15.432" v="901"/>
          <ac:spMkLst>
            <pc:docMk/>
            <pc:sldMk cId="4267027992" sldId="282"/>
            <ac:spMk id="10" creationId="{B10BB131-AC8E-4A8E-A5D1-36260F720C3B}"/>
          </ac:spMkLst>
        </pc:spChg>
        <pc:spChg chg="del">
          <ac:chgData name="Jeffrey Moe" userId="495852c6-9817-4bbb-9162-b2e8ad79383d" providerId="ADAL" clId="{45C24337-BC83-426E-8555-560DB5D20005}" dt="2025-12-12T15:45:15.432" v="901"/>
          <ac:spMkLst>
            <pc:docMk/>
            <pc:sldMk cId="4267027992" sldId="282"/>
            <ac:spMk id="12" creationId="{14847E93-7DC1-4D4B-8829-B19AA7137C50}"/>
          </ac:spMkLst>
        </pc:spChg>
        <pc:spChg chg="del">
          <ac:chgData name="Jeffrey Moe" userId="495852c6-9817-4bbb-9162-b2e8ad79383d" providerId="ADAL" clId="{45C24337-BC83-426E-8555-560DB5D20005}" dt="2025-12-12T15:45:15.432" v="901"/>
          <ac:spMkLst>
            <pc:docMk/>
            <pc:sldMk cId="4267027992" sldId="282"/>
            <ac:spMk id="14" creationId="{5566D6E1-03A1-4D73-A4E0-35D74D568A04}"/>
          </ac:spMkLst>
        </pc:spChg>
        <pc:spChg chg="del">
          <ac:chgData name="Jeffrey Moe" userId="495852c6-9817-4bbb-9162-b2e8ad79383d" providerId="ADAL" clId="{45C24337-BC83-426E-8555-560DB5D20005}" dt="2025-12-12T15:45:15.432" v="901"/>
          <ac:spMkLst>
            <pc:docMk/>
            <pc:sldMk cId="4267027992" sldId="282"/>
            <ac:spMk id="16" creationId="{9F835A99-04AC-494A-A572-AFE8413CC938}"/>
          </ac:spMkLst>
        </pc:spChg>
        <pc:spChg chg="del">
          <ac:chgData name="Jeffrey Moe" userId="495852c6-9817-4bbb-9162-b2e8ad79383d" providerId="ADAL" clId="{45C24337-BC83-426E-8555-560DB5D20005}" dt="2025-12-12T15:45:15.432" v="901"/>
          <ac:spMkLst>
            <pc:docMk/>
            <pc:sldMk cId="4267027992" sldId="282"/>
            <ac:spMk id="18" creationId="{7B786209-1B0B-4CA9-9BDD-F7327066A84D}"/>
          </ac:spMkLst>
        </pc:spChg>
        <pc:spChg chg="del">
          <ac:chgData name="Jeffrey Moe" userId="495852c6-9817-4bbb-9162-b2e8ad79383d" providerId="ADAL" clId="{45C24337-BC83-426E-8555-560DB5D20005}" dt="2025-12-12T15:45:15.432" v="901"/>
          <ac:spMkLst>
            <pc:docMk/>
            <pc:sldMk cId="4267027992" sldId="282"/>
            <ac:spMk id="20" creationId="{2D2964BB-484D-45AE-AD66-D407D0629652}"/>
          </ac:spMkLst>
        </pc:spChg>
        <pc:spChg chg="del">
          <ac:chgData name="Jeffrey Moe" userId="495852c6-9817-4bbb-9162-b2e8ad79383d" providerId="ADAL" clId="{45C24337-BC83-426E-8555-560DB5D20005}" dt="2025-12-12T15:45:15.432" v="901"/>
          <ac:spMkLst>
            <pc:docMk/>
            <pc:sldMk cId="4267027992" sldId="282"/>
            <ac:spMk id="22" creationId="{6691AC69-A76E-4DAB-B565-468B6B87ACF3}"/>
          </ac:spMkLst>
        </pc:spChg>
      </pc:sldChg>
      <pc:sldChg chg="addSp delSp modSp mod">
        <pc:chgData name="Jeffrey Moe" userId="495852c6-9817-4bbb-9162-b2e8ad79383d" providerId="ADAL" clId="{45C24337-BC83-426E-8555-560DB5D20005}" dt="2025-12-12T14:26:41.119" v="152" actId="26606"/>
        <pc:sldMkLst>
          <pc:docMk/>
          <pc:sldMk cId="3946853198" sldId="283"/>
        </pc:sldMkLst>
        <pc:spChg chg="del">
          <ac:chgData name="Jeffrey Moe" userId="495852c6-9817-4bbb-9162-b2e8ad79383d" providerId="ADAL" clId="{45C24337-BC83-426E-8555-560DB5D20005}" dt="2025-12-12T14:26:33.107" v="151" actId="26606"/>
          <ac:spMkLst>
            <pc:docMk/>
            <pc:sldMk cId="3946853198" sldId="283"/>
            <ac:spMk id="5" creationId="{45DB1496-4777-1020-5C3D-A1EDA0838904}"/>
          </ac:spMkLst>
        </pc:spChg>
        <pc:graphicFrameChg chg="add modGraphic">
          <ac:chgData name="Jeffrey Moe" userId="495852c6-9817-4bbb-9162-b2e8ad79383d" providerId="ADAL" clId="{45C24337-BC83-426E-8555-560DB5D20005}" dt="2025-12-12T14:26:41.119" v="152" actId="26606"/>
          <ac:graphicFrameMkLst>
            <pc:docMk/>
            <pc:sldMk cId="3946853198" sldId="283"/>
            <ac:graphicFrameMk id="9" creationId="{95FCA632-E31C-0EF0-1B70-A4F943E246C5}"/>
          </ac:graphicFrameMkLst>
        </pc:graphicFrameChg>
      </pc:sldChg>
      <pc:sldChg chg="addSp delSp modSp mod ord setBg">
        <pc:chgData name="Jeffrey Moe" userId="495852c6-9817-4bbb-9162-b2e8ad79383d" providerId="ADAL" clId="{45C24337-BC83-426E-8555-560DB5D20005}" dt="2025-12-12T15:50:05.472" v="975" actId="403"/>
        <pc:sldMkLst>
          <pc:docMk/>
          <pc:sldMk cId="2050333086" sldId="284"/>
        </pc:sldMkLst>
        <pc:spChg chg="mod">
          <ac:chgData name="Jeffrey Moe" userId="495852c6-9817-4bbb-9162-b2e8ad79383d" providerId="ADAL" clId="{45C24337-BC83-426E-8555-560DB5D20005}" dt="2025-12-12T15:49:57.672" v="972" actId="26606"/>
          <ac:spMkLst>
            <pc:docMk/>
            <pc:sldMk cId="2050333086" sldId="284"/>
            <ac:spMk id="7" creationId="{82F15EF0-0B13-3F2B-CD18-15B828A83FA2}"/>
          </ac:spMkLst>
        </pc:spChg>
        <pc:spChg chg="del">
          <ac:chgData name="Jeffrey Moe" userId="495852c6-9817-4bbb-9162-b2e8ad79383d" providerId="ADAL" clId="{45C24337-BC83-426E-8555-560DB5D20005}" dt="2025-12-12T15:49:57.672" v="972" actId="26606"/>
          <ac:spMkLst>
            <pc:docMk/>
            <pc:sldMk cId="2050333086" sldId="284"/>
            <ac:spMk id="8" creationId="{AA82D1B0-4142-DEDB-2C7C-96683F2C7E67}"/>
          </ac:spMkLst>
        </pc:spChg>
        <pc:spChg chg="add">
          <ac:chgData name="Jeffrey Moe" userId="495852c6-9817-4bbb-9162-b2e8ad79383d" providerId="ADAL" clId="{45C24337-BC83-426E-8555-560DB5D20005}" dt="2025-12-12T15:49:57.672" v="972" actId="26606"/>
          <ac:spMkLst>
            <pc:docMk/>
            <pc:sldMk cId="2050333086" sldId="284"/>
            <ac:spMk id="15" creationId="{6A84B152-3496-4C52-AF08-97AFFC09DD2C}"/>
          </ac:spMkLst>
        </pc:spChg>
        <pc:spChg chg="add">
          <ac:chgData name="Jeffrey Moe" userId="495852c6-9817-4bbb-9162-b2e8ad79383d" providerId="ADAL" clId="{45C24337-BC83-426E-8555-560DB5D20005}" dt="2025-12-12T15:49:57.672" v="972" actId="26606"/>
          <ac:spMkLst>
            <pc:docMk/>
            <pc:sldMk cId="2050333086" sldId="284"/>
            <ac:spMk id="17" creationId="{6B2ADB95-0FA3-4BD7-A8AC-89D014A83E5B}"/>
          </ac:spMkLst>
        </pc:spChg>
        <pc:spChg chg="add">
          <ac:chgData name="Jeffrey Moe" userId="495852c6-9817-4bbb-9162-b2e8ad79383d" providerId="ADAL" clId="{45C24337-BC83-426E-8555-560DB5D20005}" dt="2025-12-12T15:49:57.672" v="972" actId="26606"/>
          <ac:spMkLst>
            <pc:docMk/>
            <pc:sldMk cId="2050333086" sldId="284"/>
            <ac:spMk id="19" creationId="{C924DBCE-E731-4B22-8181-A39C1D86276C}"/>
          </ac:spMkLst>
        </pc:spChg>
        <pc:spChg chg="add">
          <ac:chgData name="Jeffrey Moe" userId="495852c6-9817-4bbb-9162-b2e8ad79383d" providerId="ADAL" clId="{45C24337-BC83-426E-8555-560DB5D20005}" dt="2025-12-12T15:49:57.672" v="972" actId="26606"/>
          <ac:spMkLst>
            <pc:docMk/>
            <pc:sldMk cId="2050333086" sldId="284"/>
            <ac:spMk id="21" creationId="{4CBF9756-6AC8-4C65-84DF-56FBFFA1D873}"/>
          </ac:spMkLst>
        </pc:spChg>
        <pc:spChg chg="add">
          <ac:chgData name="Jeffrey Moe" userId="495852c6-9817-4bbb-9162-b2e8ad79383d" providerId="ADAL" clId="{45C24337-BC83-426E-8555-560DB5D20005}" dt="2025-12-12T15:49:57.672" v="972" actId="26606"/>
          <ac:spMkLst>
            <pc:docMk/>
            <pc:sldMk cId="2050333086" sldId="284"/>
            <ac:spMk id="23" creationId="{2D385988-EAAF-4C27-AF8A-2BFBECAF3D4F}"/>
          </ac:spMkLst>
        </pc:spChg>
        <pc:spChg chg="add">
          <ac:chgData name="Jeffrey Moe" userId="495852c6-9817-4bbb-9162-b2e8ad79383d" providerId="ADAL" clId="{45C24337-BC83-426E-8555-560DB5D20005}" dt="2025-12-12T15:49:57.672" v="972" actId="26606"/>
          <ac:spMkLst>
            <pc:docMk/>
            <pc:sldMk cId="2050333086" sldId="284"/>
            <ac:spMk id="27" creationId="{B621D332-7329-4994-8836-C429A51B7549}"/>
          </ac:spMkLst>
        </pc:spChg>
        <pc:spChg chg="add">
          <ac:chgData name="Jeffrey Moe" userId="495852c6-9817-4bbb-9162-b2e8ad79383d" providerId="ADAL" clId="{45C24337-BC83-426E-8555-560DB5D20005}" dt="2025-12-12T15:49:57.672" v="972" actId="26606"/>
          <ac:spMkLst>
            <pc:docMk/>
            <pc:sldMk cId="2050333086" sldId="284"/>
            <ac:spMk id="29" creationId="{2D20F754-35A9-4508-BE3C-C59996D1437B}"/>
          </ac:spMkLst>
        </pc:spChg>
        <pc:graphicFrameChg chg="modGraphic">
          <ac:chgData name="Jeffrey Moe" userId="495852c6-9817-4bbb-9162-b2e8ad79383d" providerId="ADAL" clId="{45C24337-BC83-426E-8555-560DB5D20005}" dt="2025-12-12T15:50:05.472" v="975" actId="403"/>
          <ac:graphicFrameMkLst>
            <pc:docMk/>
            <pc:sldMk cId="2050333086" sldId="284"/>
            <ac:graphicFrameMk id="10" creationId="{27E79A55-4E38-B5D7-A421-70434CF510FC}"/>
          </ac:graphicFrameMkLst>
        </pc:graphicFrameChg>
        <pc:picChg chg="add mod">
          <ac:chgData name="Jeffrey Moe" userId="495852c6-9817-4bbb-9162-b2e8ad79383d" providerId="ADAL" clId="{45C24337-BC83-426E-8555-560DB5D20005}" dt="2025-12-12T15:50:01.565" v="973" actId="27614"/>
          <ac:picMkLst>
            <pc:docMk/>
            <pc:sldMk cId="2050333086" sldId="284"/>
            <ac:picMk id="11" creationId="{DCF33E59-D913-DD26-2ECD-8B78B8A15870}"/>
          </ac:picMkLst>
        </pc:picChg>
      </pc:sldChg>
      <pc:sldChg chg="addSp delSp modSp mod setBg">
        <pc:chgData name="Jeffrey Moe" userId="495852c6-9817-4bbb-9162-b2e8ad79383d" providerId="ADAL" clId="{45C24337-BC83-426E-8555-560DB5D20005}" dt="2025-12-12T14:27:12.268" v="156" actId="403"/>
        <pc:sldMkLst>
          <pc:docMk/>
          <pc:sldMk cId="1442774233" sldId="285"/>
        </pc:sldMkLst>
        <pc:spChg chg="mod">
          <ac:chgData name="Jeffrey Moe" userId="495852c6-9817-4bbb-9162-b2e8ad79383d" providerId="ADAL" clId="{45C24337-BC83-426E-8555-560DB5D20005}" dt="2025-12-12T14:27:03.312" v="155" actId="26606"/>
          <ac:spMkLst>
            <pc:docMk/>
            <pc:sldMk cId="1442774233" sldId="285"/>
            <ac:spMk id="7" creationId="{1C0840EA-E0B3-E240-D138-C71B4486CECD}"/>
          </ac:spMkLst>
        </pc:spChg>
        <pc:spChg chg="add del">
          <ac:chgData name="Jeffrey Moe" userId="495852c6-9817-4bbb-9162-b2e8ad79383d" providerId="ADAL" clId="{45C24337-BC83-426E-8555-560DB5D20005}" dt="2025-12-12T14:27:03.312" v="155" actId="26606"/>
          <ac:spMkLst>
            <pc:docMk/>
            <pc:sldMk cId="1442774233" sldId="285"/>
            <ac:spMk id="8" creationId="{5AA09829-A044-571D-7123-112E619DD8E4}"/>
          </ac:spMkLst>
        </pc:spChg>
        <pc:spChg chg="add">
          <ac:chgData name="Jeffrey Moe" userId="495852c6-9817-4bbb-9162-b2e8ad79383d" providerId="ADAL" clId="{45C24337-BC83-426E-8555-560DB5D20005}" dt="2025-12-12T14:27:03.312" v="155" actId="26606"/>
          <ac:spMkLst>
            <pc:docMk/>
            <pc:sldMk cId="1442774233" sldId="285"/>
            <ac:spMk id="14" creationId="{BACC6370-2D7E-4714-9D71-7542949D7D5D}"/>
          </ac:spMkLst>
        </pc:spChg>
        <pc:spChg chg="add del">
          <ac:chgData name="Jeffrey Moe" userId="495852c6-9817-4bbb-9162-b2e8ad79383d" providerId="ADAL" clId="{45C24337-BC83-426E-8555-560DB5D20005}" dt="2025-12-12T14:27:03.296" v="154" actId="26606"/>
          <ac:spMkLst>
            <pc:docMk/>
            <pc:sldMk cId="1442774233" sldId="285"/>
            <ac:spMk id="15" creationId="{B50AB553-2A96-4A92-96F2-93548E096954}"/>
          </ac:spMkLst>
        </pc:spChg>
        <pc:spChg chg="add">
          <ac:chgData name="Jeffrey Moe" userId="495852c6-9817-4bbb-9162-b2e8ad79383d" providerId="ADAL" clId="{45C24337-BC83-426E-8555-560DB5D20005}" dt="2025-12-12T14:27:03.312" v="155" actId="26606"/>
          <ac:spMkLst>
            <pc:docMk/>
            <pc:sldMk cId="1442774233" sldId="285"/>
            <ac:spMk id="16" creationId="{256B2C21-A230-48C0-8DF1-C46611373C44}"/>
          </ac:spMkLst>
        </pc:spChg>
        <pc:spChg chg="add">
          <ac:chgData name="Jeffrey Moe" userId="495852c6-9817-4bbb-9162-b2e8ad79383d" providerId="ADAL" clId="{45C24337-BC83-426E-8555-560DB5D20005}" dt="2025-12-12T14:27:03.312" v="155" actId="26606"/>
          <ac:spMkLst>
            <pc:docMk/>
            <pc:sldMk cId="1442774233" sldId="285"/>
            <ac:spMk id="18" creationId="{3847E18C-932D-4C95-AABA-FEC7C9499AD7}"/>
          </ac:spMkLst>
        </pc:spChg>
        <pc:spChg chg="add">
          <ac:chgData name="Jeffrey Moe" userId="495852c6-9817-4bbb-9162-b2e8ad79383d" providerId="ADAL" clId="{45C24337-BC83-426E-8555-560DB5D20005}" dt="2025-12-12T14:27:03.312" v="155" actId="26606"/>
          <ac:spMkLst>
            <pc:docMk/>
            <pc:sldMk cId="1442774233" sldId="285"/>
            <ac:spMk id="20" creationId="{3150CB11-0C61-439E-910F-5787759E72A0}"/>
          </ac:spMkLst>
        </pc:spChg>
        <pc:spChg chg="add">
          <ac:chgData name="Jeffrey Moe" userId="495852c6-9817-4bbb-9162-b2e8ad79383d" providerId="ADAL" clId="{45C24337-BC83-426E-8555-560DB5D20005}" dt="2025-12-12T14:27:03.312" v="155" actId="26606"/>
          <ac:spMkLst>
            <pc:docMk/>
            <pc:sldMk cId="1442774233" sldId="285"/>
            <ac:spMk id="22" creationId="{43F8A58B-5155-44CE-A5FF-7647B47D0A7A}"/>
          </ac:spMkLst>
        </pc:spChg>
        <pc:spChg chg="add">
          <ac:chgData name="Jeffrey Moe" userId="495852c6-9817-4bbb-9162-b2e8ad79383d" providerId="ADAL" clId="{45C24337-BC83-426E-8555-560DB5D20005}" dt="2025-12-12T14:27:03.312" v="155" actId="26606"/>
          <ac:spMkLst>
            <pc:docMk/>
            <pc:sldMk cId="1442774233" sldId="285"/>
            <ac:spMk id="24" creationId="{443F2ACA-E6D6-4028-82DD-F03C262D5DE6}"/>
          </ac:spMkLst>
        </pc:spChg>
        <pc:graphicFrameChg chg="add del">
          <ac:chgData name="Jeffrey Moe" userId="495852c6-9817-4bbb-9162-b2e8ad79383d" providerId="ADAL" clId="{45C24337-BC83-426E-8555-560DB5D20005}" dt="2025-12-12T14:27:03.296" v="154" actId="26606"/>
          <ac:graphicFrameMkLst>
            <pc:docMk/>
            <pc:sldMk cId="1442774233" sldId="285"/>
            <ac:graphicFrameMk id="10" creationId="{E565BC80-F749-8CC7-98AE-F8F872DA50C4}"/>
          </ac:graphicFrameMkLst>
        </pc:graphicFrameChg>
        <pc:graphicFrameChg chg="add modGraphic">
          <ac:chgData name="Jeffrey Moe" userId="495852c6-9817-4bbb-9162-b2e8ad79383d" providerId="ADAL" clId="{45C24337-BC83-426E-8555-560DB5D20005}" dt="2025-12-12T14:27:12.268" v="156" actId="403"/>
          <ac:graphicFrameMkLst>
            <pc:docMk/>
            <pc:sldMk cId="1442774233" sldId="285"/>
            <ac:graphicFrameMk id="17" creationId="{F40849BB-E8FA-7B73-155C-0E5876AC331F}"/>
          </ac:graphicFrameMkLst>
        </pc:graphicFrameChg>
        <pc:picChg chg="add del">
          <ac:chgData name="Jeffrey Moe" userId="495852c6-9817-4bbb-9162-b2e8ad79383d" providerId="ADAL" clId="{45C24337-BC83-426E-8555-560DB5D20005}" dt="2025-12-12T14:27:03.296" v="154" actId="26606"/>
          <ac:picMkLst>
            <pc:docMk/>
            <pc:sldMk cId="1442774233" sldId="285"/>
            <ac:picMk id="11" creationId="{85C9EE63-FA12-9C89-178F-D9B16106F1A9}"/>
          </ac:picMkLst>
        </pc:picChg>
      </pc:sldChg>
      <pc:sldChg chg="addSp delSp modSp mod ord setBg modShow">
        <pc:chgData name="Jeffrey Moe" userId="495852c6-9817-4bbb-9162-b2e8ad79383d" providerId="ADAL" clId="{45C24337-BC83-426E-8555-560DB5D20005}" dt="2025-12-12T14:31:24.558" v="201" actId="26606"/>
        <pc:sldMkLst>
          <pc:docMk/>
          <pc:sldMk cId="1290097382" sldId="286"/>
        </pc:sldMkLst>
        <pc:spChg chg="mod">
          <ac:chgData name="Jeffrey Moe" userId="495852c6-9817-4bbb-9162-b2e8ad79383d" providerId="ADAL" clId="{45C24337-BC83-426E-8555-560DB5D20005}" dt="2025-12-12T14:31:24.558" v="201" actId="26606"/>
          <ac:spMkLst>
            <pc:docMk/>
            <pc:sldMk cId="1290097382" sldId="286"/>
            <ac:spMk id="2" creationId="{51CD571E-2BDF-AD5B-B5BC-0A6C35F0A106}"/>
          </ac:spMkLst>
        </pc:spChg>
        <pc:spChg chg="add del">
          <ac:chgData name="Jeffrey Moe" userId="495852c6-9817-4bbb-9162-b2e8ad79383d" providerId="ADAL" clId="{45C24337-BC83-426E-8555-560DB5D20005}" dt="2025-12-12T14:31:24.558" v="201" actId="26606"/>
          <ac:spMkLst>
            <pc:docMk/>
            <pc:sldMk cId="1290097382" sldId="286"/>
            <ac:spMk id="3" creationId="{322F715A-2A86-00F3-EAB4-4AD72C852049}"/>
          </ac:spMkLst>
        </pc:spChg>
        <pc:spChg chg="add del">
          <ac:chgData name="Jeffrey Moe" userId="495852c6-9817-4bbb-9162-b2e8ad79383d" providerId="ADAL" clId="{45C24337-BC83-426E-8555-560DB5D20005}" dt="2025-12-12T14:31:24.545" v="200" actId="26606"/>
          <ac:spMkLst>
            <pc:docMk/>
            <pc:sldMk cId="1290097382" sldId="286"/>
            <ac:spMk id="9" creationId="{BACC6370-2D7E-4714-9D71-7542949D7D5D}"/>
          </ac:spMkLst>
        </pc:spChg>
        <pc:spChg chg="add del">
          <ac:chgData name="Jeffrey Moe" userId="495852c6-9817-4bbb-9162-b2e8ad79383d" providerId="ADAL" clId="{45C24337-BC83-426E-8555-560DB5D20005}" dt="2025-12-12T14:31:24.545" v="200" actId="26606"/>
          <ac:spMkLst>
            <pc:docMk/>
            <pc:sldMk cId="1290097382" sldId="286"/>
            <ac:spMk id="11" creationId="{256B2C21-A230-48C0-8DF1-C46611373C44}"/>
          </ac:spMkLst>
        </pc:spChg>
        <pc:spChg chg="add del">
          <ac:chgData name="Jeffrey Moe" userId="495852c6-9817-4bbb-9162-b2e8ad79383d" providerId="ADAL" clId="{45C24337-BC83-426E-8555-560DB5D20005}" dt="2025-12-12T14:31:24.545" v="200" actId="26606"/>
          <ac:spMkLst>
            <pc:docMk/>
            <pc:sldMk cId="1290097382" sldId="286"/>
            <ac:spMk id="13" creationId="{3847E18C-932D-4C95-AABA-FEC7C9499AD7}"/>
          </ac:spMkLst>
        </pc:spChg>
        <pc:spChg chg="add del">
          <ac:chgData name="Jeffrey Moe" userId="495852c6-9817-4bbb-9162-b2e8ad79383d" providerId="ADAL" clId="{45C24337-BC83-426E-8555-560DB5D20005}" dt="2025-12-12T14:31:24.545" v="200" actId="26606"/>
          <ac:spMkLst>
            <pc:docMk/>
            <pc:sldMk cId="1290097382" sldId="286"/>
            <ac:spMk id="15" creationId="{3150CB11-0C61-439E-910F-5787759E72A0}"/>
          </ac:spMkLst>
        </pc:spChg>
        <pc:spChg chg="add del">
          <ac:chgData name="Jeffrey Moe" userId="495852c6-9817-4bbb-9162-b2e8ad79383d" providerId="ADAL" clId="{45C24337-BC83-426E-8555-560DB5D20005}" dt="2025-12-12T14:31:24.545" v="200" actId="26606"/>
          <ac:spMkLst>
            <pc:docMk/>
            <pc:sldMk cId="1290097382" sldId="286"/>
            <ac:spMk id="17" creationId="{43F8A58B-5155-44CE-A5FF-7647B47D0A7A}"/>
          </ac:spMkLst>
        </pc:spChg>
        <pc:spChg chg="add del">
          <ac:chgData name="Jeffrey Moe" userId="495852c6-9817-4bbb-9162-b2e8ad79383d" providerId="ADAL" clId="{45C24337-BC83-426E-8555-560DB5D20005}" dt="2025-12-12T14:31:24.545" v="200" actId="26606"/>
          <ac:spMkLst>
            <pc:docMk/>
            <pc:sldMk cId="1290097382" sldId="286"/>
            <ac:spMk id="19" creationId="{443F2ACA-E6D6-4028-82DD-F03C262D5DE6}"/>
          </ac:spMkLst>
        </pc:spChg>
        <pc:spChg chg="add">
          <ac:chgData name="Jeffrey Moe" userId="495852c6-9817-4bbb-9162-b2e8ad79383d" providerId="ADAL" clId="{45C24337-BC83-426E-8555-560DB5D20005}" dt="2025-12-12T14:31:24.558" v="201" actId="26606"/>
          <ac:spMkLst>
            <pc:docMk/>
            <pc:sldMk cId="1290097382" sldId="286"/>
            <ac:spMk id="21" creationId="{BACC6370-2D7E-4714-9D71-7542949D7D5D}"/>
          </ac:spMkLst>
        </pc:spChg>
        <pc:spChg chg="add">
          <ac:chgData name="Jeffrey Moe" userId="495852c6-9817-4bbb-9162-b2e8ad79383d" providerId="ADAL" clId="{45C24337-BC83-426E-8555-560DB5D20005}" dt="2025-12-12T14:31:24.558" v="201" actId="26606"/>
          <ac:spMkLst>
            <pc:docMk/>
            <pc:sldMk cId="1290097382" sldId="286"/>
            <ac:spMk id="22" creationId="{256B2C21-A230-48C0-8DF1-C46611373C44}"/>
          </ac:spMkLst>
        </pc:spChg>
        <pc:spChg chg="add">
          <ac:chgData name="Jeffrey Moe" userId="495852c6-9817-4bbb-9162-b2e8ad79383d" providerId="ADAL" clId="{45C24337-BC83-426E-8555-560DB5D20005}" dt="2025-12-12T14:31:24.558" v="201" actId="26606"/>
          <ac:spMkLst>
            <pc:docMk/>
            <pc:sldMk cId="1290097382" sldId="286"/>
            <ac:spMk id="23" creationId="{3847E18C-932D-4C95-AABA-FEC7C9499AD7}"/>
          </ac:spMkLst>
        </pc:spChg>
        <pc:spChg chg="add">
          <ac:chgData name="Jeffrey Moe" userId="495852c6-9817-4bbb-9162-b2e8ad79383d" providerId="ADAL" clId="{45C24337-BC83-426E-8555-560DB5D20005}" dt="2025-12-12T14:31:24.558" v="201" actId="26606"/>
          <ac:spMkLst>
            <pc:docMk/>
            <pc:sldMk cId="1290097382" sldId="286"/>
            <ac:spMk id="24" creationId="{3150CB11-0C61-439E-910F-5787759E72A0}"/>
          </ac:spMkLst>
        </pc:spChg>
        <pc:spChg chg="add">
          <ac:chgData name="Jeffrey Moe" userId="495852c6-9817-4bbb-9162-b2e8ad79383d" providerId="ADAL" clId="{45C24337-BC83-426E-8555-560DB5D20005}" dt="2025-12-12T14:31:24.558" v="201" actId="26606"/>
          <ac:spMkLst>
            <pc:docMk/>
            <pc:sldMk cId="1290097382" sldId="286"/>
            <ac:spMk id="25" creationId="{43F8A58B-5155-44CE-A5FF-7647B47D0A7A}"/>
          </ac:spMkLst>
        </pc:spChg>
        <pc:spChg chg="add">
          <ac:chgData name="Jeffrey Moe" userId="495852c6-9817-4bbb-9162-b2e8ad79383d" providerId="ADAL" clId="{45C24337-BC83-426E-8555-560DB5D20005}" dt="2025-12-12T14:31:24.558" v="201" actId="26606"/>
          <ac:spMkLst>
            <pc:docMk/>
            <pc:sldMk cId="1290097382" sldId="286"/>
            <ac:spMk id="26" creationId="{443F2ACA-E6D6-4028-82DD-F03C262D5DE6}"/>
          </ac:spMkLst>
        </pc:spChg>
        <pc:graphicFrameChg chg="add del">
          <ac:chgData name="Jeffrey Moe" userId="495852c6-9817-4bbb-9162-b2e8ad79383d" providerId="ADAL" clId="{45C24337-BC83-426E-8555-560DB5D20005}" dt="2025-12-12T14:31:24.545" v="200" actId="26606"/>
          <ac:graphicFrameMkLst>
            <pc:docMk/>
            <pc:sldMk cId="1290097382" sldId="286"/>
            <ac:graphicFrameMk id="5" creationId="{10764285-B73A-F606-2066-35CFDCDB7FD7}"/>
          </ac:graphicFrameMkLst>
        </pc:graphicFrameChg>
        <pc:graphicFrameChg chg="add">
          <ac:chgData name="Jeffrey Moe" userId="495852c6-9817-4bbb-9162-b2e8ad79383d" providerId="ADAL" clId="{45C24337-BC83-426E-8555-560DB5D20005}" dt="2025-12-12T14:31:24.558" v="201" actId="26606"/>
          <ac:graphicFrameMkLst>
            <pc:docMk/>
            <pc:sldMk cId="1290097382" sldId="286"/>
            <ac:graphicFrameMk id="27" creationId="{D964BBD5-98F8-D581-400F-8D5BBBE306A1}"/>
          </ac:graphicFrameMkLst>
        </pc:graphicFrameChg>
      </pc:sldChg>
      <pc:sldChg chg="addSp delSp modSp mod ord setBg">
        <pc:chgData name="Jeffrey Moe" userId="495852c6-9817-4bbb-9162-b2e8ad79383d" providerId="ADAL" clId="{45C24337-BC83-426E-8555-560DB5D20005}" dt="2025-12-12T15:27:04.221" v="637"/>
        <pc:sldMkLst>
          <pc:docMk/>
          <pc:sldMk cId="1431511347" sldId="287"/>
        </pc:sldMkLst>
        <pc:spChg chg="mod">
          <ac:chgData name="Jeffrey Moe" userId="495852c6-9817-4bbb-9162-b2e8ad79383d" providerId="ADAL" clId="{45C24337-BC83-426E-8555-560DB5D20005}" dt="2025-12-12T14:31:17.046" v="198" actId="26606"/>
          <ac:spMkLst>
            <pc:docMk/>
            <pc:sldMk cId="1431511347" sldId="287"/>
            <ac:spMk id="2" creationId="{9F4D6AAE-2BE3-564B-07E1-C47317DB886E}"/>
          </ac:spMkLst>
        </pc:spChg>
        <pc:spChg chg="del">
          <ac:chgData name="Jeffrey Moe" userId="495852c6-9817-4bbb-9162-b2e8ad79383d" providerId="ADAL" clId="{45C24337-BC83-426E-8555-560DB5D20005}" dt="2025-12-12T14:31:17.046" v="198" actId="26606"/>
          <ac:spMkLst>
            <pc:docMk/>
            <pc:sldMk cId="1431511347" sldId="287"/>
            <ac:spMk id="3" creationId="{B836612F-40B0-3825-FF0F-1E3037D8C5C7}"/>
          </ac:spMkLst>
        </pc:spChg>
        <pc:spChg chg="add">
          <ac:chgData name="Jeffrey Moe" userId="495852c6-9817-4bbb-9162-b2e8ad79383d" providerId="ADAL" clId="{45C24337-BC83-426E-8555-560DB5D20005}" dt="2025-12-12T14:31:17.046" v="198" actId="26606"/>
          <ac:spMkLst>
            <pc:docMk/>
            <pc:sldMk cId="1431511347" sldId="287"/>
            <ac:spMk id="9" creationId="{BACC6370-2D7E-4714-9D71-7542949D7D5D}"/>
          </ac:spMkLst>
        </pc:spChg>
        <pc:spChg chg="add">
          <ac:chgData name="Jeffrey Moe" userId="495852c6-9817-4bbb-9162-b2e8ad79383d" providerId="ADAL" clId="{45C24337-BC83-426E-8555-560DB5D20005}" dt="2025-12-12T14:31:17.046" v="198" actId="26606"/>
          <ac:spMkLst>
            <pc:docMk/>
            <pc:sldMk cId="1431511347" sldId="287"/>
            <ac:spMk id="11" creationId="{256B2C21-A230-48C0-8DF1-C46611373C44}"/>
          </ac:spMkLst>
        </pc:spChg>
        <pc:spChg chg="add">
          <ac:chgData name="Jeffrey Moe" userId="495852c6-9817-4bbb-9162-b2e8ad79383d" providerId="ADAL" clId="{45C24337-BC83-426E-8555-560DB5D20005}" dt="2025-12-12T14:31:17.046" v="198" actId="26606"/>
          <ac:spMkLst>
            <pc:docMk/>
            <pc:sldMk cId="1431511347" sldId="287"/>
            <ac:spMk id="13" creationId="{3847E18C-932D-4C95-AABA-FEC7C9499AD7}"/>
          </ac:spMkLst>
        </pc:spChg>
        <pc:spChg chg="add">
          <ac:chgData name="Jeffrey Moe" userId="495852c6-9817-4bbb-9162-b2e8ad79383d" providerId="ADAL" clId="{45C24337-BC83-426E-8555-560DB5D20005}" dt="2025-12-12T14:31:17.046" v="198" actId="26606"/>
          <ac:spMkLst>
            <pc:docMk/>
            <pc:sldMk cId="1431511347" sldId="287"/>
            <ac:spMk id="15" creationId="{3150CB11-0C61-439E-910F-5787759E72A0}"/>
          </ac:spMkLst>
        </pc:spChg>
        <pc:spChg chg="add">
          <ac:chgData name="Jeffrey Moe" userId="495852c6-9817-4bbb-9162-b2e8ad79383d" providerId="ADAL" clId="{45C24337-BC83-426E-8555-560DB5D20005}" dt="2025-12-12T14:31:17.046" v="198" actId="26606"/>
          <ac:spMkLst>
            <pc:docMk/>
            <pc:sldMk cId="1431511347" sldId="287"/>
            <ac:spMk id="17" creationId="{43F8A58B-5155-44CE-A5FF-7647B47D0A7A}"/>
          </ac:spMkLst>
        </pc:spChg>
        <pc:spChg chg="add">
          <ac:chgData name="Jeffrey Moe" userId="495852c6-9817-4bbb-9162-b2e8ad79383d" providerId="ADAL" clId="{45C24337-BC83-426E-8555-560DB5D20005}" dt="2025-12-12T14:31:17.046" v="198" actId="26606"/>
          <ac:spMkLst>
            <pc:docMk/>
            <pc:sldMk cId="1431511347" sldId="287"/>
            <ac:spMk id="19" creationId="{443F2ACA-E6D6-4028-82DD-F03C262D5DE6}"/>
          </ac:spMkLst>
        </pc:spChg>
        <pc:graphicFrameChg chg="add">
          <ac:chgData name="Jeffrey Moe" userId="495852c6-9817-4bbb-9162-b2e8ad79383d" providerId="ADAL" clId="{45C24337-BC83-426E-8555-560DB5D20005}" dt="2025-12-12T14:31:17.046" v="198" actId="26606"/>
          <ac:graphicFrameMkLst>
            <pc:docMk/>
            <pc:sldMk cId="1431511347" sldId="287"/>
            <ac:graphicFrameMk id="5" creationId="{3817F870-FDA6-C35A-7FBE-096366224917}"/>
          </ac:graphicFrameMkLst>
        </pc:graphicFrameChg>
      </pc:sldChg>
      <pc:sldChg chg="addSp delSp modSp add mod ord setBg">
        <pc:chgData name="Jeffrey Moe" userId="495852c6-9817-4bbb-9162-b2e8ad79383d" providerId="ADAL" clId="{45C24337-BC83-426E-8555-560DB5D20005}" dt="2025-12-12T15:26:18.125" v="633"/>
        <pc:sldMkLst>
          <pc:docMk/>
          <pc:sldMk cId="1096694104" sldId="288"/>
        </pc:sldMkLst>
        <pc:spChg chg="mod">
          <ac:chgData name="Jeffrey Moe" userId="495852c6-9817-4bbb-9162-b2e8ad79383d" providerId="ADAL" clId="{45C24337-BC83-426E-8555-560DB5D20005}" dt="2025-12-12T14:51:47.006" v="313" actId="26606"/>
          <ac:spMkLst>
            <pc:docMk/>
            <pc:sldMk cId="1096694104" sldId="288"/>
            <ac:spMk id="2" creationId="{2884ECFC-3304-28F3-6421-3F0846EB5EE4}"/>
          </ac:spMkLst>
        </pc:spChg>
        <pc:spChg chg="del">
          <ac:chgData name="Jeffrey Moe" userId="495852c6-9817-4bbb-9162-b2e8ad79383d" providerId="ADAL" clId="{45C24337-BC83-426E-8555-560DB5D20005}" dt="2025-12-12T14:51:47.006" v="313" actId="26606"/>
          <ac:spMkLst>
            <pc:docMk/>
            <pc:sldMk cId="1096694104" sldId="288"/>
            <ac:spMk id="3" creationId="{D1BF9189-3774-08AF-26CC-C6ED585385AD}"/>
          </ac:spMkLst>
        </pc:spChg>
        <pc:spChg chg="add">
          <ac:chgData name="Jeffrey Moe" userId="495852c6-9817-4bbb-9162-b2e8ad79383d" providerId="ADAL" clId="{45C24337-BC83-426E-8555-560DB5D20005}" dt="2025-12-12T14:51:47.006" v="313" actId="26606"/>
          <ac:spMkLst>
            <pc:docMk/>
            <pc:sldMk cId="1096694104" sldId="288"/>
            <ac:spMk id="9" creationId="{BACC6370-2D7E-4714-9D71-7542949D7D5D}"/>
          </ac:spMkLst>
        </pc:spChg>
        <pc:spChg chg="add">
          <ac:chgData name="Jeffrey Moe" userId="495852c6-9817-4bbb-9162-b2e8ad79383d" providerId="ADAL" clId="{45C24337-BC83-426E-8555-560DB5D20005}" dt="2025-12-12T14:51:47.006" v="313" actId="26606"/>
          <ac:spMkLst>
            <pc:docMk/>
            <pc:sldMk cId="1096694104" sldId="288"/>
            <ac:spMk id="11" creationId="{F68B3F68-107C-434F-AA38-110D5EA91B85}"/>
          </ac:spMkLst>
        </pc:spChg>
        <pc:spChg chg="add">
          <ac:chgData name="Jeffrey Moe" userId="495852c6-9817-4bbb-9162-b2e8ad79383d" providerId="ADAL" clId="{45C24337-BC83-426E-8555-560DB5D20005}" dt="2025-12-12T14:51:47.006" v="313" actId="26606"/>
          <ac:spMkLst>
            <pc:docMk/>
            <pc:sldMk cId="1096694104" sldId="288"/>
            <ac:spMk id="13" creationId="{AAD0DBB9-1A4B-4391-81D4-CB19F9AB918A}"/>
          </ac:spMkLst>
        </pc:spChg>
        <pc:spChg chg="add">
          <ac:chgData name="Jeffrey Moe" userId="495852c6-9817-4bbb-9162-b2e8ad79383d" providerId="ADAL" clId="{45C24337-BC83-426E-8555-560DB5D20005}" dt="2025-12-12T14:51:47.006" v="313" actId="26606"/>
          <ac:spMkLst>
            <pc:docMk/>
            <pc:sldMk cId="1096694104" sldId="288"/>
            <ac:spMk id="15" creationId="{063BBA22-50EA-4C4D-BE05-F1CE4E63AA56}"/>
          </ac:spMkLst>
        </pc:spChg>
        <pc:graphicFrameChg chg="add">
          <ac:chgData name="Jeffrey Moe" userId="495852c6-9817-4bbb-9162-b2e8ad79383d" providerId="ADAL" clId="{45C24337-BC83-426E-8555-560DB5D20005}" dt="2025-12-12T14:51:47.006" v="313" actId="26606"/>
          <ac:graphicFrameMkLst>
            <pc:docMk/>
            <pc:sldMk cId="1096694104" sldId="288"/>
            <ac:graphicFrameMk id="5" creationId="{3349236B-3858-2B7C-93E9-94D6653E6D4D}"/>
          </ac:graphicFrameMkLst>
        </pc:graphicFrameChg>
      </pc:sldChg>
      <pc:sldChg chg="del">
        <pc:chgData name="Jeffrey Moe" userId="495852c6-9817-4bbb-9162-b2e8ad79383d" providerId="ADAL" clId="{45C24337-BC83-426E-8555-560DB5D20005}" dt="2025-12-12T14:35:22.146" v="232" actId="2696"/>
        <pc:sldMkLst>
          <pc:docMk/>
          <pc:sldMk cId="3283668326" sldId="288"/>
        </pc:sldMkLst>
      </pc:sldChg>
      <pc:sldChg chg="ord">
        <pc:chgData name="Jeffrey Moe" userId="495852c6-9817-4bbb-9162-b2e8ad79383d" providerId="ADAL" clId="{45C24337-BC83-426E-8555-560DB5D20005}" dt="2025-12-12T14:37:24.794" v="293"/>
        <pc:sldMkLst>
          <pc:docMk/>
          <pc:sldMk cId="3571377476" sldId="289"/>
        </pc:sldMkLst>
      </pc:sldChg>
      <pc:sldChg chg="addSp modSp mod ord setBg">
        <pc:chgData name="Jeffrey Moe" userId="495852c6-9817-4bbb-9162-b2e8ad79383d" providerId="ADAL" clId="{45C24337-BC83-426E-8555-560DB5D20005}" dt="2025-12-12T17:10:07.290" v="1336" actId="14100"/>
        <pc:sldMkLst>
          <pc:docMk/>
          <pc:sldMk cId="3100603997" sldId="290"/>
        </pc:sldMkLst>
        <pc:spChg chg="mod">
          <ac:chgData name="Jeffrey Moe" userId="495852c6-9817-4bbb-9162-b2e8ad79383d" providerId="ADAL" clId="{45C24337-BC83-426E-8555-560DB5D20005}" dt="2025-12-12T17:09:57.880" v="1334" actId="26606"/>
          <ac:spMkLst>
            <pc:docMk/>
            <pc:sldMk cId="3100603997" sldId="290"/>
            <ac:spMk id="2" creationId="{958BF65B-7913-B1C3-43D5-B0363D551579}"/>
          </ac:spMkLst>
        </pc:spChg>
        <pc:spChg chg="mod">
          <ac:chgData name="Jeffrey Moe" userId="495852c6-9817-4bbb-9162-b2e8ad79383d" providerId="ADAL" clId="{45C24337-BC83-426E-8555-560DB5D20005}" dt="2025-12-12T17:10:07.290" v="1336" actId="14100"/>
          <ac:spMkLst>
            <pc:docMk/>
            <pc:sldMk cId="3100603997" sldId="290"/>
            <ac:spMk id="3" creationId="{88863287-BE74-5B64-1966-6948690FE702}"/>
          </ac:spMkLst>
        </pc:spChg>
        <pc:spChg chg="add">
          <ac:chgData name="Jeffrey Moe" userId="495852c6-9817-4bbb-9162-b2e8ad79383d" providerId="ADAL" clId="{45C24337-BC83-426E-8555-560DB5D20005}" dt="2025-12-12T17:09:57.880" v="1334" actId="26606"/>
          <ac:spMkLst>
            <pc:docMk/>
            <pc:sldMk cId="3100603997" sldId="290"/>
            <ac:spMk id="1031" creationId="{2B97F24A-32CE-4C1C-A50D-3016B394DCFB}"/>
          </ac:spMkLst>
        </pc:spChg>
        <pc:spChg chg="add">
          <ac:chgData name="Jeffrey Moe" userId="495852c6-9817-4bbb-9162-b2e8ad79383d" providerId="ADAL" clId="{45C24337-BC83-426E-8555-560DB5D20005}" dt="2025-12-12T17:09:57.880" v="1334" actId="26606"/>
          <ac:spMkLst>
            <pc:docMk/>
            <pc:sldMk cId="3100603997" sldId="290"/>
            <ac:spMk id="1033" creationId="{CD8B4F24-440B-49E9-B85D-733523DC064B}"/>
          </ac:spMkLst>
        </pc:spChg>
        <pc:picChg chg="mod">
          <ac:chgData name="Jeffrey Moe" userId="495852c6-9817-4bbb-9162-b2e8ad79383d" providerId="ADAL" clId="{45C24337-BC83-426E-8555-560DB5D20005}" dt="2025-12-12T17:09:57.880" v="1334" actId="26606"/>
          <ac:picMkLst>
            <pc:docMk/>
            <pc:sldMk cId="3100603997" sldId="290"/>
            <ac:picMk id="1026" creationId="{9C061B7F-5B10-BB45-3DCD-06884F513B37}"/>
          </ac:picMkLst>
        </pc:picChg>
      </pc:sldChg>
      <pc:sldChg chg="modSp mod ord">
        <pc:chgData name="Jeffrey Moe" userId="495852c6-9817-4bbb-9162-b2e8ad79383d" providerId="ADAL" clId="{45C24337-BC83-426E-8555-560DB5D20005}" dt="2025-12-12T15:50:56.257" v="987" actId="20577"/>
        <pc:sldMkLst>
          <pc:docMk/>
          <pc:sldMk cId="3909203987" sldId="291"/>
        </pc:sldMkLst>
        <pc:spChg chg="mod">
          <ac:chgData name="Jeffrey Moe" userId="495852c6-9817-4bbb-9162-b2e8ad79383d" providerId="ADAL" clId="{45C24337-BC83-426E-8555-560DB5D20005}" dt="2025-12-12T15:50:56.257" v="987" actId="20577"/>
          <ac:spMkLst>
            <pc:docMk/>
            <pc:sldMk cId="3909203987" sldId="291"/>
            <ac:spMk id="2" creationId="{EDE49C07-BB27-97F1-E641-0E1978E0E411}"/>
          </ac:spMkLst>
        </pc:spChg>
      </pc:sldChg>
      <pc:sldChg chg="addSp modSp mod ord setBg">
        <pc:chgData name="Jeffrey Moe" userId="495852c6-9817-4bbb-9162-b2e8ad79383d" providerId="ADAL" clId="{45C24337-BC83-426E-8555-560DB5D20005}" dt="2025-12-12T14:32:36.693" v="211" actId="26606"/>
        <pc:sldMkLst>
          <pc:docMk/>
          <pc:sldMk cId="1880905997" sldId="292"/>
        </pc:sldMkLst>
        <pc:spChg chg="mod">
          <ac:chgData name="Jeffrey Moe" userId="495852c6-9817-4bbb-9162-b2e8ad79383d" providerId="ADAL" clId="{45C24337-BC83-426E-8555-560DB5D20005}" dt="2025-12-12T14:32:36.693" v="211" actId="26606"/>
          <ac:spMkLst>
            <pc:docMk/>
            <pc:sldMk cId="1880905997" sldId="292"/>
            <ac:spMk id="2" creationId="{19694E2F-3DC9-2868-C885-4779C2606C70}"/>
          </ac:spMkLst>
        </pc:spChg>
        <pc:spChg chg="mod">
          <ac:chgData name="Jeffrey Moe" userId="495852c6-9817-4bbb-9162-b2e8ad79383d" providerId="ADAL" clId="{45C24337-BC83-426E-8555-560DB5D20005}" dt="2025-12-12T14:32:36.693" v="211" actId="26606"/>
          <ac:spMkLst>
            <pc:docMk/>
            <pc:sldMk cId="1880905997" sldId="292"/>
            <ac:spMk id="3" creationId="{240EE8EC-A155-8FA4-FA72-77A810C1854E}"/>
          </ac:spMkLst>
        </pc:spChg>
        <pc:spChg chg="add">
          <ac:chgData name="Jeffrey Moe" userId="495852c6-9817-4bbb-9162-b2e8ad79383d" providerId="ADAL" clId="{45C24337-BC83-426E-8555-560DB5D20005}" dt="2025-12-12T14:32:36.693" v="211" actId="26606"/>
          <ac:spMkLst>
            <pc:docMk/>
            <pc:sldMk cId="1880905997" sldId="292"/>
            <ac:spMk id="2055" creationId="{1B15ED52-F352-441B-82BF-E0EA34836D08}"/>
          </ac:spMkLst>
        </pc:spChg>
        <pc:spChg chg="add">
          <ac:chgData name="Jeffrey Moe" userId="495852c6-9817-4bbb-9162-b2e8ad79383d" providerId="ADAL" clId="{45C24337-BC83-426E-8555-560DB5D20005}" dt="2025-12-12T14:32:36.693" v="211" actId="26606"/>
          <ac:spMkLst>
            <pc:docMk/>
            <pc:sldMk cId="1880905997" sldId="292"/>
            <ac:spMk id="2057" creationId="{61707E60-CEC9-4661-AA82-69242EB4BDC3}"/>
          </ac:spMkLst>
        </pc:spChg>
        <pc:spChg chg="add">
          <ac:chgData name="Jeffrey Moe" userId="495852c6-9817-4bbb-9162-b2e8ad79383d" providerId="ADAL" clId="{45C24337-BC83-426E-8555-560DB5D20005}" dt="2025-12-12T14:32:36.693" v="211" actId="26606"/>
          <ac:spMkLst>
            <pc:docMk/>
            <pc:sldMk cId="1880905997" sldId="292"/>
            <ac:spMk id="2059" creationId="{8F035CD8-AE30-4146-96F2-036B0CE5E4F3}"/>
          </ac:spMkLst>
        </pc:spChg>
        <pc:picChg chg="mod">
          <ac:chgData name="Jeffrey Moe" userId="495852c6-9817-4bbb-9162-b2e8ad79383d" providerId="ADAL" clId="{45C24337-BC83-426E-8555-560DB5D20005}" dt="2025-12-12T14:32:36.693" v="211" actId="26606"/>
          <ac:picMkLst>
            <pc:docMk/>
            <pc:sldMk cId="1880905997" sldId="292"/>
            <ac:picMk id="2050" creationId="{FA607927-AD95-C189-1CDC-01E25CE039EB}"/>
          </ac:picMkLst>
        </pc:picChg>
      </pc:sldChg>
      <pc:sldChg chg="ord">
        <pc:chgData name="Jeffrey Moe" userId="495852c6-9817-4bbb-9162-b2e8ad79383d" providerId="ADAL" clId="{45C24337-BC83-426E-8555-560DB5D20005}" dt="2025-12-12T15:51:24.677" v="989"/>
        <pc:sldMkLst>
          <pc:docMk/>
          <pc:sldMk cId="3717833312" sldId="293"/>
        </pc:sldMkLst>
      </pc:sldChg>
      <pc:sldChg chg="add del ord">
        <pc:chgData name="Jeffrey Moe" userId="495852c6-9817-4bbb-9162-b2e8ad79383d" providerId="ADAL" clId="{45C24337-BC83-426E-8555-560DB5D20005}" dt="2025-12-12T15:05:40.026" v="507" actId="47"/>
        <pc:sldMkLst>
          <pc:docMk/>
          <pc:sldMk cId="1243282044" sldId="294"/>
        </pc:sldMkLst>
      </pc:sldChg>
      <pc:sldChg chg="del">
        <pc:chgData name="Jeffrey Moe" userId="495852c6-9817-4bbb-9162-b2e8ad79383d" providerId="ADAL" clId="{45C24337-BC83-426E-8555-560DB5D20005}" dt="2025-12-12T14:35:22.146" v="232" actId="2696"/>
        <pc:sldMkLst>
          <pc:docMk/>
          <pc:sldMk cId="2062569504" sldId="294"/>
        </pc:sldMkLst>
      </pc:sldChg>
      <pc:sldChg chg="del">
        <pc:chgData name="Jeffrey Moe" userId="495852c6-9817-4bbb-9162-b2e8ad79383d" providerId="ADAL" clId="{45C24337-BC83-426E-8555-560DB5D20005}" dt="2025-12-12T14:35:22.146" v="232" actId="2696"/>
        <pc:sldMkLst>
          <pc:docMk/>
          <pc:sldMk cId="2109299963" sldId="295"/>
        </pc:sldMkLst>
      </pc:sldChg>
      <pc:sldChg chg="add ord">
        <pc:chgData name="Jeffrey Moe" userId="495852c6-9817-4bbb-9162-b2e8ad79383d" providerId="ADAL" clId="{45C24337-BC83-426E-8555-560DB5D20005}" dt="2025-12-12T14:40:35.078" v="312"/>
        <pc:sldMkLst>
          <pc:docMk/>
          <pc:sldMk cId="3885378706" sldId="295"/>
        </pc:sldMkLst>
      </pc:sldChg>
      <pc:sldChg chg="addSp delSp modSp mod setBg">
        <pc:chgData name="Jeffrey Moe" userId="495852c6-9817-4bbb-9162-b2e8ad79383d" providerId="ADAL" clId="{45C24337-BC83-426E-8555-560DB5D20005}" dt="2025-12-12T17:09:43.017" v="1332" actId="27636"/>
        <pc:sldMkLst>
          <pc:docMk/>
          <pc:sldMk cId="3137098140" sldId="297"/>
        </pc:sldMkLst>
        <pc:spChg chg="mod">
          <ac:chgData name="Jeffrey Moe" userId="495852c6-9817-4bbb-9162-b2e8ad79383d" providerId="ADAL" clId="{45C24337-BC83-426E-8555-560DB5D20005}" dt="2025-12-12T17:09:13.421" v="1291" actId="26606"/>
          <ac:spMkLst>
            <pc:docMk/>
            <pc:sldMk cId="3137098140" sldId="297"/>
            <ac:spMk id="5" creationId="{8D586C12-2D28-6230-B94D-28E44713967D}"/>
          </ac:spMkLst>
        </pc:spChg>
        <pc:spChg chg="mod">
          <ac:chgData name="Jeffrey Moe" userId="495852c6-9817-4bbb-9162-b2e8ad79383d" providerId="ADAL" clId="{45C24337-BC83-426E-8555-560DB5D20005}" dt="2025-12-12T17:09:43.017" v="1331" actId="27636"/>
          <ac:spMkLst>
            <pc:docMk/>
            <pc:sldMk cId="3137098140" sldId="297"/>
            <ac:spMk id="6" creationId="{A9336180-5112-BBD5-6153-A513F650A1B6}"/>
          </ac:spMkLst>
        </pc:spChg>
        <pc:spChg chg="mod">
          <ac:chgData name="Jeffrey Moe" userId="495852c6-9817-4bbb-9162-b2e8ad79383d" providerId="ADAL" clId="{45C24337-BC83-426E-8555-560DB5D20005}" dt="2025-12-12T17:09:43.017" v="1332" actId="27636"/>
          <ac:spMkLst>
            <pc:docMk/>
            <pc:sldMk cId="3137098140" sldId="297"/>
            <ac:spMk id="8" creationId="{E5FA141B-B274-CA86-D422-4B2801A04E9A}"/>
          </ac:spMkLst>
        </pc:spChg>
        <pc:spChg chg="add del">
          <ac:chgData name="Jeffrey Moe" userId="495852c6-9817-4bbb-9162-b2e8ad79383d" providerId="ADAL" clId="{45C24337-BC83-426E-8555-560DB5D20005}" dt="2025-12-12T17:09:13.421" v="1290" actId="26606"/>
          <ac:spMkLst>
            <pc:docMk/>
            <pc:sldMk cId="3137098140" sldId="297"/>
            <ac:spMk id="13" creationId="{4C608BEB-860E-4094-8511-78603564A75E}"/>
          </ac:spMkLst>
        </pc:spChg>
        <pc:spChg chg="add">
          <ac:chgData name="Jeffrey Moe" userId="495852c6-9817-4bbb-9162-b2e8ad79383d" providerId="ADAL" clId="{45C24337-BC83-426E-8555-560DB5D20005}" dt="2025-12-12T17:09:13.421" v="1291" actId="26606"/>
          <ac:spMkLst>
            <pc:docMk/>
            <pc:sldMk cId="3137098140" sldId="297"/>
            <ac:spMk id="17" creationId="{CCD444A3-C338-4886-B7F1-4BA2AF46EB64}"/>
          </ac:spMkLst>
        </pc:spChg>
        <pc:spChg chg="add">
          <ac:chgData name="Jeffrey Moe" userId="495852c6-9817-4bbb-9162-b2e8ad79383d" providerId="ADAL" clId="{45C24337-BC83-426E-8555-560DB5D20005}" dt="2025-12-12T17:09:13.421" v="1291" actId="26606"/>
          <ac:spMkLst>
            <pc:docMk/>
            <pc:sldMk cId="3137098140" sldId="297"/>
            <ac:spMk id="18" creationId="{21739CA5-F0F5-48E1-8E8C-F24B71827E46}"/>
          </ac:spMkLst>
        </pc:spChg>
        <pc:spChg chg="add">
          <ac:chgData name="Jeffrey Moe" userId="495852c6-9817-4bbb-9162-b2e8ad79383d" providerId="ADAL" clId="{45C24337-BC83-426E-8555-560DB5D20005}" dt="2025-12-12T17:09:13.421" v="1291" actId="26606"/>
          <ac:spMkLst>
            <pc:docMk/>
            <pc:sldMk cId="3137098140" sldId="297"/>
            <ac:spMk id="19" creationId="{3EAD2937-F230-41D4-B9C5-975B129BFC20}"/>
          </ac:spMkLst>
        </pc:spChg>
        <pc:cxnChg chg="add del">
          <ac:chgData name="Jeffrey Moe" userId="495852c6-9817-4bbb-9162-b2e8ad79383d" providerId="ADAL" clId="{45C24337-BC83-426E-8555-560DB5D20005}" dt="2025-12-12T17:09:13.421" v="1290" actId="26606"/>
          <ac:cxnSpMkLst>
            <pc:docMk/>
            <pc:sldMk cId="3137098140" sldId="297"/>
            <ac:cxnSpMk id="15" creationId="{1F16A8D4-FE87-4604-88B2-394B5D1EB437}"/>
          </ac:cxnSpMkLst>
        </pc:cxnChg>
      </pc:sldChg>
      <pc:sldChg chg="addSp modSp mod setBg">
        <pc:chgData name="Jeffrey Moe" userId="495852c6-9817-4bbb-9162-b2e8ad79383d" providerId="ADAL" clId="{45C24337-BC83-426E-8555-560DB5D20005}" dt="2025-12-12T17:09:49.471" v="1333" actId="26606"/>
        <pc:sldMkLst>
          <pc:docMk/>
          <pc:sldMk cId="3916705754" sldId="298"/>
        </pc:sldMkLst>
        <pc:spChg chg="mod">
          <ac:chgData name="Jeffrey Moe" userId="495852c6-9817-4bbb-9162-b2e8ad79383d" providerId="ADAL" clId="{45C24337-BC83-426E-8555-560DB5D20005}" dt="2025-12-12T17:09:49.471" v="1333" actId="26606"/>
          <ac:spMkLst>
            <pc:docMk/>
            <pc:sldMk cId="3916705754" sldId="298"/>
            <ac:spMk id="2" creationId="{79A7643C-D7BC-59A9-2541-CD47E037AD89}"/>
          </ac:spMkLst>
        </pc:spChg>
        <pc:spChg chg="mod">
          <ac:chgData name="Jeffrey Moe" userId="495852c6-9817-4bbb-9162-b2e8ad79383d" providerId="ADAL" clId="{45C24337-BC83-426E-8555-560DB5D20005}" dt="2025-12-12T17:09:49.471" v="1333" actId="26606"/>
          <ac:spMkLst>
            <pc:docMk/>
            <pc:sldMk cId="3916705754" sldId="298"/>
            <ac:spMk id="3" creationId="{E607AF7E-387A-24D8-6524-DF70DBD8F6AF}"/>
          </ac:spMkLst>
        </pc:spChg>
        <pc:spChg chg="mod">
          <ac:chgData name="Jeffrey Moe" userId="495852c6-9817-4bbb-9162-b2e8ad79383d" providerId="ADAL" clId="{45C24337-BC83-426E-8555-560DB5D20005}" dt="2025-12-12T17:09:49.471" v="1333" actId="26606"/>
          <ac:spMkLst>
            <pc:docMk/>
            <pc:sldMk cId="3916705754" sldId="298"/>
            <ac:spMk id="4" creationId="{DCAECAB7-C7E3-9086-644A-20F8DADDF350}"/>
          </ac:spMkLst>
        </pc:spChg>
        <pc:spChg chg="add">
          <ac:chgData name="Jeffrey Moe" userId="495852c6-9817-4bbb-9162-b2e8ad79383d" providerId="ADAL" clId="{45C24337-BC83-426E-8555-560DB5D20005}" dt="2025-12-12T17:09:49.471" v="1333" actId="26606"/>
          <ac:spMkLst>
            <pc:docMk/>
            <pc:sldMk cId="3916705754" sldId="298"/>
            <ac:spMk id="9" creationId="{21739CA5-F0F5-48E1-8E8C-F24B71827E46}"/>
          </ac:spMkLst>
        </pc:spChg>
        <pc:spChg chg="add">
          <ac:chgData name="Jeffrey Moe" userId="495852c6-9817-4bbb-9162-b2e8ad79383d" providerId="ADAL" clId="{45C24337-BC83-426E-8555-560DB5D20005}" dt="2025-12-12T17:09:49.471" v="1333" actId="26606"/>
          <ac:spMkLst>
            <pc:docMk/>
            <pc:sldMk cId="3916705754" sldId="298"/>
            <ac:spMk id="11" creationId="{3EAD2937-F230-41D4-B9C5-975B129BFC20}"/>
          </ac:spMkLst>
        </pc:spChg>
        <pc:spChg chg="add">
          <ac:chgData name="Jeffrey Moe" userId="495852c6-9817-4bbb-9162-b2e8ad79383d" providerId="ADAL" clId="{45C24337-BC83-426E-8555-560DB5D20005}" dt="2025-12-12T17:09:49.471" v="1333" actId="26606"/>
          <ac:spMkLst>
            <pc:docMk/>
            <pc:sldMk cId="3916705754" sldId="298"/>
            <ac:spMk id="13" creationId="{CCD444A3-C338-4886-B7F1-4BA2AF46EB64}"/>
          </ac:spMkLst>
        </pc:spChg>
      </pc:sldChg>
      <pc:sldChg chg="addSp modSp mod setBg">
        <pc:chgData name="Jeffrey Moe" userId="495852c6-9817-4bbb-9162-b2e8ad79383d" providerId="ADAL" clId="{45C24337-BC83-426E-8555-560DB5D20005}" dt="2025-12-12T17:10:35.469" v="1355" actId="27636"/>
        <pc:sldMkLst>
          <pc:docMk/>
          <pc:sldMk cId="2515847286" sldId="299"/>
        </pc:sldMkLst>
        <pc:spChg chg="mod">
          <ac:chgData name="Jeffrey Moe" userId="495852c6-9817-4bbb-9162-b2e8ad79383d" providerId="ADAL" clId="{45C24337-BC83-426E-8555-560DB5D20005}" dt="2025-12-12T17:10:17.170" v="1337" actId="26606"/>
          <ac:spMkLst>
            <pc:docMk/>
            <pc:sldMk cId="2515847286" sldId="299"/>
            <ac:spMk id="5" creationId="{575FC050-7F35-C766-01E2-5297258315E1}"/>
          </ac:spMkLst>
        </pc:spChg>
        <pc:spChg chg="mod">
          <ac:chgData name="Jeffrey Moe" userId="495852c6-9817-4bbb-9162-b2e8ad79383d" providerId="ADAL" clId="{45C24337-BC83-426E-8555-560DB5D20005}" dt="2025-12-12T17:10:35.469" v="1355" actId="27636"/>
          <ac:spMkLst>
            <pc:docMk/>
            <pc:sldMk cId="2515847286" sldId="299"/>
            <ac:spMk id="6" creationId="{EA3961FB-0C92-7C27-0E59-31B351B4C725}"/>
          </ac:spMkLst>
        </pc:spChg>
        <pc:spChg chg="add">
          <ac:chgData name="Jeffrey Moe" userId="495852c6-9817-4bbb-9162-b2e8ad79383d" providerId="ADAL" clId="{45C24337-BC83-426E-8555-560DB5D20005}" dt="2025-12-12T17:10:17.170" v="1337" actId="26606"/>
          <ac:spMkLst>
            <pc:docMk/>
            <pc:sldMk cId="2515847286" sldId="299"/>
            <ac:spMk id="13" creationId="{2B97F24A-32CE-4C1C-A50D-3016B394DCFB}"/>
          </ac:spMkLst>
        </pc:spChg>
        <pc:spChg chg="add">
          <ac:chgData name="Jeffrey Moe" userId="495852c6-9817-4bbb-9162-b2e8ad79383d" providerId="ADAL" clId="{45C24337-BC83-426E-8555-560DB5D20005}" dt="2025-12-12T17:10:17.170" v="1337" actId="26606"/>
          <ac:spMkLst>
            <pc:docMk/>
            <pc:sldMk cId="2515847286" sldId="299"/>
            <ac:spMk id="15" creationId="{CD8B4F24-440B-49E9-B85D-733523DC064B}"/>
          </ac:spMkLst>
        </pc:spChg>
        <pc:picChg chg="add">
          <ac:chgData name="Jeffrey Moe" userId="495852c6-9817-4bbb-9162-b2e8ad79383d" providerId="ADAL" clId="{45C24337-BC83-426E-8555-560DB5D20005}" dt="2025-12-12T17:10:17.170" v="1337" actId="26606"/>
          <ac:picMkLst>
            <pc:docMk/>
            <pc:sldMk cId="2515847286" sldId="299"/>
            <ac:picMk id="10" creationId="{0E7EA810-4E30-0563-729C-09490882F37E}"/>
          </ac:picMkLst>
        </pc:picChg>
      </pc:sldChg>
      <pc:sldChg chg="delSp add setBg delDesignElem">
        <pc:chgData name="Jeffrey Moe" userId="495852c6-9817-4bbb-9162-b2e8ad79383d" providerId="ADAL" clId="{45C24337-BC83-426E-8555-560DB5D20005}" dt="2025-12-12T15:27:45.694" v="643"/>
        <pc:sldMkLst>
          <pc:docMk/>
          <pc:sldMk cId="48631064" sldId="300"/>
        </pc:sldMkLst>
        <pc:spChg chg="del">
          <ac:chgData name="Jeffrey Moe" userId="495852c6-9817-4bbb-9162-b2e8ad79383d" providerId="ADAL" clId="{45C24337-BC83-426E-8555-560DB5D20005}" dt="2025-12-12T15:27:45.694" v="643"/>
          <ac:spMkLst>
            <pc:docMk/>
            <pc:sldMk cId="48631064" sldId="300"/>
            <ac:spMk id="21" creationId="{738F59A4-4431-460D-8E49-6E65C189A566}"/>
          </ac:spMkLst>
        </pc:spChg>
        <pc:grpChg chg="del">
          <ac:chgData name="Jeffrey Moe" userId="495852c6-9817-4bbb-9162-b2e8ad79383d" providerId="ADAL" clId="{45C24337-BC83-426E-8555-560DB5D20005}" dt="2025-12-12T15:27:45.694" v="643"/>
          <ac:grpSpMkLst>
            <pc:docMk/>
            <pc:sldMk cId="48631064" sldId="300"/>
            <ac:grpSpMk id="22" creationId="{8A919B9C-5C01-47E4-B2F2-45F589208ABF}"/>
          </ac:grpSpMkLst>
        </pc:grpChg>
      </pc:sldChg>
      <pc:sldChg chg="addSp delSp modSp del mod ord setBg">
        <pc:chgData name="Jeffrey Moe" userId="495852c6-9817-4bbb-9162-b2e8ad79383d" providerId="ADAL" clId="{45C24337-BC83-426E-8555-560DB5D20005}" dt="2025-12-12T15:27:27.209" v="638" actId="2696"/>
        <pc:sldMkLst>
          <pc:docMk/>
          <pc:sldMk cId="1986700800" sldId="300"/>
        </pc:sldMkLst>
        <pc:spChg chg="mod">
          <ac:chgData name="Jeffrey Moe" userId="495852c6-9817-4bbb-9162-b2e8ad79383d" providerId="ADAL" clId="{45C24337-BC83-426E-8555-560DB5D20005}" dt="2025-12-12T14:28:04.017" v="163" actId="26606"/>
          <ac:spMkLst>
            <pc:docMk/>
            <pc:sldMk cId="1986700800" sldId="300"/>
            <ac:spMk id="2" creationId="{12B7D2E7-694E-9FB4-BC36-C15DE07F09EC}"/>
          </ac:spMkLst>
        </pc:spChg>
        <pc:spChg chg="add del">
          <ac:chgData name="Jeffrey Moe" userId="495852c6-9817-4bbb-9162-b2e8ad79383d" providerId="ADAL" clId="{45C24337-BC83-426E-8555-560DB5D20005}" dt="2025-12-12T14:28:04.017" v="163" actId="26606"/>
          <ac:spMkLst>
            <pc:docMk/>
            <pc:sldMk cId="1986700800" sldId="300"/>
            <ac:spMk id="3" creationId="{B3123BC5-CA5E-5F84-CAD6-95D48B94402B}"/>
          </ac:spMkLst>
        </pc:spChg>
        <pc:spChg chg="add del">
          <ac:chgData name="Jeffrey Moe" userId="495852c6-9817-4bbb-9162-b2e8ad79383d" providerId="ADAL" clId="{45C24337-BC83-426E-8555-560DB5D20005}" dt="2025-12-12T14:28:04.001" v="162" actId="26606"/>
          <ac:spMkLst>
            <pc:docMk/>
            <pc:sldMk cId="1986700800" sldId="300"/>
            <ac:spMk id="9" creationId="{BACC6370-2D7E-4714-9D71-7542949D7D5D}"/>
          </ac:spMkLst>
        </pc:spChg>
        <pc:spChg chg="add del">
          <ac:chgData name="Jeffrey Moe" userId="495852c6-9817-4bbb-9162-b2e8ad79383d" providerId="ADAL" clId="{45C24337-BC83-426E-8555-560DB5D20005}" dt="2025-12-12T14:28:04.001" v="162" actId="26606"/>
          <ac:spMkLst>
            <pc:docMk/>
            <pc:sldMk cId="1986700800" sldId="300"/>
            <ac:spMk id="11" creationId="{256B2C21-A230-48C0-8DF1-C46611373C44}"/>
          </ac:spMkLst>
        </pc:spChg>
        <pc:spChg chg="add del">
          <ac:chgData name="Jeffrey Moe" userId="495852c6-9817-4bbb-9162-b2e8ad79383d" providerId="ADAL" clId="{45C24337-BC83-426E-8555-560DB5D20005}" dt="2025-12-12T14:28:04.001" v="162" actId="26606"/>
          <ac:spMkLst>
            <pc:docMk/>
            <pc:sldMk cId="1986700800" sldId="300"/>
            <ac:spMk id="13" creationId="{3847E18C-932D-4C95-AABA-FEC7C9499AD7}"/>
          </ac:spMkLst>
        </pc:spChg>
        <pc:spChg chg="add del">
          <ac:chgData name="Jeffrey Moe" userId="495852c6-9817-4bbb-9162-b2e8ad79383d" providerId="ADAL" clId="{45C24337-BC83-426E-8555-560DB5D20005}" dt="2025-12-12T14:28:04.001" v="162" actId="26606"/>
          <ac:spMkLst>
            <pc:docMk/>
            <pc:sldMk cId="1986700800" sldId="300"/>
            <ac:spMk id="15" creationId="{3150CB11-0C61-439E-910F-5787759E72A0}"/>
          </ac:spMkLst>
        </pc:spChg>
        <pc:spChg chg="add del">
          <ac:chgData name="Jeffrey Moe" userId="495852c6-9817-4bbb-9162-b2e8ad79383d" providerId="ADAL" clId="{45C24337-BC83-426E-8555-560DB5D20005}" dt="2025-12-12T14:28:04.001" v="162" actId="26606"/>
          <ac:spMkLst>
            <pc:docMk/>
            <pc:sldMk cId="1986700800" sldId="300"/>
            <ac:spMk id="17" creationId="{43F8A58B-5155-44CE-A5FF-7647B47D0A7A}"/>
          </ac:spMkLst>
        </pc:spChg>
        <pc:spChg chg="add del">
          <ac:chgData name="Jeffrey Moe" userId="495852c6-9817-4bbb-9162-b2e8ad79383d" providerId="ADAL" clId="{45C24337-BC83-426E-8555-560DB5D20005}" dt="2025-12-12T14:28:04.001" v="162" actId="26606"/>
          <ac:spMkLst>
            <pc:docMk/>
            <pc:sldMk cId="1986700800" sldId="300"/>
            <ac:spMk id="19" creationId="{443F2ACA-E6D6-4028-82DD-F03C262D5DE6}"/>
          </ac:spMkLst>
        </pc:spChg>
        <pc:spChg chg="add">
          <ac:chgData name="Jeffrey Moe" userId="495852c6-9817-4bbb-9162-b2e8ad79383d" providerId="ADAL" clId="{45C24337-BC83-426E-8555-560DB5D20005}" dt="2025-12-12T14:28:04.017" v="163" actId="26606"/>
          <ac:spMkLst>
            <pc:docMk/>
            <pc:sldMk cId="1986700800" sldId="300"/>
            <ac:spMk id="21" creationId="{738F59A4-4431-460D-8E49-6E65C189A566}"/>
          </ac:spMkLst>
        </pc:spChg>
        <pc:grpChg chg="add">
          <ac:chgData name="Jeffrey Moe" userId="495852c6-9817-4bbb-9162-b2e8ad79383d" providerId="ADAL" clId="{45C24337-BC83-426E-8555-560DB5D20005}" dt="2025-12-12T14:28:04.017" v="163" actId="26606"/>
          <ac:grpSpMkLst>
            <pc:docMk/>
            <pc:sldMk cId="1986700800" sldId="300"/>
            <ac:grpSpMk id="22" creationId="{8A919B9C-5C01-47E4-B2F2-45F589208ABF}"/>
          </ac:grpSpMkLst>
        </pc:grpChg>
        <pc:graphicFrameChg chg="add del">
          <ac:chgData name="Jeffrey Moe" userId="495852c6-9817-4bbb-9162-b2e8ad79383d" providerId="ADAL" clId="{45C24337-BC83-426E-8555-560DB5D20005}" dt="2025-12-12T14:28:04.001" v="162" actId="26606"/>
          <ac:graphicFrameMkLst>
            <pc:docMk/>
            <pc:sldMk cId="1986700800" sldId="300"/>
            <ac:graphicFrameMk id="5" creationId="{A342B502-BEB3-466E-9EBF-15D51510CE87}"/>
          </ac:graphicFrameMkLst>
        </pc:graphicFrameChg>
        <pc:graphicFrameChg chg="add mod modGraphic">
          <ac:chgData name="Jeffrey Moe" userId="495852c6-9817-4bbb-9162-b2e8ad79383d" providerId="ADAL" clId="{45C24337-BC83-426E-8555-560DB5D20005}" dt="2025-12-12T14:28:29.928" v="167" actId="115"/>
          <ac:graphicFrameMkLst>
            <pc:docMk/>
            <pc:sldMk cId="1986700800" sldId="300"/>
            <ac:graphicFrameMk id="24" creationId="{88BF33B9-0969-8FBD-7A88-9D2DD2EC809F}"/>
          </ac:graphicFrameMkLst>
        </pc:graphicFrameChg>
      </pc:sldChg>
      <pc:sldChg chg="delSp add setBg delDesignElem">
        <pc:chgData name="Jeffrey Moe" userId="495852c6-9817-4bbb-9162-b2e8ad79383d" providerId="ADAL" clId="{45C24337-BC83-426E-8555-560DB5D20005}" dt="2025-12-12T15:27:45.694" v="643"/>
        <pc:sldMkLst>
          <pc:docMk/>
          <pc:sldMk cId="2501130675" sldId="301"/>
        </pc:sldMkLst>
        <pc:spChg chg="del">
          <ac:chgData name="Jeffrey Moe" userId="495852c6-9817-4bbb-9162-b2e8ad79383d" providerId="ADAL" clId="{45C24337-BC83-426E-8555-560DB5D20005}" dt="2025-12-12T15:27:45.694" v="643"/>
          <ac:spMkLst>
            <pc:docMk/>
            <pc:sldMk cId="2501130675" sldId="301"/>
            <ac:spMk id="10" creationId="{EDDBB197-D710-4A4F-A9CA-FD2177498BE8}"/>
          </ac:spMkLst>
        </pc:spChg>
        <pc:spChg chg="del">
          <ac:chgData name="Jeffrey Moe" userId="495852c6-9817-4bbb-9162-b2e8ad79383d" providerId="ADAL" clId="{45C24337-BC83-426E-8555-560DB5D20005}" dt="2025-12-12T15:27:45.694" v="643"/>
          <ac:spMkLst>
            <pc:docMk/>
            <pc:sldMk cId="2501130675" sldId="301"/>
            <ac:spMk id="12" creationId="{975D1CFA-2CDB-4B64-BD9F-85744E8DA12F}"/>
          </ac:spMkLst>
        </pc:spChg>
        <pc:grpChg chg="del">
          <ac:chgData name="Jeffrey Moe" userId="495852c6-9817-4bbb-9162-b2e8ad79383d" providerId="ADAL" clId="{45C24337-BC83-426E-8555-560DB5D20005}" dt="2025-12-12T15:27:45.694" v="643"/>
          <ac:grpSpMkLst>
            <pc:docMk/>
            <pc:sldMk cId="2501130675" sldId="301"/>
            <ac:grpSpMk id="14" creationId="{25EE5136-01F1-466C-962D-BA9B4C6757AA}"/>
          </ac:grpSpMkLst>
        </pc:grpChg>
      </pc:sldChg>
      <pc:sldChg chg="addSp modSp add del mod setBg">
        <pc:chgData name="Jeffrey Moe" userId="495852c6-9817-4bbb-9162-b2e8ad79383d" providerId="ADAL" clId="{45C24337-BC83-426E-8555-560DB5D20005}" dt="2025-12-12T15:27:27.209" v="638" actId="2696"/>
        <pc:sldMkLst>
          <pc:docMk/>
          <pc:sldMk cId="3505894338" sldId="301"/>
        </pc:sldMkLst>
        <pc:spChg chg="mod">
          <ac:chgData name="Jeffrey Moe" userId="495852c6-9817-4bbb-9162-b2e8ad79383d" providerId="ADAL" clId="{45C24337-BC83-426E-8555-560DB5D20005}" dt="2025-12-12T14:28:57.839" v="168" actId="26606"/>
          <ac:spMkLst>
            <pc:docMk/>
            <pc:sldMk cId="3505894338" sldId="301"/>
            <ac:spMk id="2" creationId="{E0FE72D9-E5E6-BEBE-5A74-32825E88EFB4}"/>
          </ac:spMkLst>
        </pc:spChg>
        <pc:spChg chg="mod">
          <ac:chgData name="Jeffrey Moe" userId="495852c6-9817-4bbb-9162-b2e8ad79383d" providerId="ADAL" clId="{45C24337-BC83-426E-8555-560DB5D20005}" dt="2025-12-12T14:30:50.207" v="197" actId="12"/>
          <ac:spMkLst>
            <pc:docMk/>
            <pc:sldMk cId="3505894338" sldId="301"/>
            <ac:spMk id="3" creationId="{ABD330C2-D2BE-8422-77A0-D88315BF8552}"/>
          </ac:spMkLst>
        </pc:spChg>
        <pc:spChg chg="add">
          <ac:chgData name="Jeffrey Moe" userId="495852c6-9817-4bbb-9162-b2e8ad79383d" providerId="ADAL" clId="{45C24337-BC83-426E-8555-560DB5D20005}" dt="2025-12-12T14:28:57.839" v="168" actId="26606"/>
          <ac:spMkLst>
            <pc:docMk/>
            <pc:sldMk cId="3505894338" sldId="301"/>
            <ac:spMk id="10" creationId="{EDDBB197-D710-4A4F-A9CA-FD2177498BE8}"/>
          </ac:spMkLst>
        </pc:spChg>
        <pc:spChg chg="add">
          <ac:chgData name="Jeffrey Moe" userId="495852c6-9817-4bbb-9162-b2e8ad79383d" providerId="ADAL" clId="{45C24337-BC83-426E-8555-560DB5D20005}" dt="2025-12-12T14:28:57.839" v="168" actId="26606"/>
          <ac:spMkLst>
            <pc:docMk/>
            <pc:sldMk cId="3505894338" sldId="301"/>
            <ac:spMk id="12" creationId="{975D1CFA-2CDB-4B64-BD9F-85744E8DA12F}"/>
          </ac:spMkLst>
        </pc:spChg>
        <pc:grpChg chg="add">
          <ac:chgData name="Jeffrey Moe" userId="495852c6-9817-4bbb-9162-b2e8ad79383d" providerId="ADAL" clId="{45C24337-BC83-426E-8555-560DB5D20005}" dt="2025-12-12T14:28:57.839" v="168" actId="26606"/>
          <ac:grpSpMkLst>
            <pc:docMk/>
            <pc:sldMk cId="3505894338" sldId="301"/>
            <ac:grpSpMk id="14" creationId="{25EE5136-01F1-466C-962D-BA9B4C6757AA}"/>
          </ac:grpSpMkLst>
        </pc:grpChg>
        <pc:picChg chg="add">
          <ac:chgData name="Jeffrey Moe" userId="495852c6-9817-4bbb-9162-b2e8ad79383d" providerId="ADAL" clId="{45C24337-BC83-426E-8555-560DB5D20005}" dt="2025-12-12T14:28:57.839" v="168" actId="26606"/>
          <ac:picMkLst>
            <pc:docMk/>
            <pc:sldMk cId="3505894338" sldId="301"/>
            <ac:picMk id="7" creationId="{8021D8FC-B557-5379-1446-158652467E0C}"/>
          </ac:picMkLst>
        </pc:picChg>
      </pc:sldChg>
      <pc:sldChg chg="del">
        <pc:chgData name="Jeffrey Moe" userId="495852c6-9817-4bbb-9162-b2e8ad79383d" providerId="ADAL" clId="{45C24337-BC83-426E-8555-560DB5D20005}" dt="2025-12-12T14:08:56.857" v="33" actId="2696"/>
        <pc:sldMkLst>
          <pc:docMk/>
          <pc:sldMk cId="3752485025" sldId="301"/>
        </pc:sldMkLst>
      </pc:sldChg>
      <pc:sldChg chg="del">
        <pc:chgData name="Jeffrey Moe" userId="495852c6-9817-4bbb-9162-b2e8ad79383d" providerId="ADAL" clId="{45C24337-BC83-426E-8555-560DB5D20005}" dt="2025-12-12T14:08:56.857" v="33" actId="2696"/>
        <pc:sldMkLst>
          <pc:docMk/>
          <pc:sldMk cId="498626852" sldId="302"/>
        </pc:sldMkLst>
      </pc:sldChg>
      <pc:sldChg chg="addSp modSp add del mod setBg">
        <pc:chgData name="Jeffrey Moe" userId="495852c6-9817-4bbb-9162-b2e8ad79383d" providerId="ADAL" clId="{45C24337-BC83-426E-8555-560DB5D20005}" dt="2025-12-12T15:27:27.209" v="638" actId="2696"/>
        <pc:sldMkLst>
          <pc:docMk/>
          <pc:sldMk cId="637153196" sldId="302"/>
        </pc:sldMkLst>
        <pc:spChg chg="mod">
          <ac:chgData name="Jeffrey Moe" userId="495852c6-9817-4bbb-9162-b2e8ad79383d" providerId="ADAL" clId="{45C24337-BC83-426E-8555-560DB5D20005}" dt="2025-12-12T14:29:38.693" v="178" actId="26606"/>
          <ac:spMkLst>
            <pc:docMk/>
            <pc:sldMk cId="637153196" sldId="302"/>
            <ac:spMk id="2" creationId="{1CAB870D-73C1-CBF2-26EF-23F9284D4EA0}"/>
          </ac:spMkLst>
        </pc:spChg>
        <pc:spChg chg="mod">
          <ac:chgData name="Jeffrey Moe" userId="495852c6-9817-4bbb-9162-b2e8ad79383d" providerId="ADAL" clId="{45C24337-BC83-426E-8555-560DB5D20005}" dt="2025-12-12T14:30:46.994" v="196" actId="12"/>
          <ac:spMkLst>
            <pc:docMk/>
            <pc:sldMk cId="637153196" sldId="302"/>
            <ac:spMk id="3" creationId="{D1E2210A-1872-E649-5EC6-BC33DFEA2C9D}"/>
          </ac:spMkLst>
        </pc:spChg>
        <pc:spChg chg="add">
          <ac:chgData name="Jeffrey Moe" userId="495852c6-9817-4bbb-9162-b2e8ad79383d" providerId="ADAL" clId="{45C24337-BC83-426E-8555-560DB5D20005}" dt="2025-12-12T14:29:38.693" v="178" actId="26606"/>
          <ac:spMkLst>
            <pc:docMk/>
            <pc:sldMk cId="637153196" sldId="302"/>
            <ac:spMk id="10" creationId="{EDDBB197-D710-4A4F-A9CA-FD2177498BE8}"/>
          </ac:spMkLst>
        </pc:spChg>
        <pc:spChg chg="add">
          <ac:chgData name="Jeffrey Moe" userId="495852c6-9817-4bbb-9162-b2e8ad79383d" providerId="ADAL" clId="{45C24337-BC83-426E-8555-560DB5D20005}" dt="2025-12-12T14:29:38.693" v="178" actId="26606"/>
          <ac:spMkLst>
            <pc:docMk/>
            <pc:sldMk cId="637153196" sldId="302"/>
            <ac:spMk id="12" creationId="{975D1CFA-2CDB-4B64-BD9F-85744E8DA12F}"/>
          </ac:spMkLst>
        </pc:spChg>
        <pc:grpChg chg="add">
          <ac:chgData name="Jeffrey Moe" userId="495852c6-9817-4bbb-9162-b2e8ad79383d" providerId="ADAL" clId="{45C24337-BC83-426E-8555-560DB5D20005}" dt="2025-12-12T14:29:38.693" v="178" actId="26606"/>
          <ac:grpSpMkLst>
            <pc:docMk/>
            <pc:sldMk cId="637153196" sldId="302"/>
            <ac:grpSpMk id="14" creationId="{25EE5136-01F1-466C-962D-BA9B4C6757AA}"/>
          </ac:grpSpMkLst>
        </pc:grpChg>
        <pc:picChg chg="add">
          <ac:chgData name="Jeffrey Moe" userId="495852c6-9817-4bbb-9162-b2e8ad79383d" providerId="ADAL" clId="{45C24337-BC83-426E-8555-560DB5D20005}" dt="2025-12-12T14:29:38.693" v="178" actId="26606"/>
          <ac:picMkLst>
            <pc:docMk/>
            <pc:sldMk cId="637153196" sldId="302"/>
            <ac:picMk id="7" creationId="{639C27B0-5480-D731-2E3B-AA6C8461C837}"/>
          </ac:picMkLst>
        </pc:picChg>
      </pc:sldChg>
      <pc:sldChg chg="delSp add setBg delDesignElem">
        <pc:chgData name="Jeffrey Moe" userId="495852c6-9817-4bbb-9162-b2e8ad79383d" providerId="ADAL" clId="{45C24337-BC83-426E-8555-560DB5D20005}" dt="2025-12-12T15:27:45.694" v="643"/>
        <pc:sldMkLst>
          <pc:docMk/>
          <pc:sldMk cId="892240957" sldId="302"/>
        </pc:sldMkLst>
        <pc:spChg chg="del">
          <ac:chgData name="Jeffrey Moe" userId="495852c6-9817-4bbb-9162-b2e8ad79383d" providerId="ADAL" clId="{45C24337-BC83-426E-8555-560DB5D20005}" dt="2025-12-12T15:27:45.694" v="643"/>
          <ac:spMkLst>
            <pc:docMk/>
            <pc:sldMk cId="892240957" sldId="302"/>
            <ac:spMk id="10" creationId="{EDDBB197-D710-4A4F-A9CA-FD2177498BE8}"/>
          </ac:spMkLst>
        </pc:spChg>
        <pc:spChg chg="del">
          <ac:chgData name="Jeffrey Moe" userId="495852c6-9817-4bbb-9162-b2e8ad79383d" providerId="ADAL" clId="{45C24337-BC83-426E-8555-560DB5D20005}" dt="2025-12-12T15:27:45.694" v="643"/>
          <ac:spMkLst>
            <pc:docMk/>
            <pc:sldMk cId="892240957" sldId="302"/>
            <ac:spMk id="12" creationId="{975D1CFA-2CDB-4B64-BD9F-85744E8DA12F}"/>
          </ac:spMkLst>
        </pc:spChg>
        <pc:grpChg chg="del">
          <ac:chgData name="Jeffrey Moe" userId="495852c6-9817-4bbb-9162-b2e8ad79383d" providerId="ADAL" clId="{45C24337-BC83-426E-8555-560DB5D20005}" dt="2025-12-12T15:27:45.694" v="643"/>
          <ac:grpSpMkLst>
            <pc:docMk/>
            <pc:sldMk cId="892240957" sldId="302"/>
            <ac:grpSpMk id="14" creationId="{25EE5136-01F1-466C-962D-BA9B4C6757AA}"/>
          </ac:grpSpMkLst>
        </pc:grpChg>
      </pc:sldChg>
      <pc:sldChg chg="delSp add setBg delDesignElem">
        <pc:chgData name="Jeffrey Moe" userId="495852c6-9817-4bbb-9162-b2e8ad79383d" providerId="ADAL" clId="{45C24337-BC83-426E-8555-560DB5D20005}" dt="2025-12-12T15:27:45.694" v="643"/>
        <pc:sldMkLst>
          <pc:docMk/>
          <pc:sldMk cId="2299942704" sldId="303"/>
        </pc:sldMkLst>
        <pc:spChg chg="del">
          <ac:chgData name="Jeffrey Moe" userId="495852c6-9817-4bbb-9162-b2e8ad79383d" providerId="ADAL" clId="{45C24337-BC83-426E-8555-560DB5D20005}" dt="2025-12-12T15:27:45.694" v="643"/>
          <ac:spMkLst>
            <pc:docMk/>
            <pc:sldMk cId="2299942704" sldId="303"/>
            <ac:spMk id="10" creationId="{EDDBB197-D710-4A4F-A9CA-FD2177498BE8}"/>
          </ac:spMkLst>
        </pc:spChg>
        <pc:spChg chg="del">
          <ac:chgData name="Jeffrey Moe" userId="495852c6-9817-4bbb-9162-b2e8ad79383d" providerId="ADAL" clId="{45C24337-BC83-426E-8555-560DB5D20005}" dt="2025-12-12T15:27:45.694" v="643"/>
          <ac:spMkLst>
            <pc:docMk/>
            <pc:sldMk cId="2299942704" sldId="303"/>
            <ac:spMk id="12" creationId="{975D1CFA-2CDB-4B64-BD9F-85744E8DA12F}"/>
          </ac:spMkLst>
        </pc:spChg>
        <pc:grpChg chg="del">
          <ac:chgData name="Jeffrey Moe" userId="495852c6-9817-4bbb-9162-b2e8ad79383d" providerId="ADAL" clId="{45C24337-BC83-426E-8555-560DB5D20005}" dt="2025-12-12T15:27:45.694" v="643"/>
          <ac:grpSpMkLst>
            <pc:docMk/>
            <pc:sldMk cId="2299942704" sldId="303"/>
            <ac:grpSpMk id="14" creationId="{25EE5136-01F1-466C-962D-BA9B4C6757AA}"/>
          </ac:grpSpMkLst>
        </pc:grpChg>
      </pc:sldChg>
      <pc:sldChg chg="addSp modSp add del mod setBg">
        <pc:chgData name="Jeffrey Moe" userId="495852c6-9817-4bbb-9162-b2e8ad79383d" providerId="ADAL" clId="{45C24337-BC83-426E-8555-560DB5D20005}" dt="2025-12-12T15:27:27.209" v="638" actId="2696"/>
        <pc:sldMkLst>
          <pc:docMk/>
          <pc:sldMk cId="2500209701" sldId="303"/>
        </pc:sldMkLst>
        <pc:spChg chg="mod">
          <ac:chgData name="Jeffrey Moe" userId="495852c6-9817-4bbb-9162-b2e8ad79383d" providerId="ADAL" clId="{45C24337-BC83-426E-8555-560DB5D20005}" dt="2025-12-12T14:30:20.347" v="187" actId="26606"/>
          <ac:spMkLst>
            <pc:docMk/>
            <pc:sldMk cId="2500209701" sldId="303"/>
            <ac:spMk id="2" creationId="{E013DA28-5192-7D57-24D5-C3E1D4615796}"/>
          </ac:spMkLst>
        </pc:spChg>
        <pc:spChg chg="mod">
          <ac:chgData name="Jeffrey Moe" userId="495852c6-9817-4bbb-9162-b2e8ad79383d" providerId="ADAL" clId="{45C24337-BC83-426E-8555-560DB5D20005}" dt="2025-12-12T14:30:43.409" v="195" actId="12"/>
          <ac:spMkLst>
            <pc:docMk/>
            <pc:sldMk cId="2500209701" sldId="303"/>
            <ac:spMk id="3" creationId="{2C25B2EF-C646-5A04-B24D-47A9D563DB36}"/>
          </ac:spMkLst>
        </pc:spChg>
        <pc:spChg chg="add">
          <ac:chgData name="Jeffrey Moe" userId="495852c6-9817-4bbb-9162-b2e8ad79383d" providerId="ADAL" clId="{45C24337-BC83-426E-8555-560DB5D20005}" dt="2025-12-12T14:30:20.347" v="187" actId="26606"/>
          <ac:spMkLst>
            <pc:docMk/>
            <pc:sldMk cId="2500209701" sldId="303"/>
            <ac:spMk id="10" creationId="{EDDBB197-D710-4A4F-A9CA-FD2177498BE8}"/>
          </ac:spMkLst>
        </pc:spChg>
        <pc:spChg chg="add">
          <ac:chgData name="Jeffrey Moe" userId="495852c6-9817-4bbb-9162-b2e8ad79383d" providerId="ADAL" clId="{45C24337-BC83-426E-8555-560DB5D20005}" dt="2025-12-12T14:30:20.347" v="187" actId="26606"/>
          <ac:spMkLst>
            <pc:docMk/>
            <pc:sldMk cId="2500209701" sldId="303"/>
            <ac:spMk id="12" creationId="{975D1CFA-2CDB-4B64-BD9F-85744E8DA12F}"/>
          </ac:spMkLst>
        </pc:spChg>
        <pc:grpChg chg="add">
          <ac:chgData name="Jeffrey Moe" userId="495852c6-9817-4bbb-9162-b2e8ad79383d" providerId="ADAL" clId="{45C24337-BC83-426E-8555-560DB5D20005}" dt="2025-12-12T14:30:20.347" v="187" actId="26606"/>
          <ac:grpSpMkLst>
            <pc:docMk/>
            <pc:sldMk cId="2500209701" sldId="303"/>
            <ac:grpSpMk id="14" creationId="{25EE5136-01F1-466C-962D-BA9B4C6757AA}"/>
          </ac:grpSpMkLst>
        </pc:grpChg>
        <pc:picChg chg="add">
          <ac:chgData name="Jeffrey Moe" userId="495852c6-9817-4bbb-9162-b2e8ad79383d" providerId="ADAL" clId="{45C24337-BC83-426E-8555-560DB5D20005}" dt="2025-12-12T14:30:20.347" v="187" actId="26606"/>
          <ac:picMkLst>
            <pc:docMk/>
            <pc:sldMk cId="2500209701" sldId="303"/>
            <ac:picMk id="7" creationId="{0F5531AC-8D21-E88F-42DB-52748F2CEAA5}"/>
          </ac:picMkLst>
        </pc:picChg>
      </pc:sldChg>
      <pc:sldChg chg="del">
        <pc:chgData name="Jeffrey Moe" userId="495852c6-9817-4bbb-9162-b2e8ad79383d" providerId="ADAL" clId="{45C24337-BC83-426E-8555-560DB5D20005}" dt="2025-12-12T14:08:56.857" v="33" actId="2696"/>
        <pc:sldMkLst>
          <pc:docMk/>
          <pc:sldMk cId="3003336508" sldId="303"/>
        </pc:sldMkLst>
      </pc:sldChg>
      <pc:sldChg chg="addSp delSp modSp mod ord setBg">
        <pc:chgData name="Jeffrey Moe" userId="495852c6-9817-4bbb-9162-b2e8ad79383d" providerId="ADAL" clId="{45C24337-BC83-426E-8555-560DB5D20005}" dt="2025-12-12T14:36:55.349" v="291" actId="26606"/>
        <pc:sldMkLst>
          <pc:docMk/>
          <pc:sldMk cId="348022169" sldId="304"/>
        </pc:sldMkLst>
        <pc:spChg chg="mod">
          <ac:chgData name="Jeffrey Moe" userId="495852c6-9817-4bbb-9162-b2e8ad79383d" providerId="ADAL" clId="{45C24337-BC83-426E-8555-560DB5D20005}" dt="2025-12-12T14:36:55.349" v="291" actId="26606"/>
          <ac:spMkLst>
            <pc:docMk/>
            <pc:sldMk cId="348022169" sldId="304"/>
            <ac:spMk id="2" creationId="{AADD9E64-3FE7-632B-1513-DEA4D24DAF95}"/>
          </ac:spMkLst>
        </pc:spChg>
        <pc:spChg chg="del">
          <ac:chgData name="Jeffrey Moe" userId="495852c6-9817-4bbb-9162-b2e8ad79383d" providerId="ADAL" clId="{45C24337-BC83-426E-8555-560DB5D20005}" dt="2025-12-12T14:36:55.349" v="291" actId="26606"/>
          <ac:spMkLst>
            <pc:docMk/>
            <pc:sldMk cId="348022169" sldId="304"/>
            <ac:spMk id="3" creationId="{709EA324-9F0D-2C75-C0E8-849E9E3016A3}"/>
          </ac:spMkLst>
        </pc:spChg>
        <pc:spChg chg="add">
          <ac:chgData name="Jeffrey Moe" userId="495852c6-9817-4bbb-9162-b2e8ad79383d" providerId="ADAL" clId="{45C24337-BC83-426E-8555-560DB5D20005}" dt="2025-12-12T14:36:55.349" v="291" actId="26606"/>
          <ac:spMkLst>
            <pc:docMk/>
            <pc:sldMk cId="348022169" sldId="304"/>
            <ac:spMk id="9" creationId="{BACC6370-2D7E-4714-9D71-7542949D7D5D}"/>
          </ac:spMkLst>
        </pc:spChg>
        <pc:spChg chg="add">
          <ac:chgData name="Jeffrey Moe" userId="495852c6-9817-4bbb-9162-b2e8ad79383d" providerId="ADAL" clId="{45C24337-BC83-426E-8555-560DB5D20005}" dt="2025-12-12T14:36:55.349" v="291" actId="26606"/>
          <ac:spMkLst>
            <pc:docMk/>
            <pc:sldMk cId="348022169" sldId="304"/>
            <ac:spMk id="11" creationId="{F68B3F68-107C-434F-AA38-110D5EA91B85}"/>
          </ac:spMkLst>
        </pc:spChg>
        <pc:spChg chg="add">
          <ac:chgData name="Jeffrey Moe" userId="495852c6-9817-4bbb-9162-b2e8ad79383d" providerId="ADAL" clId="{45C24337-BC83-426E-8555-560DB5D20005}" dt="2025-12-12T14:36:55.349" v="291" actId="26606"/>
          <ac:spMkLst>
            <pc:docMk/>
            <pc:sldMk cId="348022169" sldId="304"/>
            <ac:spMk id="13" creationId="{AAD0DBB9-1A4B-4391-81D4-CB19F9AB918A}"/>
          </ac:spMkLst>
        </pc:spChg>
        <pc:spChg chg="add">
          <ac:chgData name="Jeffrey Moe" userId="495852c6-9817-4bbb-9162-b2e8ad79383d" providerId="ADAL" clId="{45C24337-BC83-426E-8555-560DB5D20005}" dt="2025-12-12T14:36:55.349" v="291" actId="26606"/>
          <ac:spMkLst>
            <pc:docMk/>
            <pc:sldMk cId="348022169" sldId="304"/>
            <ac:spMk id="15" creationId="{063BBA22-50EA-4C4D-BE05-F1CE4E63AA56}"/>
          </ac:spMkLst>
        </pc:spChg>
        <pc:graphicFrameChg chg="add">
          <ac:chgData name="Jeffrey Moe" userId="495852c6-9817-4bbb-9162-b2e8ad79383d" providerId="ADAL" clId="{45C24337-BC83-426E-8555-560DB5D20005}" dt="2025-12-12T14:36:55.349" v="291" actId="26606"/>
          <ac:graphicFrameMkLst>
            <pc:docMk/>
            <pc:sldMk cId="348022169" sldId="304"/>
            <ac:graphicFrameMk id="5" creationId="{1ED06DE5-1BF2-17F2-BA68-8EBAB6A0B408}"/>
          </ac:graphicFrameMkLst>
        </pc:graphicFrameChg>
      </pc:sldChg>
      <pc:sldChg chg="del">
        <pc:chgData name="Jeffrey Moe" userId="495852c6-9817-4bbb-9162-b2e8ad79383d" providerId="ADAL" clId="{45C24337-BC83-426E-8555-560DB5D20005}" dt="2025-12-12T14:37:42.648" v="296" actId="47"/>
        <pc:sldMkLst>
          <pc:docMk/>
          <pc:sldMk cId="230973471" sldId="305"/>
        </pc:sldMkLst>
      </pc:sldChg>
      <pc:sldChg chg="addSp modSp new mod setBg">
        <pc:chgData name="Jeffrey Moe" userId="495852c6-9817-4bbb-9162-b2e8ad79383d" providerId="ADAL" clId="{45C24337-BC83-426E-8555-560DB5D20005}" dt="2025-12-12T14:07:35.544" v="24" actId="26606"/>
        <pc:sldMkLst>
          <pc:docMk/>
          <pc:sldMk cId="2928215263" sldId="309"/>
        </pc:sldMkLst>
        <pc:spChg chg="mod">
          <ac:chgData name="Jeffrey Moe" userId="495852c6-9817-4bbb-9162-b2e8ad79383d" providerId="ADAL" clId="{45C24337-BC83-426E-8555-560DB5D20005}" dt="2025-12-12T14:07:35.544" v="24" actId="26606"/>
          <ac:spMkLst>
            <pc:docMk/>
            <pc:sldMk cId="2928215263" sldId="309"/>
            <ac:spMk id="2" creationId="{28181872-B2A0-D2C0-C15F-C005BC0761D4}"/>
          </ac:spMkLst>
        </pc:spChg>
        <pc:spChg chg="mod">
          <ac:chgData name="Jeffrey Moe" userId="495852c6-9817-4bbb-9162-b2e8ad79383d" providerId="ADAL" clId="{45C24337-BC83-426E-8555-560DB5D20005}" dt="2025-12-12T14:07:35.544" v="24" actId="26606"/>
          <ac:spMkLst>
            <pc:docMk/>
            <pc:sldMk cId="2928215263" sldId="309"/>
            <ac:spMk id="3" creationId="{672ACF8B-7344-7023-DD01-815272ABAA4B}"/>
          </ac:spMkLst>
        </pc:spChg>
        <pc:spChg chg="add">
          <ac:chgData name="Jeffrey Moe" userId="495852c6-9817-4bbb-9162-b2e8ad79383d" providerId="ADAL" clId="{45C24337-BC83-426E-8555-560DB5D20005}" dt="2025-12-12T14:07:35.544" v="24" actId="26606"/>
          <ac:spMkLst>
            <pc:docMk/>
            <pc:sldMk cId="2928215263" sldId="309"/>
            <ac:spMk id="8" creationId="{6F5A5072-7B47-4D32-B52A-4EBBF590B8A5}"/>
          </ac:spMkLst>
        </pc:spChg>
        <pc:spChg chg="add">
          <ac:chgData name="Jeffrey Moe" userId="495852c6-9817-4bbb-9162-b2e8ad79383d" providerId="ADAL" clId="{45C24337-BC83-426E-8555-560DB5D20005}" dt="2025-12-12T14:07:35.544" v="24" actId="26606"/>
          <ac:spMkLst>
            <pc:docMk/>
            <pc:sldMk cId="2928215263" sldId="309"/>
            <ac:spMk id="10" creationId="{9715DAF0-AE1B-46C9-8A6B-DB2AA05AB91D}"/>
          </ac:spMkLst>
        </pc:spChg>
        <pc:spChg chg="add">
          <ac:chgData name="Jeffrey Moe" userId="495852c6-9817-4bbb-9162-b2e8ad79383d" providerId="ADAL" clId="{45C24337-BC83-426E-8555-560DB5D20005}" dt="2025-12-12T14:07:35.544" v="24" actId="26606"/>
          <ac:spMkLst>
            <pc:docMk/>
            <pc:sldMk cId="2928215263" sldId="309"/>
            <ac:spMk id="12" creationId="{6016219D-510E-4184-9090-6D5578A87BD1}"/>
          </ac:spMkLst>
        </pc:spChg>
        <pc:spChg chg="add">
          <ac:chgData name="Jeffrey Moe" userId="495852c6-9817-4bbb-9162-b2e8ad79383d" providerId="ADAL" clId="{45C24337-BC83-426E-8555-560DB5D20005}" dt="2025-12-12T14:07:35.544" v="24" actId="26606"/>
          <ac:spMkLst>
            <pc:docMk/>
            <pc:sldMk cId="2928215263" sldId="309"/>
            <ac:spMk id="14" creationId="{AFF4A713-7B75-4B21-90D7-5AB19547C728}"/>
          </ac:spMkLst>
        </pc:spChg>
        <pc:spChg chg="add">
          <ac:chgData name="Jeffrey Moe" userId="495852c6-9817-4bbb-9162-b2e8ad79383d" providerId="ADAL" clId="{45C24337-BC83-426E-8555-560DB5D20005}" dt="2025-12-12T14:07:35.544" v="24" actId="26606"/>
          <ac:spMkLst>
            <pc:docMk/>
            <pc:sldMk cId="2928215263" sldId="309"/>
            <ac:spMk id="16" creationId="{DC631C0B-6DA6-4E57-8231-CE32B3434A7E}"/>
          </ac:spMkLst>
        </pc:spChg>
        <pc:spChg chg="add">
          <ac:chgData name="Jeffrey Moe" userId="495852c6-9817-4bbb-9162-b2e8ad79383d" providerId="ADAL" clId="{45C24337-BC83-426E-8555-560DB5D20005}" dt="2025-12-12T14:07:35.544" v="24" actId="26606"/>
          <ac:spMkLst>
            <pc:docMk/>
            <pc:sldMk cId="2928215263" sldId="309"/>
            <ac:spMk id="18" creationId="{C29501E6-A978-4A61-9689-9085AF97A53A}"/>
          </ac:spMkLst>
        </pc:spChg>
      </pc:sldChg>
      <pc:sldChg chg="addSp modSp new mod ord setBg">
        <pc:chgData name="Jeffrey Moe" userId="495852c6-9817-4bbb-9162-b2e8ad79383d" providerId="ADAL" clId="{45C24337-BC83-426E-8555-560DB5D20005}" dt="2025-12-12T14:24:34.191" v="114"/>
        <pc:sldMkLst>
          <pc:docMk/>
          <pc:sldMk cId="3352065046" sldId="310"/>
        </pc:sldMkLst>
        <pc:spChg chg="mod">
          <ac:chgData name="Jeffrey Moe" userId="495852c6-9817-4bbb-9162-b2e8ad79383d" providerId="ADAL" clId="{45C24337-BC83-426E-8555-560DB5D20005}" dt="2025-12-12T14:10:27.697" v="85" actId="26606"/>
          <ac:spMkLst>
            <pc:docMk/>
            <pc:sldMk cId="3352065046" sldId="310"/>
            <ac:spMk id="2" creationId="{6E05E672-264F-4E5A-BBEE-73745015B5DB}"/>
          </ac:spMkLst>
        </pc:spChg>
        <pc:spChg chg="mod">
          <ac:chgData name="Jeffrey Moe" userId="495852c6-9817-4bbb-9162-b2e8ad79383d" providerId="ADAL" clId="{45C24337-BC83-426E-8555-560DB5D20005}" dt="2025-12-12T14:10:27.697" v="85" actId="26606"/>
          <ac:spMkLst>
            <pc:docMk/>
            <pc:sldMk cId="3352065046" sldId="310"/>
            <ac:spMk id="3" creationId="{3CD2847F-6F54-225E-872E-5BF501835ED4}"/>
          </ac:spMkLst>
        </pc:spChg>
        <pc:spChg chg="add">
          <ac:chgData name="Jeffrey Moe" userId="495852c6-9817-4bbb-9162-b2e8ad79383d" providerId="ADAL" clId="{45C24337-BC83-426E-8555-560DB5D20005}" dt="2025-12-12T14:10:27.697" v="85" actId="26606"/>
          <ac:spMkLst>
            <pc:docMk/>
            <pc:sldMk cId="3352065046" sldId="310"/>
            <ac:spMk id="8" creationId="{6F5A5072-7B47-4D32-B52A-4EBBF590B8A5}"/>
          </ac:spMkLst>
        </pc:spChg>
        <pc:spChg chg="add">
          <ac:chgData name="Jeffrey Moe" userId="495852c6-9817-4bbb-9162-b2e8ad79383d" providerId="ADAL" clId="{45C24337-BC83-426E-8555-560DB5D20005}" dt="2025-12-12T14:10:27.697" v="85" actId="26606"/>
          <ac:spMkLst>
            <pc:docMk/>
            <pc:sldMk cId="3352065046" sldId="310"/>
            <ac:spMk id="10" creationId="{9715DAF0-AE1B-46C9-8A6B-DB2AA05AB91D}"/>
          </ac:spMkLst>
        </pc:spChg>
        <pc:spChg chg="add">
          <ac:chgData name="Jeffrey Moe" userId="495852c6-9817-4bbb-9162-b2e8ad79383d" providerId="ADAL" clId="{45C24337-BC83-426E-8555-560DB5D20005}" dt="2025-12-12T14:10:27.697" v="85" actId="26606"/>
          <ac:spMkLst>
            <pc:docMk/>
            <pc:sldMk cId="3352065046" sldId="310"/>
            <ac:spMk id="12" creationId="{6016219D-510E-4184-9090-6D5578A87BD1}"/>
          </ac:spMkLst>
        </pc:spChg>
        <pc:spChg chg="add">
          <ac:chgData name="Jeffrey Moe" userId="495852c6-9817-4bbb-9162-b2e8ad79383d" providerId="ADAL" clId="{45C24337-BC83-426E-8555-560DB5D20005}" dt="2025-12-12T14:10:27.697" v="85" actId="26606"/>
          <ac:spMkLst>
            <pc:docMk/>
            <pc:sldMk cId="3352065046" sldId="310"/>
            <ac:spMk id="14" creationId="{AFF4A713-7B75-4B21-90D7-5AB19547C728}"/>
          </ac:spMkLst>
        </pc:spChg>
        <pc:spChg chg="add">
          <ac:chgData name="Jeffrey Moe" userId="495852c6-9817-4bbb-9162-b2e8ad79383d" providerId="ADAL" clId="{45C24337-BC83-426E-8555-560DB5D20005}" dt="2025-12-12T14:10:27.697" v="85" actId="26606"/>
          <ac:spMkLst>
            <pc:docMk/>
            <pc:sldMk cId="3352065046" sldId="310"/>
            <ac:spMk id="16" creationId="{DC631C0B-6DA6-4E57-8231-CE32B3434A7E}"/>
          </ac:spMkLst>
        </pc:spChg>
        <pc:spChg chg="add">
          <ac:chgData name="Jeffrey Moe" userId="495852c6-9817-4bbb-9162-b2e8ad79383d" providerId="ADAL" clId="{45C24337-BC83-426E-8555-560DB5D20005}" dt="2025-12-12T14:10:27.697" v="85" actId="26606"/>
          <ac:spMkLst>
            <pc:docMk/>
            <pc:sldMk cId="3352065046" sldId="310"/>
            <ac:spMk id="18" creationId="{C29501E6-A978-4A61-9689-9085AF97A53A}"/>
          </ac:spMkLst>
        </pc:spChg>
      </pc:sldChg>
      <pc:sldChg chg="addSp modSp new mod setBg">
        <pc:chgData name="Jeffrey Moe" userId="495852c6-9817-4bbb-9162-b2e8ad79383d" providerId="ADAL" clId="{45C24337-BC83-426E-8555-560DB5D20005}" dt="2025-12-12T14:25:36.482" v="150" actId="26606"/>
        <pc:sldMkLst>
          <pc:docMk/>
          <pc:sldMk cId="3629417937" sldId="311"/>
        </pc:sldMkLst>
        <pc:spChg chg="mod">
          <ac:chgData name="Jeffrey Moe" userId="495852c6-9817-4bbb-9162-b2e8ad79383d" providerId="ADAL" clId="{45C24337-BC83-426E-8555-560DB5D20005}" dt="2025-12-12T14:25:36.482" v="150" actId="26606"/>
          <ac:spMkLst>
            <pc:docMk/>
            <pc:sldMk cId="3629417937" sldId="311"/>
            <ac:spMk id="2" creationId="{8E1FE8FB-2C99-4D94-B28A-DF90C548F834}"/>
          </ac:spMkLst>
        </pc:spChg>
        <pc:spChg chg="mod">
          <ac:chgData name="Jeffrey Moe" userId="495852c6-9817-4bbb-9162-b2e8ad79383d" providerId="ADAL" clId="{45C24337-BC83-426E-8555-560DB5D20005}" dt="2025-12-12T14:25:36.482" v="150" actId="26606"/>
          <ac:spMkLst>
            <pc:docMk/>
            <pc:sldMk cId="3629417937" sldId="311"/>
            <ac:spMk id="3" creationId="{15ACF1A7-83F3-3C73-4526-9B2366722E7E}"/>
          </ac:spMkLst>
        </pc:spChg>
        <pc:spChg chg="add">
          <ac:chgData name="Jeffrey Moe" userId="495852c6-9817-4bbb-9162-b2e8ad79383d" providerId="ADAL" clId="{45C24337-BC83-426E-8555-560DB5D20005}" dt="2025-12-12T14:25:36.482" v="150" actId="26606"/>
          <ac:spMkLst>
            <pc:docMk/>
            <pc:sldMk cId="3629417937" sldId="311"/>
            <ac:spMk id="8" creationId="{6F5A5072-7B47-4D32-B52A-4EBBF590B8A5}"/>
          </ac:spMkLst>
        </pc:spChg>
        <pc:spChg chg="add">
          <ac:chgData name="Jeffrey Moe" userId="495852c6-9817-4bbb-9162-b2e8ad79383d" providerId="ADAL" clId="{45C24337-BC83-426E-8555-560DB5D20005}" dt="2025-12-12T14:25:36.482" v="150" actId="26606"/>
          <ac:spMkLst>
            <pc:docMk/>
            <pc:sldMk cId="3629417937" sldId="311"/>
            <ac:spMk id="10" creationId="{9715DAF0-AE1B-46C9-8A6B-DB2AA05AB91D}"/>
          </ac:spMkLst>
        </pc:spChg>
        <pc:spChg chg="add">
          <ac:chgData name="Jeffrey Moe" userId="495852c6-9817-4bbb-9162-b2e8ad79383d" providerId="ADAL" clId="{45C24337-BC83-426E-8555-560DB5D20005}" dt="2025-12-12T14:25:36.482" v="150" actId="26606"/>
          <ac:spMkLst>
            <pc:docMk/>
            <pc:sldMk cId="3629417937" sldId="311"/>
            <ac:spMk id="12" creationId="{6016219D-510E-4184-9090-6D5578A87BD1}"/>
          </ac:spMkLst>
        </pc:spChg>
        <pc:spChg chg="add">
          <ac:chgData name="Jeffrey Moe" userId="495852c6-9817-4bbb-9162-b2e8ad79383d" providerId="ADAL" clId="{45C24337-BC83-426E-8555-560DB5D20005}" dt="2025-12-12T14:25:36.482" v="150" actId="26606"/>
          <ac:spMkLst>
            <pc:docMk/>
            <pc:sldMk cId="3629417937" sldId="311"/>
            <ac:spMk id="14" creationId="{AFF4A713-7B75-4B21-90D7-5AB19547C728}"/>
          </ac:spMkLst>
        </pc:spChg>
        <pc:spChg chg="add">
          <ac:chgData name="Jeffrey Moe" userId="495852c6-9817-4bbb-9162-b2e8ad79383d" providerId="ADAL" clId="{45C24337-BC83-426E-8555-560DB5D20005}" dt="2025-12-12T14:25:36.482" v="150" actId="26606"/>
          <ac:spMkLst>
            <pc:docMk/>
            <pc:sldMk cId="3629417937" sldId="311"/>
            <ac:spMk id="16" creationId="{DC631C0B-6DA6-4E57-8231-CE32B3434A7E}"/>
          </ac:spMkLst>
        </pc:spChg>
        <pc:spChg chg="add">
          <ac:chgData name="Jeffrey Moe" userId="495852c6-9817-4bbb-9162-b2e8ad79383d" providerId="ADAL" clId="{45C24337-BC83-426E-8555-560DB5D20005}" dt="2025-12-12T14:25:36.482" v="150" actId="26606"/>
          <ac:spMkLst>
            <pc:docMk/>
            <pc:sldMk cId="3629417937" sldId="311"/>
            <ac:spMk id="18" creationId="{C29501E6-A978-4A61-9689-9085AF97A53A}"/>
          </ac:spMkLst>
        </pc:spChg>
      </pc:sldChg>
      <pc:sldChg chg="addSp modSp new mod setBg">
        <pc:chgData name="Jeffrey Moe" userId="495852c6-9817-4bbb-9162-b2e8ad79383d" providerId="ADAL" clId="{45C24337-BC83-426E-8555-560DB5D20005}" dt="2025-12-12T14:36:05.887" v="257" actId="26606"/>
        <pc:sldMkLst>
          <pc:docMk/>
          <pc:sldMk cId="3227376040" sldId="312"/>
        </pc:sldMkLst>
        <pc:spChg chg="mod">
          <ac:chgData name="Jeffrey Moe" userId="495852c6-9817-4bbb-9162-b2e8ad79383d" providerId="ADAL" clId="{45C24337-BC83-426E-8555-560DB5D20005}" dt="2025-12-12T14:36:05.887" v="257" actId="26606"/>
          <ac:spMkLst>
            <pc:docMk/>
            <pc:sldMk cId="3227376040" sldId="312"/>
            <ac:spMk id="2" creationId="{1A4DFA1C-7F7C-6EB2-6E9E-40F85B2A0FD1}"/>
          </ac:spMkLst>
        </pc:spChg>
        <pc:spChg chg="mod">
          <ac:chgData name="Jeffrey Moe" userId="495852c6-9817-4bbb-9162-b2e8ad79383d" providerId="ADAL" clId="{45C24337-BC83-426E-8555-560DB5D20005}" dt="2025-12-12T14:36:05.887" v="257" actId="26606"/>
          <ac:spMkLst>
            <pc:docMk/>
            <pc:sldMk cId="3227376040" sldId="312"/>
            <ac:spMk id="3" creationId="{8835E03E-FC2B-0209-C426-8D66C4C78D25}"/>
          </ac:spMkLst>
        </pc:spChg>
        <pc:spChg chg="add">
          <ac:chgData name="Jeffrey Moe" userId="495852c6-9817-4bbb-9162-b2e8ad79383d" providerId="ADAL" clId="{45C24337-BC83-426E-8555-560DB5D20005}" dt="2025-12-12T14:36:05.887" v="257" actId="26606"/>
          <ac:spMkLst>
            <pc:docMk/>
            <pc:sldMk cId="3227376040" sldId="312"/>
            <ac:spMk id="8" creationId="{6F5A5072-7B47-4D32-B52A-4EBBF590B8A5}"/>
          </ac:spMkLst>
        </pc:spChg>
        <pc:spChg chg="add">
          <ac:chgData name="Jeffrey Moe" userId="495852c6-9817-4bbb-9162-b2e8ad79383d" providerId="ADAL" clId="{45C24337-BC83-426E-8555-560DB5D20005}" dt="2025-12-12T14:36:05.887" v="257" actId="26606"/>
          <ac:spMkLst>
            <pc:docMk/>
            <pc:sldMk cId="3227376040" sldId="312"/>
            <ac:spMk id="10" creationId="{9715DAF0-AE1B-46C9-8A6B-DB2AA05AB91D}"/>
          </ac:spMkLst>
        </pc:spChg>
        <pc:spChg chg="add">
          <ac:chgData name="Jeffrey Moe" userId="495852c6-9817-4bbb-9162-b2e8ad79383d" providerId="ADAL" clId="{45C24337-BC83-426E-8555-560DB5D20005}" dt="2025-12-12T14:36:05.887" v="257" actId="26606"/>
          <ac:spMkLst>
            <pc:docMk/>
            <pc:sldMk cId="3227376040" sldId="312"/>
            <ac:spMk id="12" creationId="{6016219D-510E-4184-9090-6D5578A87BD1}"/>
          </ac:spMkLst>
        </pc:spChg>
        <pc:spChg chg="add">
          <ac:chgData name="Jeffrey Moe" userId="495852c6-9817-4bbb-9162-b2e8ad79383d" providerId="ADAL" clId="{45C24337-BC83-426E-8555-560DB5D20005}" dt="2025-12-12T14:36:05.887" v="257" actId="26606"/>
          <ac:spMkLst>
            <pc:docMk/>
            <pc:sldMk cId="3227376040" sldId="312"/>
            <ac:spMk id="14" creationId="{AFF4A713-7B75-4B21-90D7-5AB19547C728}"/>
          </ac:spMkLst>
        </pc:spChg>
        <pc:spChg chg="add">
          <ac:chgData name="Jeffrey Moe" userId="495852c6-9817-4bbb-9162-b2e8ad79383d" providerId="ADAL" clId="{45C24337-BC83-426E-8555-560DB5D20005}" dt="2025-12-12T14:36:05.887" v="257" actId="26606"/>
          <ac:spMkLst>
            <pc:docMk/>
            <pc:sldMk cId="3227376040" sldId="312"/>
            <ac:spMk id="16" creationId="{DC631C0B-6DA6-4E57-8231-CE32B3434A7E}"/>
          </ac:spMkLst>
        </pc:spChg>
        <pc:spChg chg="add">
          <ac:chgData name="Jeffrey Moe" userId="495852c6-9817-4bbb-9162-b2e8ad79383d" providerId="ADAL" clId="{45C24337-BC83-426E-8555-560DB5D20005}" dt="2025-12-12T14:36:05.887" v="257" actId="26606"/>
          <ac:spMkLst>
            <pc:docMk/>
            <pc:sldMk cId="3227376040" sldId="312"/>
            <ac:spMk id="18" creationId="{C29501E6-A978-4A61-9689-9085AF97A53A}"/>
          </ac:spMkLst>
        </pc:spChg>
      </pc:sldChg>
      <pc:sldChg chg="addSp modSp new mod setBg">
        <pc:chgData name="Jeffrey Moe" userId="495852c6-9817-4bbb-9162-b2e8ad79383d" providerId="ADAL" clId="{45C24337-BC83-426E-8555-560DB5D20005}" dt="2025-12-12T14:36:47.380" v="290" actId="26606"/>
        <pc:sldMkLst>
          <pc:docMk/>
          <pc:sldMk cId="105107999" sldId="313"/>
        </pc:sldMkLst>
        <pc:spChg chg="mod">
          <ac:chgData name="Jeffrey Moe" userId="495852c6-9817-4bbb-9162-b2e8ad79383d" providerId="ADAL" clId="{45C24337-BC83-426E-8555-560DB5D20005}" dt="2025-12-12T14:36:47.380" v="290" actId="26606"/>
          <ac:spMkLst>
            <pc:docMk/>
            <pc:sldMk cId="105107999" sldId="313"/>
            <ac:spMk id="2" creationId="{F372EC79-4AC3-8737-B4DA-B7F2730FCD46}"/>
          </ac:spMkLst>
        </pc:spChg>
        <pc:spChg chg="mod">
          <ac:chgData name="Jeffrey Moe" userId="495852c6-9817-4bbb-9162-b2e8ad79383d" providerId="ADAL" clId="{45C24337-BC83-426E-8555-560DB5D20005}" dt="2025-12-12T14:36:47.380" v="290" actId="26606"/>
          <ac:spMkLst>
            <pc:docMk/>
            <pc:sldMk cId="105107999" sldId="313"/>
            <ac:spMk id="3" creationId="{7979AA4D-B5DE-FD53-4C43-64DAD50C4D13}"/>
          </ac:spMkLst>
        </pc:spChg>
        <pc:spChg chg="add">
          <ac:chgData name="Jeffrey Moe" userId="495852c6-9817-4bbb-9162-b2e8ad79383d" providerId="ADAL" clId="{45C24337-BC83-426E-8555-560DB5D20005}" dt="2025-12-12T14:36:47.380" v="290" actId="26606"/>
          <ac:spMkLst>
            <pc:docMk/>
            <pc:sldMk cId="105107999" sldId="313"/>
            <ac:spMk id="8" creationId="{6F5A5072-7B47-4D32-B52A-4EBBF590B8A5}"/>
          </ac:spMkLst>
        </pc:spChg>
        <pc:spChg chg="add">
          <ac:chgData name="Jeffrey Moe" userId="495852c6-9817-4bbb-9162-b2e8ad79383d" providerId="ADAL" clId="{45C24337-BC83-426E-8555-560DB5D20005}" dt="2025-12-12T14:36:47.380" v="290" actId="26606"/>
          <ac:spMkLst>
            <pc:docMk/>
            <pc:sldMk cId="105107999" sldId="313"/>
            <ac:spMk id="10" creationId="{9715DAF0-AE1B-46C9-8A6B-DB2AA05AB91D}"/>
          </ac:spMkLst>
        </pc:spChg>
        <pc:spChg chg="add">
          <ac:chgData name="Jeffrey Moe" userId="495852c6-9817-4bbb-9162-b2e8ad79383d" providerId="ADAL" clId="{45C24337-BC83-426E-8555-560DB5D20005}" dt="2025-12-12T14:36:47.380" v="290" actId="26606"/>
          <ac:spMkLst>
            <pc:docMk/>
            <pc:sldMk cId="105107999" sldId="313"/>
            <ac:spMk id="12" creationId="{6016219D-510E-4184-9090-6D5578A87BD1}"/>
          </ac:spMkLst>
        </pc:spChg>
        <pc:spChg chg="add">
          <ac:chgData name="Jeffrey Moe" userId="495852c6-9817-4bbb-9162-b2e8ad79383d" providerId="ADAL" clId="{45C24337-BC83-426E-8555-560DB5D20005}" dt="2025-12-12T14:36:47.380" v="290" actId="26606"/>
          <ac:spMkLst>
            <pc:docMk/>
            <pc:sldMk cId="105107999" sldId="313"/>
            <ac:spMk id="14" creationId="{AFF4A713-7B75-4B21-90D7-5AB19547C728}"/>
          </ac:spMkLst>
        </pc:spChg>
        <pc:spChg chg="add">
          <ac:chgData name="Jeffrey Moe" userId="495852c6-9817-4bbb-9162-b2e8ad79383d" providerId="ADAL" clId="{45C24337-BC83-426E-8555-560DB5D20005}" dt="2025-12-12T14:36:47.380" v="290" actId="26606"/>
          <ac:spMkLst>
            <pc:docMk/>
            <pc:sldMk cId="105107999" sldId="313"/>
            <ac:spMk id="16" creationId="{DC631C0B-6DA6-4E57-8231-CE32B3434A7E}"/>
          </ac:spMkLst>
        </pc:spChg>
        <pc:spChg chg="add">
          <ac:chgData name="Jeffrey Moe" userId="495852c6-9817-4bbb-9162-b2e8ad79383d" providerId="ADAL" clId="{45C24337-BC83-426E-8555-560DB5D20005}" dt="2025-12-12T14:36:47.380" v="290" actId="26606"/>
          <ac:spMkLst>
            <pc:docMk/>
            <pc:sldMk cId="105107999" sldId="313"/>
            <ac:spMk id="18" creationId="{C29501E6-A978-4A61-9689-9085AF97A53A}"/>
          </ac:spMkLst>
        </pc:spChg>
      </pc:sldChg>
      <pc:sldChg chg="addSp modSp new mod setBg">
        <pc:chgData name="Jeffrey Moe" userId="495852c6-9817-4bbb-9162-b2e8ad79383d" providerId="ADAL" clId="{45C24337-BC83-426E-8555-560DB5D20005}" dt="2025-12-12T15:37:03.549" v="896" actId="26606"/>
        <pc:sldMkLst>
          <pc:docMk/>
          <pc:sldMk cId="4138643244" sldId="314"/>
        </pc:sldMkLst>
        <pc:spChg chg="mod">
          <ac:chgData name="Jeffrey Moe" userId="495852c6-9817-4bbb-9162-b2e8ad79383d" providerId="ADAL" clId="{45C24337-BC83-426E-8555-560DB5D20005}" dt="2025-12-12T15:37:03.549" v="896" actId="26606"/>
          <ac:spMkLst>
            <pc:docMk/>
            <pc:sldMk cId="4138643244" sldId="314"/>
            <ac:spMk id="2" creationId="{9995D431-014F-4B22-1A2C-3391C9F9F241}"/>
          </ac:spMkLst>
        </pc:spChg>
        <pc:spChg chg="mod">
          <ac:chgData name="Jeffrey Moe" userId="495852c6-9817-4bbb-9162-b2e8ad79383d" providerId="ADAL" clId="{45C24337-BC83-426E-8555-560DB5D20005}" dt="2025-12-12T15:37:03.549" v="896" actId="26606"/>
          <ac:spMkLst>
            <pc:docMk/>
            <pc:sldMk cId="4138643244" sldId="314"/>
            <ac:spMk id="3" creationId="{C0FAEEE8-0DAA-8289-0B13-9E70CCE191BC}"/>
          </ac:spMkLst>
        </pc:spChg>
        <pc:spChg chg="add">
          <ac:chgData name="Jeffrey Moe" userId="495852c6-9817-4bbb-9162-b2e8ad79383d" providerId="ADAL" clId="{45C24337-BC83-426E-8555-560DB5D20005}" dt="2025-12-12T15:37:03.549" v="896" actId="26606"/>
          <ac:spMkLst>
            <pc:docMk/>
            <pc:sldMk cId="4138643244" sldId="314"/>
            <ac:spMk id="8" creationId="{6F5A5072-7B47-4D32-B52A-4EBBF590B8A5}"/>
          </ac:spMkLst>
        </pc:spChg>
        <pc:spChg chg="add">
          <ac:chgData name="Jeffrey Moe" userId="495852c6-9817-4bbb-9162-b2e8ad79383d" providerId="ADAL" clId="{45C24337-BC83-426E-8555-560DB5D20005}" dt="2025-12-12T15:37:03.549" v="896" actId="26606"/>
          <ac:spMkLst>
            <pc:docMk/>
            <pc:sldMk cId="4138643244" sldId="314"/>
            <ac:spMk id="10" creationId="{9715DAF0-AE1B-46C9-8A6B-DB2AA05AB91D}"/>
          </ac:spMkLst>
        </pc:spChg>
        <pc:spChg chg="add">
          <ac:chgData name="Jeffrey Moe" userId="495852c6-9817-4bbb-9162-b2e8ad79383d" providerId="ADAL" clId="{45C24337-BC83-426E-8555-560DB5D20005}" dt="2025-12-12T15:37:03.549" v="896" actId="26606"/>
          <ac:spMkLst>
            <pc:docMk/>
            <pc:sldMk cId="4138643244" sldId="314"/>
            <ac:spMk id="12" creationId="{6016219D-510E-4184-9090-6D5578A87BD1}"/>
          </ac:spMkLst>
        </pc:spChg>
        <pc:spChg chg="add">
          <ac:chgData name="Jeffrey Moe" userId="495852c6-9817-4bbb-9162-b2e8ad79383d" providerId="ADAL" clId="{45C24337-BC83-426E-8555-560DB5D20005}" dt="2025-12-12T15:37:03.549" v="896" actId="26606"/>
          <ac:spMkLst>
            <pc:docMk/>
            <pc:sldMk cId="4138643244" sldId="314"/>
            <ac:spMk id="14" creationId="{AFF4A713-7B75-4B21-90D7-5AB19547C728}"/>
          </ac:spMkLst>
        </pc:spChg>
        <pc:spChg chg="add">
          <ac:chgData name="Jeffrey Moe" userId="495852c6-9817-4bbb-9162-b2e8ad79383d" providerId="ADAL" clId="{45C24337-BC83-426E-8555-560DB5D20005}" dt="2025-12-12T15:37:03.549" v="896" actId="26606"/>
          <ac:spMkLst>
            <pc:docMk/>
            <pc:sldMk cId="4138643244" sldId="314"/>
            <ac:spMk id="16" creationId="{DC631C0B-6DA6-4E57-8231-CE32B3434A7E}"/>
          </ac:spMkLst>
        </pc:spChg>
        <pc:spChg chg="add">
          <ac:chgData name="Jeffrey Moe" userId="495852c6-9817-4bbb-9162-b2e8ad79383d" providerId="ADAL" clId="{45C24337-BC83-426E-8555-560DB5D20005}" dt="2025-12-12T15:37:03.549" v="896" actId="26606"/>
          <ac:spMkLst>
            <pc:docMk/>
            <pc:sldMk cId="4138643244" sldId="314"/>
            <ac:spMk id="18" creationId="{C29501E6-A978-4A61-9689-9085AF97A53A}"/>
          </ac:spMkLst>
        </pc:spChg>
      </pc:sldChg>
      <pc:sldChg chg="addSp delSp modSp new mod setBg">
        <pc:chgData name="Jeffrey Moe" userId="495852c6-9817-4bbb-9162-b2e8ad79383d" providerId="ADAL" clId="{45C24337-BC83-426E-8555-560DB5D20005}" dt="2025-12-12T16:58:20.598" v="1186" actId="115"/>
        <pc:sldMkLst>
          <pc:docMk/>
          <pc:sldMk cId="677851696" sldId="315"/>
        </pc:sldMkLst>
        <pc:spChg chg="mod">
          <ac:chgData name="Jeffrey Moe" userId="495852c6-9817-4bbb-9162-b2e8ad79383d" providerId="ADAL" clId="{45C24337-BC83-426E-8555-560DB5D20005}" dt="2025-12-12T16:57:58.909" v="1176" actId="26606"/>
          <ac:spMkLst>
            <pc:docMk/>
            <pc:sldMk cId="677851696" sldId="315"/>
            <ac:spMk id="2" creationId="{2807C58E-AD6D-B1CD-5923-E1BA42E4CB44}"/>
          </ac:spMkLst>
        </pc:spChg>
        <pc:spChg chg="del mod">
          <ac:chgData name="Jeffrey Moe" userId="495852c6-9817-4bbb-9162-b2e8ad79383d" providerId="ADAL" clId="{45C24337-BC83-426E-8555-560DB5D20005}" dt="2025-12-12T16:57:58.909" v="1176" actId="26606"/>
          <ac:spMkLst>
            <pc:docMk/>
            <pc:sldMk cId="677851696" sldId="315"/>
            <ac:spMk id="3" creationId="{EAFB7D70-4028-9843-B1BB-2F93C098BC7F}"/>
          </ac:spMkLst>
        </pc:spChg>
        <pc:spChg chg="add">
          <ac:chgData name="Jeffrey Moe" userId="495852c6-9817-4bbb-9162-b2e8ad79383d" providerId="ADAL" clId="{45C24337-BC83-426E-8555-560DB5D20005}" dt="2025-12-12T16:57:58.909" v="1176" actId="26606"/>
          <ac:spMkLst>
            <pc:docMk/>
            <pc:sldMk cId="677851696" sldId="315"/>
            <ac:spMk id="9" creationId="{9DBC8166-481C-4473-95F5-9A5B9073B7F1}"/>
          </ac:spMkLst>
        </pc:spChg>
        <pc:spChg chg="add">
          <ac:chgData name="Jeffrey Moe" userId="495852c6-9817-4bbb-9162-b2e8ad79383d" providerId="ADAL" clId="{45C24337-BC83-426E-8555-560DB5D20005}" dt="2025-12-12T16:57:58.909" v="1176" actId="26606"/>
          <ac:spMkLst>
            <pc:docMk/>
            <pc:sldMk cId="677851696" sldId="315"/>
            <ac:spMk id="11" creationId="{A5A5CE6E-90AF-4D43-A014-1F9EC83EB93D}"/>
          </ac:spMkLst>
        </pc:spChg>
        <pc:graphicFrameChg chg="add mod">
          <ac:chgData name="Jeffrey Moe" userId="495852c6-9817-4bbb-9162-b2e8ad79383d" providerId="ADAL" clId="{45C24337-BC83-426E-8555-560DB5D20005}" dt="2025-12-12T16:58:20.598" v="1186" actId="115"/>
          <ac:graphicFrameMkLst>
            <pc:docMk/>
            <pc:sldMk cId="677851696" sldId="315"/>
            <ac:graphicFrameMk id="5" creationId="{59495D56-791C-4762-DFCB-C0C62B27F4E9}"/>
          </ac:graphicFrameMkLst>
        </pc:graphicFrameChg>
      </pc:sldChg>
      <pc:sldChg chg="addSp delSp modSp new mod setBg modClrScheme chgLayout">
        <pc:chgData name="Jeffrey Moe" userId="495852c6-9817-4bbb-9162-b2e8ad79383d" providerId="ADAL" clId="{45C24337-BC83-426E-8555-560DB5D20005}" dt="2025-12-12T15:48:33.467" v="930" actId="26606"/>
        <pc:sldMkLst>
          <pc:docMk/>
          <pc:sldMk cId="404881153" sldId="316"/>
        </pc:sldMkLst>
        <pc:spChg chg="del mod ord">
          <ac:chgData name="Jeffrey Moe" userId="495852c6-9817-4bbb-9162-b2e8ad79383d" providerId="ADAL" clId="{45C24337-BC83-426E-8555-560DB5D20005}" dt="2025-12-12T15:48:24.790" v="919" actId="700"/>
          <ac:spMkLst>
            <pc:docMk/>
            <pc:sldMk cId="404881153" sldId="316"/>
            <ac:spMk id="2" creationId="{2765466B-B159-20BB-B8FB-6CDA4230B225}"/>
          </ac:spMkLst>
        </pc:spChg>
        <pc:spChg chg="del mod ord">
          <ac:chgData name="Jeffrey Moe" userId="495852c6-9817-4bbb-9162-b2e8ad79383d" providerId="ADAL" clId="{45C24337-BC83-426E-8555-560DB5D20005}" dt="2025-12-12T15:48:24.790" v="919" actId="700"/>
          <ac:spMkLst>
            <pc:docMk/>
            <pc:sldMk cId="404881153" sldId="316"/>
            <ac:spMk id="3" creationId="{C6746A4D-ABA9-3052-FC55-7DBB7560F0CC}"/>
          </ac:spMkLst>
        </pc:spChg>
        <pc:spChg chg="add mod ord">
          <ac:chgData name="Jeffrey Moe" userId="495852c6-9817-4bbb-9162-b2e8ad79383d" providerId="ADAL" clId="{45C24337-BC83-426E-8555-560DB5D20005}" dt="2025-12-12T15:48:33.467" v="930" actId="26606"/>
          <ac:spMkLst>
            <pc:docMk/>
            <pc:sldMk cId="404881153" sldId="316"/>
            <ac:spMk id="4" creationId="{DE7F0077-A571-23A6-5DBC-E847E1840845}"/>
          </ac:spMkLst>
        </pc:spChg>
        <pc:spChg chg="add mod ord">
          <ac:chgData name="Jeffrey Moe" userId="495852c6-9817-4bbb-9162-b2e8ad79383d" providerId="ADAL" clId="{45C24337-BC83-426E-8555-560DB5D20005}" dt="2025-12-12T15:48:33.467" v="930" actId="26606"/>
          <ac:spMkLst>
            <pc:docMk/>
            <pc:sldMk cId="404881153" sldId="316"/>
            <ac:spMk id="5" creationId="{D62E8CA4-E439-B5D5-9B1B-451431AD5C99}"/>
          </ac:spMkLst>
        </pc:spChg>
        <pc:spChg chg="add">
          <ac:chgData name="Jeffrey Moe" userId="495852c6-9817-4bbb-9162-b2e8ad79383d" providerId="ADAL" clId="{45C24337-BC83-426E-8555-560DB5D20005}" dt="2025-12-12T15:48:33.467" v="930" actId="26606"/>
          <ac:spMkLst>
            <pc:docMk/>
            <pc:sldMk cId="404881153" sldId="316"/>
            <ac:spMk id="10" creationId="{6F5A5072-7B47-4D32-B52A-4EBBF590B8A5}"/>
          </ac:spMkLst>
        </pc:spChg>
        <pc:spChg chg="add">
          <ac:chgData name="Jeffrey Moe" userId="495852c6-9817-4bbb-9162-b2e8ad79383d" providerId="ADAL" clId="{45C24337-BC83-426E-8555-560DB5D20005}" dt="2025-12-12T15:48:33.467" v="930" actId="26606"/>
          <ac:spMkLst>
            <pc:docMk/>
            <pc:sldMk cId="404881153" sldId="316"/>
            <ac:spMk id="12" creationId="{9715DAF0-AE1B-46C9-8A6B-DB2AA05AB91D}"/>
          </ac:spMkLst>
        </pc:spChg>
        <pc:spChg chg="add">
          <ac:chgData name="Jeffrey Moe" userId="495852c6-9817-4bbb-9162-b2e8ad79383d" providerId="ADAL" clId="{45C24337-BC83-426E-8555-560DB5D20005}" dt="2025-12-12T15:48:33.467" v="930" actId="26606"/>
          <ac:spMkLst>
            <pc:docMk/>
            <pc:sldMk cId="404881153" sldId="316"/>
            <ac:spMk id="14" creationId="{6016219D-510E-4184-9090-6D5578A87BD1}"/>
          </ac:spMkLst>
        </pc:spChg>
        <pc:spChg chg="add">
          <ac:chgData name="Jeffrey Moe" userId="495852c6-9817-4bbb-9162-b2e8ad79383d" providerId="ADAL" clId="{45C24337-BC83-426E-8555-560DB5D20005}" dt="2025-12-12T15:48:33.467" v="930" actId="26606"/>
          <ac:spMkLst>
            <pc:docMk/>
            <pc:sldMk cId="404881153" sldId="316"/>
            <ac:spMk id="16" creationId="{AFF4A713-7B75-4B21-90D7-5AB19547C728}"/>
          </ac:spMkLst>
        </pc:spChg>
        <pc:spChg chg="add">
          <ac:chgData name="Jeffrey Moe" userId="495852c6-9817-4bbb-9162-b2e8ad79383d" providerId="ADAL" clId="{45C24337-BC83-426E-8555-560DB5D20005}" dt="2025-12-12T15:48:33.467" v="930" actId="26606"/>
          <ac:spMkLst>
            <pc:docMk/>
            <pc:sldMk cId="404881153" sldId="316"/>
            <ac:spMk id="18" creationId="{DC631C0B-6DA6-4E57-8231-CE32B3434A7E}"/>
          </ac:spMkLst>
        </pc:spChg>
        <pc:spChg chg="add">
          <ac:chgData name="Jeffrey Moe" userId="495852c6-9817-4bbb-9162-b2e8ad79383d" providerId="ADAL" clId="{45C24337-BC83-426E-8555-560DB5D20005}" dt="2025-12-12T15:48:33.467" v="930" actId="26606"/>
          <ac:spMkLst>
            <pc:docMk/>
            <pc:sldMk cId="404881153" sldId="316"/>
            <ac:spMk id="20" creationId="{C29501E6-A978-4A61-9689-9085AF97A53A}"/>
          </ac:spMkLst>
        </pc:spChg>
      </pc:sldChg>
      <pc:sldChg chg="addSp modSp new mod setBg">
        <pc:chgData name="Jeffrey Moe" userId="495852c6-9817-4bbb-9162-b2e8ad79383d" providerId="ADAL" clId="{45C24337-BC83-426E-8555-560DB5D20005}" dt="2025-12-12T15:52:19.614" v="1003" actId="26606"/>
        <pc:sldMkLst>
          <pc:docMk/>
          <pc:sldMk cId="40507709" sldId="317"/>
        </pc:sldMkLst>
        <pc:spChg chg="mod">
          <ac:chgData name="Jeffrey Moe" userId="495852c6-9817-4bbb-9162-b2e8ad79383d" providerId="ADAL" clId="{45C24337-BC83-426E-8555-560DB5D20005}" dt="2025-12-12T15:52:19.614" v="1003" actId="26606"/>
          <ac:spMkLst>
            <pc:docMk/>
            <pc:sldMk cId="40507709" sldId="317"/>
            <ac:spMk id="2" creationId="{94A4D3B2-4030-9836-16D5-C7837126279E}"/>
          </ac:spMkLst>
        </pc:spChg>
        <pc:spChg chg="mod">
          <ac:chgData name="Jeffrey Moe" userId="495852c6-9817-4bbb-9162-b2e8ad79383d" providerId="ADAL" clId="{45C24337-BC83-426E-8555-560DB5D20005}" dt="2025-12-12T15:52:19.614" v="1003" actId="26606"/>
          <ac:spMkLst>
            <pc:docMk/>
            <pc:sldMk cId="40507709" sldId="317"/>
            <ac:spMk id="3" creationId="{2496D429-B408-AD2F-74A1-4FEBE5A609D0}"/>
          </ac:spMkLst>
        </pc:spChg>
        <pc:spChg chg="add">
          <ac:chgData name="Jeffrey Moe" userId="495852c6-9817-4bbb-9162-b2e8ad79383d" providerId="ADAL" clId="{45C24337-BC83-426E-8555-560DB5D20005}" dt="2025-12-12T15:52:19.614" v="1003" actId="26606"/>
          <ac:spMkLst>
            <pc:docMk/>
            <pc:sldMk cId="40507709" sldId="317"/>
            <ac:spMk id="8" creationId="{6F5A5072-7B47-4D32-B52A-4EBBF590B8A5}"/>
          </ac:spMkLst>
        </pc:spChg>
        <pc:spChg chg="add">
          <ac:chgData name="Jeffrey Moe" userId="495852c6-9817-4bbb-9162-b2e8ad79383d" providerId="ADAL" clId="{45C24337-BC83-426E-8555-560DB5D20005}" dt="2025-12-12T15:52:19.614" v="1003" actId="26606"/>
          <ac:spMkLst>
            <pc:docMk/>
            <pc:sldMk cId="40507709" sldId="317"/>
            <ac:spMk id="10" creationId="{9715DAF0-AE1B-46C9-8A6B-DB2AA05AB91D}"/>
          </ac:spMkLst>
        </pc:spChg>
        <pc:spChg chg="add">
          <ac:chgData name="Jeffrey Moe" userId="495852c6-9817-4bbb-9162-b2e8ad79383d" providerId="ADAL" clId="{45C24337-BC83-426E-8555-560DB5D20005}" dt="2025-12-12T15:52:19.614" v="1003" actId="26606"/>
          <ac:spMkLst>
            <pc:docMk/>
            <pc:sldMk cId="40507709" sldId="317"/>
            <ac:spMk id="12" creationId="{6016219D-510E-4184-9090-6D5578A87BD1}"/>
          </ac:spMkLst>
        </pc:spChg>
        <pc:spChg chg="add">
          <ac:chgData name="Jeffrey Moe" userId="495852c6-9817-4bbb-9162-b2e8ad79383d" providerId="ADAL" clId="{45C24337-BC83-426E-8555-560DB5D20005}" dt="2025-12-12T15:52:19.614" v="1003" actId="26606"/>
          <ac:spMkLst>
            <pc:docMk/>
            <pc:sldMk cId="40507709" sldId="317"/>
            <ac:spMk id="14" creationId="{AFF4A713-7B75-4B21-90D7-5AB19547C728}"/>
          </ac:spMkLst>
        </pc:spChg>
        <pc:spChg chg="add">
          <ac:chgData name="Jeffrey Moe" userId="495852c6-9817-4bbb-9162-b2e8ad79383d" providerId="ADAL" clId="{45C24337-BC83-426E-8555-560DB5D20005}" dt="2025-12-12T15:52:19.614" v="1003" actId="26606"/>
          <ac:spMkLst>
            <pc:docMk/>
            <pc:sldMk cId="40507709" sldId="317"/>
            <ac:spMk id="16" creationId="{DC631C0B-6DA6-4E57-8231-CE32B3434A7E}"/>
          </ac:spMkLst>
        </pc:spChg>
        <pc:spChg chg="add">
          <ac:chgData name="Jeffrey Moe" userId="495852c6-9817-4bbb-9162-b2e8ad79383d" providerId="ADAL" clId="{45C24337-BC83-426E-8555-560DB5D20005}" dt="2025-12-12T15:52:19.614" v="1003" actId="26606"/>
          <ac:spMkLst>
            <pc:docMk/>
            <pc:sldMk cId="40507709" sldId="317"/>
            <ac:spMk id="18" creationId="{C29501E6-A978-4A61-9689-9085AF97A53A}"/>
          </ac:spMkLst>
        </pc:spChg>
      </pc:sldChg>
      <pc:sldChg chg="addSp delSp modSp new mod modClrScheme chgLayout">
        <pc:chgData name="Jeffrey Moe" userId="495852c6-9817-4bbb-9162-b2e8ad79383d" providerId="ADAL" clId="{45C24337-BC83-426E-8555-560DB5D20005}" dt="2025-12-12T16:59:58.652" v="1200" actId="20577"/>
        <pc:sldMkLst>
          <pc:docMk/>
          <pc:sldMk cId="3634417395" sldId="318"/>
        </pc:sldMkLst>
        <pc:spChg chg="del mod ord">
          <ac:chgData name="Jeffrey Moe" userId="495852c6-9817-4bbb-9162-b2e8ad79383d" providerId="ADAL" clId="{45C24337-BC83-426E-8555-560DB5D20005}" dt="2025-12-12T15:52:31.990" v="1005" actId="700"/>
          <ac:spMkLst>
            <pc:docMk/>
            <pc:sldMk cId="3634417395" sldId="318"/>
            <ac:spMk id="2" creationId="{207FCFF5-E291-00E6-F14B-27F4800A32ED}"/>
          </ac:spMkLst>
        </pc:spChg>
        <pc:spChg chg="add mod">
          <ac:chgData name="Jeffrey Moe" userId="495852c6-9817-4bbb-9162-b2e8ad79383d" providerId="ADAL" clId="{45C24337-BC83-426E-8555-560DB5D20005}" dt="2025-12-12T16:59:58.652" v="1200" actId="20577"/>
          <ac:spMkLst>
            <pc:docMk/>
            <pc:sldMk cId="3634417395" sldId="318"/>
            <ac:spMk id="3" creationId="{7EF27BF6-4A8D-3361-CD98-025BB204F5B9}"/>
          </ac:spMkLst>
        </pc:spChg>
        <pc:spChg chg="del mod ord">
          <ac:chgData name="Jeffrey Moe" userId="495852c6-9817-4bbb-9162-b2e8ad79383d" providerId="ADAL" clId="{45C24337-BC83-426E-8555-560DB5D20005}" dt="2025-12-12T15:52:31.990" v="1005" actId="700"/>
          <ac:spMkLst>
            <pc:docMk/>
            <pc:sldMk cId="3634417395" sldId="318"/>
            <ac:spMk id="3" creationId="{F38A0CE9-5313-AA8A-BCDA-7D20DDA50F16}"/>
          </ac:spMkLst>
        </pc:spChg>
        <pc:spChg chg="add del mod ord">
          <ac:chgData name="Jeffrey Moe" userId="495852c6-9817-4bbb-9162-b2e8ad79383d" providerId="ADAL" clId="{45C24337-BC83-426E-8555-560DB5D20005}" dt="2025-12-12T15:52:44.170" v="1006" actId="700"/>
          <ac:spMkLst>
            <pc:docMk/>
            <pc:sldMk cId="3634417395" sldId="318"/>
            <ac:spMk id="4" creationId="{6CF67D3E-D3AB-C9A6-602C-DC04FBD4B406}"/>
          </ac:spMkLst>
        </pc:spChg>
        <pc:spChg chg="add del mod ord">
          <ac:chgData name="Jeffrey Moe" userId="495852c6-9817-4bbb-9162-b2e8ad79383d" providerId="ADAL" clId="{45C24337-BC83-426E-8555-560DB5D20005}" dt="2025-12-12T15:52:44.170" v="1006" actId="700"/>
          <ac:spMkLst>
            <pc:docMk/>
            <pc:sldMk cId="3634417395" sldId="318"/>
            <ac:spMk id="5" creationId="{F585FDA2-11FB-2102-B7D4-85390E8759F2}"/>
          </ac:spMkLst>
        </pc:spChg>
      </pc:sldChg>
      <pc:sldChg chg="addSp modSp new mod">
        <pc:chgData name="Jeffrey Moe" userId="495852c6-9817-4bbb-9162-b2e8ad79383d" providerId="ADAL" clId="{45C24337-BC83-426E-8555-560DB5D20005}" dt="2025-12-12T17:01:24.270" v="1215" actId="21"/>
        <pc:sldMkLst>
          <pc:docMk/>
          <pc:sldMk cId="2312177417" sldId="319"/>
        </pc:sldMkLst>
        <pc:spChg chg="add mod">
          <ac:chgData name="Jeffrey Moe" userId="495852c6-9817-4bbb-9162-b2e8ad79383d" providerId="ADAL" clId="{45C24337-BC83-426E-8555-560DB5D20005}" dt="2025-12-12T17:00:14.085" v="1205" actId="1076"/>
          <ac:spMkLst>
            <pc:docMk/>
            <pc:sldMk cId="2312177417" sldId="319"/>
            <ac:spMk id="3" creationId="{A3A6C46E-49F9-D72D-9915-1EE12D251C49}"/>
          </ac:spMkLst>
        </pc:spChg>
        <pc:spChg chg="add mod">
          <ac:chgData name="Jeffrey Moe" userId="495852c6-9817-4bbb-9162-b2e8ad79383d" providerId="ADAL" clId="{45C24337-BC83-426E-8555-560DB5D20005}" dt="2025-12-12T17:00:52.618" v="1210" actId="14100"/>
          <ac:spMkLst>
            <pc:docMk/>
            <pc:sldMk cId="2312177417" sldId="319"/>
            <ac:spMk id="5" creationId="{5FFE5350-6697-A17C-0182-B1529C7A93CF}"/>
          </ac:spMkLst>
        </pc:spChg>
        <pc:spChg chg="add mod">
          <ac:chgData name="Jeffrey Moe" userId="495852c6-9817-4bbb-9162-b2e8ad79383d" providerId="ADAL" clId="{45C24337-BC83-426E-8555-560DB5D20005}" dt="2025-12-12T17:01:24.270" v="1215" actId="21"/>
          <ac:spMkLst>
            <pc:docMk/>
            <pc:sldMk cId="2312177417" sldId="319"/>
            <ac:spMk id="7" creationId="{D9B87291-90B2-A663-754B-F57A5DFD06D5}"/>
          </ac:spMkLst>
        </pc:spChg>
      </pc:sldChg>
      <pc:sldChg chg="addSp modSp new mod">
        <pc:chgData name="Jeffrey Moe" userId="495852c6-9817-4bbb-9162-b2e8ad79383d" providerId="ADAL" clId="{45C24337-BC83-426E-8555-560DB5D20005}" dt="2025-12-12T17:04:28.580" v="1237" actId="21"/>
        <pc:sldMkLst>
          <pc:docMk/>
          <pc:sldMk cId="1663096796" sldId="320"/>
        </pc:sldMkLst>
        <pc:spChg chg="add mod">
          <ac:chgData name="Jeffrey Moe" userId="495852c6-9817-4bbb-9162-b2e8ad79383d" providerId="ADAL" clId="{45C24337-BC83-426E-8555-560DB5D20005}" dt="2025-12-12T17:01:44.253" v="1223" actId="1076"/>
          <ac:spMkLst>
            <pc:docMk/>
            <pc:sldMk cId="1663096796" sldId="320"/>
            <ac:spMk id="3" creationId="{670C341A-76C4-BF44-E19A-A9FA0F496FAB}"/>
          </ac:spMkLst>
        </pc:spChg>
        <pc:spChg chg="add mod">
          <ac:chgData name="Jeffrey Moe" userId="495852c6-9817-4bbb-9162-b2e8ad79383d" providerId="ADAL" clId="{45C24337-BC83-426E-8555-560DB5D20005}" dt="2025-12-12T17:02:03.977" v="1226" actId="14100"/>
          <ac:spMkLst>
            <pc:docMk/>
            <pc:sldMk cId="1663096796" sldId="320"/>
            <ac:spMk id="5" creationId="{A21AE0FC-E158-C209-BAF3-8EB3E962CB2F}"/>
          </ac:spMkLst>
        </pc:spChg>
        <pc:spChg chg="add mod">
          <ac:chgData name="Jeffrey Moe" userId="495852c6-9817-4bbb-9162-b2e8ad79383d" providerId="ADAL" clId="{45C24337-BC83-426E-8555-560DB5D20005}" dt="2025-12-12T17:02:29.658" v="1231" actId="1076"/>
          <ac:spMkLst>
            <pc:docMk/>
            <pc:sldMk cId="1663096796" sldId="320"/>
            <ac:spMk id="7" creationId="{CFF4E74E-3928-E05E-1934-CE552930C775}"/>
          </ac:spMkLst>
        </pc:spChg>
        <pc:spChg chg="add mod">
          <ac:chgData name="Jeffrey Moe" userId="495852c6-9817-4bbb-9162-b2e8ad79383d" providerId="ADAL" clId="{45C24337-BC83-426E-8555-560DB5D20005}" dt="2025-12-12T17:04:28.580" v="1237" actId="21"/>
          <ac:spMkLst>
            <pc:docMk/>
            <pc:sldMk cId="1663096796" sldId="320"/>
            <ac:spMk id="9" creationId="{C5AE4A01-F24C-7AC8-E316-E9C36F1392AE}"/>
          </ac:spMkLst>
        </pc:spChg>
      </pc:sldChg>
      <pc:sldChg chg="addSp modSp new mod">
        <pc:chgData name="Jeffrey Moe" userId="495852c6-9817-4bbb-9162-b2e8ad79383d" providerId="ADAL" clId="{45C24337-BC83-426E-8555-560DB5D20005}" dt="2025-12-12T17:05:33.728" v="1250" actId="21"/>
        <pc:sldMkLst>
          <pc:docMk/>
          <pc:sldMk cId="3658976746" sldId="321"/>
        </pc:sldMkLst>
        <pc:spChg chg="add mod">
          <ac:chgData name="Jeffrey Moe" userId="495852c6-9817-4bbb-9162-b2e8ad79383d" providerId="ADAL" clId="{45C24337-BC83-426E-8555-560DB5D20005}" dt="2025-12-12T17:04:39.596" v="1242" actId="1076"/>
          <ac:spMkLst>
            <pc:docMk/>
            <pc:sldMk cId="3658976746" sldId="321"/>
            <ac:spMk id="3" creationId="{6F112EA3-B064-A212-2114-9158CE754E8B}"/>
          </ac:spMkLst>
        </pc:spChg>
        <pc:spChg chg="add mod">
          <ac:chgData name="Jeffrey Moe" userId="495852c6-9817-4bbb-9162-b2e8ad79383d" providerId="ADAL" clId="{45C24337-BC83-426E-8555-560DB5D20005}" dt="2025-12-12T17:05:33.728" v="1250" actId="21"/>
          <ac:spMkLst>
            <pc:docMk/>
            <pc:sldMk cId="3658976746" sldId="321"/>
            <ac:spMk id="5" creationId="{191F5640-F34C-24EC-8ED2-3537CB0A80BB}"/>
          </ac:spMkLst>
        </pc:spChg>
      </pc:sldChg>
      <pc:sldChg chg="addSp modSp new mod">
        <pc:chgData name="Jeffrey Moe" userId="495852c6-9817-4bbb-9162-b2e8ad79383d" providerId="ADAL" clId="{45C24337-BC83-426E-8555-560DB5D20005}" dt="2025-12-12T17:05:45.493" v="1255" actId="1076"/>
        <pc:sldMkLst>
          <pc:docMk/>
          <pc:sldMk cId="3919157371" sldId="322"/>
        </pc:sldMkLst>
        <pc:spChg chg="add mod">
          <ac:chgData name="Jeffrey Moe" userId="495852c6-9817-4bbb-9162-b2e8ad79383d" providerId="ADAL" clId="{45C24337-BC83-426E-8555-560DB5D20005}" dt="2025-12-12T17:05:45.493" v="1255" actId="1076"/>
          <ac:spMkLst>
            <pc:docMk/>
            <pc:sldMk cId="3919157371" sldId="322"/>
            <ac:spMk id="3" creationId="{C3523370-76EC-2A3F-A2FB-6A0F2D83DA63}"/>
          </ac:spMkLst>
        </pc:spChg>
      </pc:sldChg>
      <pc:sldChg chg="addSp modSp new mod">
        <pc:chgData name="Jeffrey Moe" userId="495852c6-9817-4bbb-9162-b2e8ad79383d" providerId="ADAL" clId="{45C24337-BC83-426E-8555-560DB5D20005}" dt="2025-12-12T17:06:24.502" v="1262" actId="21"/>
        <pc:sldMkLst>
          <pc:docMk/>
          <pc:sldMk cId="3751691452" sldId="323"/>
        </pc:sldMkLst>
        <pc:spChg chg="add mod">
          <ac:chgData name="Jeffrey Moe" userId="495852c6-9817-4bbb-9162-b2e8ad79383d" providerId="ADAL" clId="{45C24337-BC83-426E-8555-560DB5D20005}" dt="2025-12-12T17:06:24.502" v="1262" actId="21"/>
          <ac:spMkLst>
            <pc:docMk/>
            <pc:sldMk cId="3751691452" sldId="323"/>
            <ac:spMk id="3" creationId="{3F5CC3FA-F56D-BB35-8B0D-2BBFEFBA3A77}"/>
          </ac:spMkLst>
        </pc:spChg>
      </pc:sldChg>
      <pc:sldChg chg="addSp modSp new mod">
        <pc:chgData name="Jeffrey Moe" userId="495852c6-9817-4bbb-9162-b2e8ad79383d" providerId="ADAL" clId="{45C24337-BC83-426E-8555-560DB5D20005}" dt="2025-12-12T17:07:36.882" v="1277" actId="21"/>
        <pc:sldMkLst>
          <pc:docMk/>
          <pc:sldMk cId="3604723937" sldId="324"/>
        </pc:sldMkLst>
        <pc:spChg chg="add mod">
          <ac:chgData name="Jeffrey Moe" userId="495852c6-9817-4bbb-9162-b2e8ad79383d" providerId="ADAL" clId="{45C24337-BC83-426E-8555-560DB5D20005}" dt="2025-12-12T17:06:33.680" v="1267" actId="1076"/>
          <ac:spMkLst>
            <pc:docMk/>
            <pc:sldMk cId="3604723937" sldId="324"/>
            <ac:spMk id="3" creationId="{0859170B-0CA1-E844-78A6-1C8157891189}"/>
          </ac:spMkLst>
        </pc:spChg>
        <pc:spChg chg="add mod">
          <ac:chgData name="Jeffrey Moe" userId="495852c6-9817-4bbb-9162-b2e8ad79383d" providerId="ADAL" clId="{45C24337-BC83-426E-8555-560DB5D20005}" dt="2025-12-12T17:07:08.892" v="1272" actId="14100"/>
          <ac:spMkLst>
            <pc:docMk/>
            <pc:sldMk cId="3604723937" sldId="324"/>
            <ac:spMk id="5" creationId="{10A15595-8F57-EFB4-3475-E6849CC29D08}"/>
          </ac:spMkLst>
        </pc:spChg>
        <pc:spChg chg="add mod">
          <ac:chgData name="Jeffrey Moe" userId="495852c6-9817-4bbb-9162-b2e8ad79383d" providerId="ADAL" clId="{45C24337-BC83-426E-8555-560DB5D20005}" dt="2025-12-12T17:07:36.882" v="1277" actId="21"/>
          <ac:spMkLst>
            <pc:docMk/>
            <pc:sldMk cId="3604723937" sldId="324"/>
            <ac:spMk id="7" creationId="{B73C2D57-1310-1323-EDEC-3BB88FA7C452}"/>
          </ac:spMkLst>
        </pc:spChg>
      </pc:sldChg>
      <pc:sldChg chg="addSp modSp new mod">
        <pc:chgData name="Jeffrey Moe" userId="495852c6-9817-4bbb-9162-b2e8ad79383d" providerId="ADAL" clId="{45C24337-BC83-426E-8555-560DB5D20005}" dt="2025-12-12T17:08:12.343" v="1288" actId="14100"/>
        <pc:sldMkLst>
          <pc:docMk/>
          <pc:sldMk cId="1859828153" sldId="325"/>
        </pc:sldMkLst>
        <pc:spChg chg="add mod">
          <ac:chgData name="Jeffrey Moe" userId="495852c6-9817-4bbb-9162-b2e8ad79383d" providerId="ADAL" clId="{45C24337-BC83-426E-8555-560DB5D20005}" dt="2025-12-12T17:07:47.951" v="1282" actId="1076"/>
          <ac:spMkLst>
            <pc:docMk/>
            <pc:sldMk cId="1859828153" sldId="325"/>
            <ac:spMk id="3" creationId="{2BB757A5-C4B9-4CC2-A46B-D9908B3266FF}"/>
          </ac:spMkLst>
        </pc:spChg>
        <pc:spChg chg="add mod">
          <ac:chgData name="Jeffrey Moe" userId="495852c6-9817-4bbb-9162-b2e8ad79383d" providerId="ADAL" clId="{45C24337-BC83-426E-8555-560DB5D20005}" dt="2025-12-12T17:08:12.343" v="1288" actId="14100"/>
          <ac:spMkLst>
            <pc:docMk/>
            <pc:sldMk cId="1859828153" sldId="325"/>
            <ac:spMk id="5" creationId="{0A349713-8734-8B6C-6C80-25DF12E145F9}"/>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6" Type="http://schemas.openxmlformats.org/officeDocument/2006/relationships/image" Target="../media/image16.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_rels/data7.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ata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s>
</file>

<file path=ppt/diagrams/_rels/data1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svg"/></Relationships>
</file>

<file path=ppt/diagrams/_rels/data1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svg"/><Relationship Id="rId1" Type="http://schemas.openxmlformats.org/officeDocument/2006/relationships/image" Target="../media/image54.png"/><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svg"/></Relationships>
</file>

<file path=ppt/diagrams/_rels/data14.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61.svg"/><Relationship Id="rId1" Type="http://schemas.openxmlformats.org/officeDocument/2006/relationships/image" Target="../media/image60.png"/><Relationship Id="rId6" Type="http://schemas.openxmlformats.org/officeDocument/2006/relationships/image" Target="../media/image65.svg"/><Relationship Id="rId5" Type="http://schemas.openxmlformats.org/officeDocument/2006/relationships/image" Target="../media/image64.png"/><Relationship Id="rId10" Type="http://schemas.openxmlformats.org/officeDocument/2006/relationships/image" Target="../media/image69.svg"/><Relationship Id="rId4" Type="http://schemas.openxmlformats.org/officeDocument/2006/relationships/image" Target="../media/image63.svg"/><Relationship Id="rId9" Type="http://schemas.openxmlformats.org/officeDocument/2006/relationships/image" Target="../media/image68.png"/></Relationships>
</file>

<file path=ppt/diagrams/_rels/data15.xml.rels><?xml version="1.0" encoding="UTF-8" standalone="yes"?>
<Relationships xmlns="http://schemas.openxmlformats.org/package/2006/relationships"><Relationship Id="rId8" Type="http://schemas.openxmlformats.org/officeDocument/2006/relationships/image" Target="../media/image73.svg"/><Relationship Id="rId3" Type="http://schemas.openxmlformats.org/officeDocument/2006/relationships/image" Target="../media/image66.png"/><Relationship Id="rId7" Type="http://schemas.openxmlformats.org/officeDocument/2006/relationships/image" Target="../media/image72.png"/><Relationship Id="rId2" Type="http://schemas.openxmlformats.org/officeDocument/2006/relationships/image" Target="../media/image71.svg"/><Relationship Id="rId1" Type="http://schemas.openxmlformats.org/officeDocument/2006/relationships/image" Target="../media/image70.png"/><Relationship Id="rId6" Type="http://schemas.openxmlformats.org/officeDocument/2006/relationships/image" Target="../media/image29.svg"/><Relationship Id="rId5" Type="http://schemas.openxmlformats.org/officeDocument/2006/relationships/image" Target="../media/image28.png"/><Relationship Id="rId10" Type="http://schemas.openxmlformats.org/officeDocument/2006/relationships/image" Target="../media/image27.svg"/><Relationship Id="rId4" Type="http://schemas.openxmlformats.org/officeDocument/2006/relationships/image" Target="../media/image67.svg"/><Relationship Id="rId9" Type="http://schemas.openxmlformats.org/officeDocument/2006/relationships/image" Target="../media/image26.png"/></Relationships>
</file>

<file path=ppt/diagrams/_rels/data16.xml.rels><?xml version="1.0" encoding="UTF-8" standalone="yes"?>
<Relationships xmlns="http://schemas.openxmlformats.org/package/2006/relationships"><Relationship Id="rId8" Type="http://schemas.openxmlformats.org/officeDocument/2006/relationships/image" Target="../media/image81.svg"/><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image" Target="../media/image75.svg"/><Relationship Id="rId1" Type="http://schemas.openxmlformats.org/officeDocument/2006/relationships/image" Target="../media/image74.png"/><Relationship Id="rId6" Type="http://schemas.openxmlformats.org/officeDocument/2006/relationships/image" Target="../media/image79.svg"/><Relationship Id="rId5" Type="http://schemas.openxmlformats.org/officeDocument/2006/relationships/image" Target="../media/image78.png"/><Relationship Id="rId4" Type="http://schemas.openxmlformats.org/officeDocument/2006/relationships/image" Target="../media/image77.svg"/></Relationships>
</file>

<file path=ppt/diagrams/_rels/data1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svg"/><Relationship Id="rId1" Type="http://schemas.openxmlformats.org/officeDocument/2006/relationships/image" Target="../media/image82.png"/><Relationship Id="rId6" Type="http://schemas.openxmlformats.org/officeDocument/2006/relationships/image" Target="../media/image87.svg"/><Relationship Id="rId5" Type="http://schemas.openxmlformats.org/officeDocument/2006/relationships/image" Target="../media/image86.png"/><Relationship Id="rId4" Type="http://schemas.openxmlformats.org/officeDocument/2006/relationships/image" Target="../media/image85.svg"/></Relationships>
</file>

<file path=ppt/diagrams/_rels/data18.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svg"/><Relationship Id="rId1" Type="http://schemas.openxmlformats.org/officeDocument/2006/relationships/image" Target="../media/image91.png"/><Relationship Id="rId4" Type="http://schemas.openxmlformats.org/officeDocument/2006/relationships/image" Target="../media/image94.svg"/></Relationships>
</file>

<file path=ppt/diagrams/_rels/data2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svg"/><Relationship Id="rId1" Type="http://schemas.openxmlformats.org/officeDocument/2006/relationships/image" Target="../media/image103.png"/><Relationship Id="rId6" Type="http://schemas.openxmlformats.org/officeDocument/2006/relationships/image" Target="../media/image108.svg"/><Relationship Id="rId5" Type="http://schemas.openxmlformats.org/officeDocument/2006/relationships/image" Target="../media/image107.png"/><Relationship Id="rId4" Type="http://schemas.openxmlformats.org/officeDocument/2006/relationships/image" Target="../media/image10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6" Type="http://schemas.openxmlformats.org/officeDocument/2006/relationships/image" Target="../media/image16.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_rels/drawing7.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rawing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svg"/><Relationship Id="rId1" Type="http://schemas.openxmlformats.org/officeDocument/2006/relationships/image" Target="../media/image54.png"/><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svg"/></Relationships>
</file>

<file path=ppt/diagrams/_rels/drawing14.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61.svg"/><Relationship Id="rId1" Type="http://schemas.openxmlformats.org/officeDocument/2006/relationships/image" Target="../media/image60.png"/><Relationship Id="rId6" Type="http://schemas.openxmlformats.org/officeDocument/2006/relationships/image" Target="../media/image65.svg"/><Relationship Id="rId5" Type="http://schemas.openxmlformats.org/officeDocument/2006/relationships/image" Target="../media/image64.png"/><Relationship Id="rId10" Type="http://schemas.openxmlformats.org/officeDocument/2006/relationships/image" Target="../media/image69.svg"/><Relationship Id="rId4" Type="http://schemas.openxmlformats.org/officeDocument/2006/relationships/image" Target="../media/image63.svg"/><Relationship Id="rId9" Type="http://schemas.openxmlformats.org/officeDocument/2006/relationships/image" Target="../media/image68.png"/></Relationships>
</file>

<file path=ppt/diagrams/_rels/drawing15.xml.rels><?xml version="1.0" encoding="UTF-8" standalone="yes"?>
<Relationships xmlns="http://schemas.openxmlformats.org/package/2006/relationships"><Relationship Id="rId8" Type="http://schemas.openxmlformats.org/officeDocument/2006/relationships/image" Target="../media/image73.svg"/><Relationship Id="rId3" Type="http://schemas.openxmlformats.org/officeDocument/2006/relationships/image" Target="../media/image66.png"/><Relationship Id="rId7" Type="http://schemas.openxmlformats.org/officeDocument/2006/relationships/image" Target="../media/image72.png"/><Relationship Id="rId2" Type="http://schemas.openxmlformats.org/officeDocument/2006/relationships/image" Target="../media/image71.svg"/><Relationship Id="rId1" Type="http://schemas.openxmlformats.org/officeDocument/2006/relationships/image" Target="../media/image70.png"/><Relationship Id="rId6" Type="http://schemas.openxmlformats.org/officeDocument/2006/relationships/image" Target="../media/image29.svg"/><Relationship Id="rId5" Type="http://schemas.openxmlformats.org/officeDocument/2006/relationships/image" Target="../media/image28.png"/><Relationship Id="rId10" Type="http://schemas.openxmlformats.org/officeDocument/2006/relationships/image" Target="../media/image27.svg"/><Relationship Id="rId4" Type="http://schemas.openxmlformats.org/officeDocument/2006/relationships/image" Target="../media/image67.svg"/><Relationship Id="rId9" Type="http://schemas.openxmlformats.org/officeDocument/2006/relationships/image" Target="../media/image26.png"/></Relationships>
</file>

<file path=ppt/diagrams/_rels/drawing16.xml.rels><?xml version="1.0" encoding="UTF-8" standalone="yes"?>
<Relationships xmlns="http://schemas.openxmlformats.org/package/2006/relationships"><Relationship Id="rId8" Type="http://schemas.openxmlformats.org/officeDocument/2006/relationships/image" Target="../media/image81.svg"/><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image" Target="../media/image75.svg"/><Relationship Id="rId1" Type="http://schemas.openxmlformats.org/officeDocument/2006/relationships/image" Target="../media/image74.png"/><Relationship Id="rId6" Type="http://schemas.openxmlformats.org/officeDocument/2006/relationships/image" Target="../media/image79.svg"/><Relationship Id="rId5" Type="http://schemas.openxmlformats.org/officeDocument/2006/relationships/image" Target="../media/image78.png"/><Relationship Id="rId4" Type="http://schemas.openxmlformats.org/officeDocument/2006/relationships/image" Target="../media/image77.svg"/></Relationships>
</file>

<file path=ppt/diagrams/_rels/drawing1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svg"/><Relationship Id="rId1" Type="http://schemas.openxmlformats.org/officeDocument/2006/relationships/image" Target="../media/image82.png"/><Relationship Id="rId6" Type="http://schemas.openxmlformats.org/officeDocument/2006/relationships/image" Target="../media/image87.svg"/><Relationship Id="rId5" Type="http://schemas.openxmlformats.org/officeDocument/2006/relationships/image" Target="../media/image86.png"/><Relationship Id="rId4" Type="http://schemas.openxmlformats.org/officeDocument/2006/relationships/image" Target="../media/image85.svg"/></Relationships>
</file>

<file path=ppt/diagrams/_rels/drawing18.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svg"/><Relationship Id="rId1" Type="http://schemas.openxmlformats.org/officeDocument/2006/relationships/image" Target="../media/image91.png"/><Relationship Id="rId4" Type="http://schemas.openxmlformats.org/officeDocument/2006/relationships/image" Target="../media/image94.svg"/></Relationships>
</file>

<file path=ppt/diagrams/_rels/drawing2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svg"/><Relationship Id="rId1" Type="http://schemas.openxmlformats.org/officeDocument/2006/relationships/image" Target="../media/image103.png"/><Relationship Id="rId6" Type="http://schemas.openxmlformats.org/officeDocument/2006/relationships/image" Target="../media/image108.svg"/><Relationship Id="rId5" Type="http://schemas.openxmlformats.org/officeDocument/2006/relationships/image" Target="../media/image107.png"/><Relationship Id="rId4" Type="http://schemas.openxmlformats.org/officeDocument/2006/relationships/image" Target="../media/image106.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8A063B-CBF4-4B5F-8FA1-1DC46295CBB5}"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DBE42766-D192-4CCC-8DBA-81C4D1C7ABAC}">
      <dgm:prSet/>
      <dgm:spPr/>
      <dgm:t>
        <a:bodyPr/>
        <a:lstStyle/>
        <a:p>
          <a:r>
            <a:rPr lang="en-US"/>
            <a:t>Background</a:t>
          </a:r>
        </a:p>
      </dgm:t>
    </dgm:pt>
    <dgm:pt modelId="{397426E3-B7F4-40F9-BBB5-148E6591DA8D}" type="parTrans" cxnId="{AEB212D3-3E19-45CF-A61A-B97B0B58A656}">
      <dgm:prSet/>
      <dgm:spPr/>
      <dgm:t>
        <a:bodyPr/>
        <a:lstStyle/>
        <a:p>
          <a:endParaRPr lang="en-US"/>
        </a:p>
      </dgm:t>
    </dgm:pt>
    <dgm:pt modelId="{B1D88900-4B8E-476E-8AEB-438912F1D4DE}" type="sibTrans" cxnId="{AEB212D3-3E19-45CF-A61A-B97B0B58A656}">
      <dgm:prSet/>
      <dgm:spPr/>
      <dgm:t>
        <a:bodyPr/>
        <a:lstStyle/>
        <a:p>
          <a:endParaRPr lang="en-US"/>
        </a:p>
      </dgm:t>
    </dgm:pt>
    <dgm:pt modelId="{E8AA8568-66FE-40F7-B950-82241675A873}">
      <dgm:prSet/>
      <dgm:spPr/>
      <dgm:t>
        <a:bodyPr/>
        <a:lstStyle/>
        <a:p>
          <a:r>
            <a:rPr lang="en-US"/>
            <a:t>Methodologies and Tools</a:t>
          </a:r>
        </a:p>
      </dgm:t>
    </dgm:pt>
    <dgm:pt modelId="{B68AAEE4-EE77-4CA3-B3A1-7B38758D25B1}" type="parTrans" cxnId="{19108EBE-A51B-4084-AFAC-85BCF4492D19}">
      <dgm:prSet/>
      <dgm:spPr/>
      <dgm:t>
        <a:bodyPr/>
        <a:lstStyle/>
        <a:p>
          <a:endParaRPr lang="en-US"/>
        </a:p>
      </dgm:t>
    </dgm:pt>
    <dgm:pt modelId="{1D423C9D-593E-4208-A9E7-2D58EA73A786}" type="sibTrans" cxnId="{19108EBE-A51B-4084-AFAC-85BCF4492D19}">
      <dgm:prSet/>
      <dgm:spPr/>
      <dgm:t>
        <a:bodyPr/>
        <a:lstStyle/>
        <a:p>
          <a:endParaRPr lang="en-US"/>
        </a:p>
      </dgm:t>
    </dgm:pt>
    <dgm:pt modelId="{7B99C2D8-96D7-4862-892D-E85CEBC6F2E5}">
      <dgm:prSet/>
      <dgm:spPr/>
      <dgm:t>
        <a:bodyPr/>
        <a:lstStyle/>
        <a:p>
          <a:r>
            <a:rPr lang="en-US"/>
            <a:t>Project Management Challenges</a:t>
          </a:r>
        </a:p>
      </dgm:t>
    </dgm:pt>
    <dgm:pt modelId="{8D3286F6-F856-4FEB-8352-A52A68A41658}" type="parTrans" cxnId="{C74EB26D-3789-4155-A57C-463F2094EBEC}">
      <dgm:prSet/>
      <dgm:spPr/>
      <dgm:t>
        <a:bodyPr/>
        <a:lstStyle/>
        <a:p>
          <a:endParaRPr lang="en-US"/>
        </a:p>
      </dgm:t>
    </dgm:pt>
    <dgm:pt modelId="{43017CF3-1047-44C5-9C13-06B9BB8CC576}" type="sibTrans" cxnId="{C74EB26D-3789-4155-A57C-463F2094EBEC}">
      <dgm:prSet/>
      <dgm:spPr/>
      <dgm:t>
        <a:bodyPr/>
        <a:lstStyle/>
        <a:p>
          <a:endParaRPr lang="en-US"/>
        </a:p>
      </dgm:t>
    </dgm:pt>
    <dgm:pt modelId="{8ED5C00C-F4C3-4CA3-9AB2-3E312CF8E07F}">
      <dgm:prSet/>
      <dgm:spPr/>
      <dgm:t>
        <a:bodyPr/>
        <a:lstStyle/>
        <a:p>
          <a:r>
            <a:rPr lang="en-US"/>
            <a:t>Risk Management Strategies</a:t>
          </a:r>
        </a:p>
      </dgm:t>
    </dgm:pt>
    <dgm:pt modelId="{EC0D7FA7-6165-4FE4-88DA-81558EFED68E}" type="parTrans" cxnId="{E817F735-9795-4B9C-8912-AA2C11CE7A57}">
      <dgm:prSet/>
      <dgm:spPr/>
      <dgm:t>
        <a:bodyPr/>
        <a:lstStyle/>
        <a:p>
          <a:endParaRPr lang="en-US"/>
        </a:p>
      </dgm:t>
    </dgm:pt>
    <dgm:pt modelId="{5B567D40-ECD9-4461-938E-37167D42C68E}" type="sibTrans" cxnId="{E817F735-9795-4B9C-8912-AA2C11CE7A57}">
      <dgm:prSet/>
      <dgm:spPr/>
      <dgm:t>
        <a:bodyPr/>
        <a:lstStyle/>
        <a:p>
          <a:endParaRPr lang="en-US"/>
        </a:p>
      </dgm:t>
    </dgm:pt>
    <dgm:pt modelId="{A239B166-98FA-4F76-A227-D5FC6B829809}">
      <dgm:prSet/>
      <dgm:spPr/>
      <dgm:t>
        <a:bodyPr/>
        <a:lstStyle/>
        <a:p>
          <a:r>
            <a:rPr lang="en-US"/>
            <a:t>Data-Driven Decisions</a:t>
          </a:r>
        </a:p>
      </dgm:t>
    </dgm:pt>
    <dgm:pt modelId="{A55A9F68-5D75-49BE-BA71-A57BD83CA6AE}" type="parTrans" cxnId="{A441AB4A-4B75-477C-8641-4CD016F7D2FB}">
      <dgm:prSet/>
      <dgm:spPr/>
      <dgm:t>
        <a:bodyPr/>
        <a:lstStyle/>
        <a:p>
          <a:endParaRPr lang="en-US"/>
        </a:p>
      </dgm:t>
    </dgm:pt>
    <dgm:pt modelId="{6AB90D72-15F0-4F57-B11E-295B0A5EF18E}" type="sibTrans" cxnId="{A441AB4A-4B75-477C-8641-4CD016F7D2FB}">
      <dgm:prSet/>
      <dgm:spPr/>
      <dgm:t>
        <a:bodyPr/>
        <a:lstStyle/>
        <a:p>
          <a:endParaRPr lang="en-US"/>
        </a:p>
      </dgm:t>
    </dgm:pt>
    <dgm:pt modelId="{E1D185F4-41DC-46ED-8C33-5813A790A524}">
      <dgm:prSet/>
      <dgm:spPr/>
      <dgm:t>
        <a:bodyPr/>
        <a:lstStyle/>
        <a:p>
          <a:r>
            <a:rPr lang="en-US"/>
            <a:t>Customer-Centric Approaches</a:t>
          </a:r>
        </a:p>
      </dgm:t>
    </dgm:pt>
    <dgm:pt modelId="{6A1F932D-BF5F-410C-8413-8DBE6D02D2CD}" type="parTrans" cxnId="{88AAC16F-65CF-464C-920A-E4DB7DFB2F2C}">
      <dgm:prSet/>
      <dgm:spPr/>
      <dgm:t>
        <a:bodyPr/>
        <a:lstStyle/>
        <a:p>
          <a:endParaRPr lang="en-US"/>
        </a:p>
      </dgm:t>
    </dgm:pt>
    <dgm:pt modelId="{A3EC9E9E-3033-4512-9956-D301A8C0A60C}" type="sibTrans" cxnId="{88AAC16F-65CF-464C-920A-E4DB7DFB2F2C}">
      <dgm:prSet/>
      <dgm:spPr/>
      <dgm:t>
        <a:bodyPr/>
        <a:lstStyle/>
        <a:p>
          <a:endParaRPr lang="en-US"/>
        </a:p>
      </dgm:t>
    </dgm:pt>
    <dgm:pt modelId="{E9B5AA0F-77A6-4A81-9933-6F447806475E}">
      <dgm:prSet/>
      <dgm:spPr/>
      <dgm:t>
        <a:bodyPr/>
        <a:lstStyle/>
        <a:p>
          <a:r>
            <a:rPr lang="en-US"/>
            <a:t>AI Integration and Ethical Considerations</a:t>
          </a:r>
        </a:p>
      </dgm:t>
    </dgm:pt>
    <dgm:pt modelId="{405B8C04-13D2-4BC4-9301-20B0E4AEC5C2}" type="parTrans" cxnId="{6469A7CA-8328-4F46-99C9-563177A8A530}">
      <dgm:prSet/>
      <dgm:spPr/>
      <dgm:t>
        <a:bodyPr/>
        <a:lstStyle/>
        <a:p>
          <a:endParaRPr lang="en-US"/>
        </a:p>
      </dgm:t>
    </dgm:pt>
    <dgm:pt modelId="{73293D88-F9F0-43BE-8E18-252FF00CEFB2}" type="sibTrans" cxnId="{6469A7CA-8328-4F46-99C9-563177A8A530}">
      <dgm:prSet/>
      <dgm:spPr/>
      <dgm:t>
        <a:bodyPr/>
        <a:lstStyle/>
        <a:p>
          <a:endParaRPr lang="en-US"/>
        </a:p>
      </dgm:t>
    </dgm:pt>
    <dgm:pt modelId="{63CA3D85-7954-434F-8D46-3877A398FE36}">
      <dgm:prSet/>
      <dgm:spPr/>
      <dgm:t>
        <a:bodyPr/>
        <a:lstStyle/>
        <a:p>
          <a:r>
            <a:rPr lang="en-US"/>
            <a:t>Summary</a:t>
          </a:r>
        </a:p>
      </dgm:t>
    </dgm:pt>
    <dgm:pt modelId="{E5A1F742-934D-408C-995A-BDAB0A47DE79}" type="parTrans" cxnId="{D337614E-226C-4759-B631-4F478C860B92}">
      <dgm:prSet/>
      <dgm:spPr/>
      <dgm:t>
        <a:bodyPr/>
        <a:lstStyle/>
        <a:p>
          <a:endParaRPr lang="en-US"/>
        </a:p>
      </dgm:t>
    </dgm:pt>
    <dgm:pt modelId="{3BB2C530-4B1E-44B4-990B-DCCF4D810A7C}" type="sibTrans" cxnId="{D337614E-226C-4759-B631-4F478C860B92}">
      <dgm:prSet/>
      <dgm:spPr/>
      <dgm:t>
        <a:bodyPr/>
        <a:lstStyle/>
        <a:p>
          <a:endParaRPr lang="en-US"/>
        </a:p>
      </dgm:t>
    </dgm:pt>
    <dgm:pt modelId="{0C5E7545-09A8-44B4-9359-9EAD9FBC1CD6}" type="pres">
      <dgm:prSet presAssocID="{3D8A063B-CBF4-4B5F-8FA1-1DC46295CBB5}" presName="root" presStyleCnt="0">
        <dgm:presLayoutVars>
          <dgm:dir/>
          <dgm:resizeHandles val="exact"/>
        </dgm:presLayoutVars>
      </dgm:prSet>
      <dgm:spPr/>
    </dgm:pt>
    <dgm:pt modelId="{2B845612-1CDB-4F5D-BD9D-62A902ED162B}" type="pres">
      <dgm:prSet presAssocID="{DBE42766-D192-4CCC-8DBA-81C4D1C7ABAC}" presName="compNode" presStyleCnt="0"/>
      <dgm:spPr/>
    </dgm:pt>
    <dgm:pt modelId="{6192B4C1-043E-4BEA-8FD5-268CD68C02FF}" type="pres">
      <dgm:prSet presAssocID="{DBE42766-D192-4CCC-8DBA-81C4D1C7ABAC}"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ducation"/>
        </a:ext>
      </dgm:extLst>
    </dgm:pt>
    <dgm:pt modelId="{5BECCE19-86F0-4C2A-A060-AF8F1010D443}" type="pres">
      <dgm:prSet presAssocID="{DBE42766-D192-4CCC-8DBA-81C4D1C7ABAC}" presName="spaceRect" presStyleCnt="0"/>
      <dgm:spPr/>
    </dgm:pt>
    <dgm:pt modelId="{FE81104D-DE30-4C5E-8A60-96C61F1556B0}" type="pres">
      <dgm:prSet presAssocID="{DBE42766-D192-4CCC-8DBA-81C4D1C7ABAC}" presName="textRect" presStyleLbl="revTx" presStyleIdx="0" presStyleCnt="8">
        <dgm:presLayoutVars>
          <dgm:chMax val="1"/>
          <dgm:chPref val="1"/>
        </dgm:presLayoutVars>
      </dgm:prSet>
      <dgm:spPr/>
    </dgm:pt>
    <dgm:pt modelId="{90EB3840-FAC5-4E57-8BE1-DC37E3B890EB}" type="pres">
      <dgm:prSet presAssocID="{B1D88900-4B8E-476E-8AEB-438912F1D4DE}" presName="sibTrans" presStyleCnt="0"/>
      <dgm:spPr/>
    </dgm:pt>
    <dgm:pt modelId="{17E9D2A8-85A6-4C2A-9BE8-F03088EC8BFE}" type="pres">
      <dgm:prSet presAssocID="{E8AA8568-66FE-40F7-B950-82241675A873}" presName="compNode" presStyleCnt="0"/>
      <dgm:spPr/>
    </dgm:pt>
    <dgm:pt modelId="{1B33DAAE-C4FD-4DFD-92DA-78547F511AC7}" type="pres">
      <dgm:prSet presAssocID="{E8AA8568-66FE-40F7-B950-82241675A873}"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aptop Secure"/>
        </a:ext>
      </dgm:extLst>
    </dgm:pt>
    <dgm:pt modelId="{0874934B-4786-4AED-A37E-0984678AB448}" type="pres">
      <dgm:prSet presAssocID="{E8AA8568-66FE-40F7-B950-82241675A873}" presName="spaceRect" presStyleCnt="0"/>
      <dgm:spPr/>
    </dgm:pt>
    <dgm:pt modelId="{F132386A-84FF-48B6-8238-72595496C545}" type="pres">
      <dgm:prSet presAssocID="{E8AA8568-66FE-40F7-B950-82241675A873}" presName="textRect" presStyleLbl="revTx" presStyleIdx="1" presStyleCnt="8">
        <dgm:presLayoutVars>
          <dgm:chMax val="1"/>
          <dgm:chPref val="1"/>
        </dgm:presLayoutVars>
      </dgm:prSet>
      <dgm:spPr/>
    </dgm:pt>
    <dgm:pt modelId="{D460F23E-7D1E-4306-AC88-959B512367EB}" type="pres">
      <dgm:prSet presAssocID="{1D423C9D-593E-4208-A9E7-2D58EA73A786}" presName="sibTrans" presStyleCnt="0"/>
      <dgm:spPr/>
    </dgm:pt>
    <dgm:pt modelId="{4FF307D3-8DEB-4CEA-BFCE-4CA15C01DAF7}" type="pres">
      <dgm:prSet presAssocID="{7B99C2D8-96D7-4862-892D-E85CEBC6F2E5}" presName="compNode" presStyleCnt="0"/>
      <dgm:spPr/>
    </dgm:pt>
    <dgm:pt modelId="{F798D55D-A2B5-4EC2-AED4-B871FD320DCC}" type="pres">
      <dgm:prSet presAssocID="{7B99C2D8-96D7-4862-892D-E85CEBC6F2E5}"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New Team Project"/>
        </a:ext>
      </dgm:extLst>
    </dgm:pt>
    <dgm:pt modelId="{53EC714C-0BAE-4580-8DCB-A5B5E79BBD63}" type="pres">
      <dgm:prSet presAssocID="{7B99C2D8-96D7-4862-892D-E85CEBC6F2E5}" presName="spaceRect" presStyleCnt="0"/>
      <dgm:spPr/>
    </dgm:pt>
    <dgm:pt modelId="{46AF6227-A2AE-42DA-8006-6E1ED874E009}" type="pres">
      <dgm:prSet presAssocID="{7B99C2D8-96D7-4862-892D-E85CEBC6F2E5}" presName="textRect" presStyleLbl="revTx" presStyleIdx="2" presStyleCnt="8">
        <dgm:presLayoutVars>
          <dgm:chMax val="1"/>
          <dgm:chPref val="1"/>
        </dgm:presLayoutVars>
      </dgm:prSet>
      <dgm:spPr/>
    </dgm:pt>
    <dgm:pt modelId="{4ABE38F3-8595-44B0-9DCE-1E37B4A9C3BC}" type="pres">
      <dgm:prSet presAssocID="{43017CF3-1047-44C5-9C13-06B9BB8CC576}" presName="sibTrans" presStyleCnt="0"/>
      <dgm:spPr/>
    </dgm:pt>
    <dgm:pt modelId="{28F234C8-093A-4559-9D71-6725896D9241}" type="pres">
      <dgm:prSet presAssocID="{8ED5C00C-F4C3-4CA3-9AB2-3E312CF8E07F}" presName="compNode" presStyleCnt="0"/>
      <dgm:spPr/>
    </dgm:pt>
    <dgm:pt modelId="{560378C6-34FD-419F-B95E-2352174474FB}" type="pres">
      <dgm:prSet presAssocID="{8ED5C00C-F4C3-4CA3-9AB2-3E312CF8E07F}"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inancial"/>
        </a:ext>
      </dgm:extLst>
    </dgm:pt>
    <dgm:pt modelId="{3B68FA43-D136-4A55-9BEC-887200BFB473}" type="pres">
      <dgm:prSet presAssocID="{8ED5C00C-F4C3-4CA3-9AB2-3E312CF8E07F}" presName="spaceRect" presStyleCnt="0"/>
      <dgm:spPr/>
    </dgm:pt>
    <dgm:pt modelId="{CF717C56-2330-4A66-B929-22E0DDFA2B23}" type="pres">
      <dgm:prSet presAssocID="{8ED5C00C-F4C3-4CA3-9AB2-3E312CF8E07F}" presName="textRect" presStyleLbl="revTx" presStyleIdx="3" presStyleCnt="8">
        <dgm:presLayoutVars>
          <dgm:chMax val="1"/>
          <dgm:chPref val="1"/>
        </dgm:presLayoutVars>
      </dgm:prSet>
      <dgm:spPr/>
    </dgm:pt>
    <dgm:pt modelId="{7E363764-62BA-43BE-A614-DC43618583DE}" type="pres">
      <dgm:prSet presAssocID="{5B567D40-ECD9-4461-938E-37167D42C68E}" presName="sibTrans" presStyleCnt="0"/>
      <dgm:spPr/>
    </dgm:pt>
    <dgm:pt modelId="{57B38638-0BE4-40DC-AB1D-DA104BF94CF7}" type="pres">
      <dgm:prSet presAssocID="{A239B166-98FA-4F76-A227-D5FC6B829809}" presName="compNode" presStyleCnt="0"/>
      <dgm:spPr/>
    </dgm:pt>
    <dgm:pt modelId="{4C739B02-66B0-470E-B6A3-7507EF942C49}" type="pres">
      <dgm:prSet presAssocID="{A239B166-98FA-4F76-A227-D5FC6B829809}"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ync"/>
        </a:ext>
      </dgm:extLst>
    </dgm:pt>
    <dgm:pt modelId="{4745B6EC-0752-4809-9A55-1B003FCE85B6}" type="pres">
      <dgm:prSet presAssocID="{A239B166-98FA-4F76-A227-D5FC6B829809}" presName="spaceRect" presStyleCnt="0"/>
      <dgm:spPr/>
    </dgm:pt>
    <dgm:pt modelId="{80DB54F5-BB18-4023-8248-54586F8A3B2A}" type="pres">
      <dgm:prSet presAssocID="{A239B166-98FA-4F76-A227-D5FC6B829809}" presName="textRect" presStyleLbl="revTx" presStyleIdx="4" presStyleCnt="8">
        <dgm:presLayoutVars>
          <dgm:chMax val="1"/>
          <dgm:chPref val="1"/>
        </dgm:presLayoutVars>
      </dgm:prSet>
      <dgm:spPr/>
    </dgm:pt>
    <dgm:pt modelId="{9D477C00-7A5A-4A14-981F-8E49B02B703A}" type="pres">
      <dgm:prSet presAssocID="{6AB90D72-15F0-4F57-B11E-295B0A5EF18E}" presName="sibTrans" presStyleCnt="0"/>
      <dgm:spPr/>
    </dgm:pt>
    <dgm:pt modelId="{B8A5CC80-D4FC-4284-92AE-8A5C53002F1A}" type="pres">
      <dgm:prSet presAssocID="{E1D185F4-41DC-46ED-8C33-5813A790A524}" presName="compNode" presStyleCnt="0"/>
      <dgm:spPr/>
    </dgm:pt>
    <dgm:pt modelId="{B0271BE1-E81B-45A7-B91D-3E875845FF58}" type="pres">
      <dgm:prSet presAssocID="{E1D185F4-41DC-46ED-8C33-5813A790A524}"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Design"/>
        </a:ext>
      </dgm:extLst>
    </dgm:pt>
    <dgm:pt modelId="{4E198105-770E-4727-B31F-5C4DE3CAFD99}" type="pres">
      <dgm:prSet presAssocID="{E1D185F4-41DC-46ED-8C33-5813A790A524}" presName="spaceRect" presStyleCnt="0"/>
      <dgm:spPr/>
    </dgm:pt>
    <dgm:pt modelId="{D301434A-6182-469F-BD2E-D60BEB48A148}" type="pres">
      <dgm:prSet presAssocID="{E1D185F4-41DC-46ED-8C33-5813A790A524}" presName="textRect" presStyleLbl="revTx" presStyleIdx="5" presStyleCnt="8">
        <dgm:presLayoutVars>
          <dgm:chMax val="1"/>
          <dgm:chPref val="1"/>
        </dgm:presLayoutVars>
      </dgm:prSet>
      <dgm:spPr/>
    </dgm:pt>
    <dgm:pt modelId="{F1488F47-9AA2-48C2-A9CE-C5F00F5EFBB5}" type="pres">
      <dgm:prSet presAssocID="{A3EC9E9E-3033-4512-9956-D301A8C0A60C}" presName="sibTrans" presStyleCnt="0"/>
      <dgm:spPr/>
    </dgm:pt>
    <dgm:pt modelId="{EB839533-9770-47F4-8F29-AC88A86C69C2}" type="pres">
      <dgm:prSet presAssocID="{E9B5AA0F-77A6-4A81-9933-6F447806475E}" presName="compNode" presStyleCnt="0"/>
      <dgm:spPr/>
    </dgm:pt>
    <dgm:pt modelId="{8D3CFF3F-05D9-4E15-B418-80EF8ED03323}" type="pres">
      <dgm:prSet presAssocID="{E9B5AA0F-77A6-4A81-9933-6F447806475E}"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Family"/>
        </a:ext>
      </dgm:extLst>
    </dgm:pt>
    <dgm:pt modelId="{1098CE9F-BA7A-48C3-AED3-FFF6DAAEAE4A}" type="pres">
      <dgm:prSet presAssocID="{E9B5AA0F-77A6-4A81-9933-6F447806475E}" presName="spaceRect" presStyleCnt="0"/>
      <dgm:spPr/>
    </dgm:pt>
    <dgm:pt modelId="{AEF02992-01B3-4E0B-AF28-BC5FEF67E527}" type="pres">
      <dgm:prSet presAssocID="{E9B5AA0F-77A6-4A81-9933-6F447806475E}" presName="textRect" presStyleLbl="revTx" presStyleIdx="6" presStyleCnt="8">
        <dgm:presLayoutVars>
          <dgm:chMax val="1"/>
          <dgm:chPref val="1"/>
        </dgm:presLayoutVars>
      </dgm:prSet>
      <dgm:spPr/>
    </dgm:pt>
    <dgm:pt modelId="{61AC4A59-AD4C-4622-A6C3-C423ECC6EA48}" type="pres">
      <dgm:prSet presAssocID="{73293D88-F9F0-43BE-8E18-252FF00CEFB2}" presName="sibTrans" presStyleCnt="0"/>
      <dgm:spPr/>
    </dgm:pt>
    <dgm:pt modelId="{7C2D46D7-D626-4C62-9153-058CCB44BB99}" type="pres">
      <dgm:prSet presAssocID="{63CA3D85-7954-434F-8D46-3877A398FE36}" presName="compNode" presStyleCnt="0"/>
      <dgm:spPr/>
    </dgm:pt>
    <dgm:pt modelId="{B1A87218-4F04-4FAC-8C6B-4829133B2F3D}" type="pres">
      <dgm:prSet presAssocID="{63CA3D85-7954-434F-8D46-3877A398FE36}"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Word Document"/>
        </a:ext>
      </dgm:extLst>
    </dgm:pt>
    <dgm:pt modelId="{66680DD7-51F8-4ED3-AC33-08414F083373}" type="pres">
      <dgm:prSet presAssocID="{63CA3D85-7954-434F-8D46-3877A398FE36}" presName="spaceRect" presStyleCnt="0"/>
      <dgm:spPr/>
    </dgm:pt>
    <dgm:pt modelId="{8C47C49C-3F82-42AB-9EDA-BE4077B0E66D}" type="pres">
      <dgm:prSet presAssocID="{63CA3D85-7954-434F-8D46-3877A398FE36}" presName="textRect" presStyleLbl="revTx" presStyleIdx="7" presStyleCnt="8">
        <dgm:presLayoutVars>
          <dgm:chMax val="1"/>
          <dgm:chPref val="1"/>
        </dgm:presLayoutVars>
      </dgm:prSet>
      <dgm:spPr/>
    </dgm:pt>
  </dgm:ptLst>
  <dgm:cxnLst>
    <dgm:cxn modelId="{E817F735-9795-4B9C-8912-AA2C11CE7A57}" srcId="{3D8A063B-CBF4-4B5F-8FA1-1DC46295CBB5}" destId="{8ED5C00C-F4C3-4CA3-9AB2-3E312CF8E07F}" srcOrd="3" destOrd="0" parTransId="{EC0D7FA7-6165-4FE4-88DA-81558EFED68E}" sibTransId="{5B567D40-ECD9-4461-938E-37167D42C68E}"/>
    <dgm:cxn modelId="{A441AB4A-4B75-477C-8641-4CD016F7D2FB}" srcId="{3D8A063B-CBF4-4B5F-8FA1-1DC46295CBB5}" destId="{A239B166-98FA-4F76-A227-D5FC6B829809}" srcOrd="4" destOrd="0" parTransId="{A55A9F68-5D75-49BE-BA71-A57BD83CA6AE}" sibTransId="{6AB90D72-15F0-4F57-B11E-295B0A5EF18E}"/>
    <dgm:cxn modelId="{DC3C996C-CC22-4286-A589-1BC8D29A981B}" type="presOf" srcId="{E8AA8568-66FE-40F7-B950-82241675A873}" destId="{F132386A-84FF-48B6-8238-72595496C545}" srcOrd="0" destOrd="0" presId="urn:microsoft.com/office/officeart/2018/2/layout/IconLabelList"/>
    <dgm:cxn modelId="{C74EB26D-3789-4155-A57C-463F2094EBEC}" srcId="{3D8A063B-CBF4-4B5F-8FA1-1DC46295CBB5}" destId="{7B99C2D8-96D7-4862-892D-E85CEBC6F2E5}" srcOrd="2" destOrd="0" parTransId="{8D3286F6-F856-4FEB-8352-A52A68A41658}" sibTransId="{43017CF3-1047-44C5-9C13-06B9BB8CC576}"/>
    <dgm:cxn modelId="{D337614E-226C-4759-B631-4F478C860B92}" srcId="{3D8A063B-CBF4-4B5F-8FA1-1DC46295CBB5}" destId="{63CA3D85-7954-434F-8D46-3877A398FE36}" srcOrd="7" destOrd="0" parTransId="{E5A1F742-934D-408C-995A-BDAB0A47DE79}" sibTransId="{3BB2C530-4B1E-44B4-990B-DCCF4D810A7C}"/>
    <dgm:cxn modelId="{D752396F-3F07-4951-84A3-ED7763C1A89E}" type="presOf" srcId="{A239B166-98FA-4F76-A227-D5FC6B829809}" destId="{80DB54F5-BB18-4023-8248-54586F8A3B2A}" srcOrd="0" destOrd="0" presId="urn:microsoft.com/office/officeart/2018/2/layout/IconLabelList"/>
    <dgm:cxn modelId="{88AAC16F-65CF-464C-920A-E4DB7DFB2F2C}" srcId="{3D8A063B-CBF4-4B5F-8FA1-1DC46295CBB5}" destId="{E1D185F4-41DC-46ED-8C33-5813A790A524}" srcOrd="5" destOrd="0" parTransId="{6A1F932D-BF5F-410C-8413-8DBE6D02D2CD}" sibTransId="{A3EC9E9E-3033-4512-9956-D301A8C0A60C}"/>
    <dgm:cxn modelId="{CEED2254-83B4-49FE-8195-155905D0B269}" type="presOf" srcId="{E9B5AA0F-77A6-4A81-9933-6F447806475E}" destId="{AEF02992-01B3-4E0B-AF28-BC5FEF67E527}" srcOrd="0" destOrd="0" presId="urn:microsoft.com/office/officeart/2018/2/layout/IconLabelList"/>
    <dgm:cxn modelId="{19108EBE-A51B-4084-AFAC-85BCF4492D19}" srcId="{3D8A063B-CBF4-4B5F-8FA1-1DC46295CBB5}" destId="{E8AA8568-66FE-40F7-B950-82241675A873}" srcOrd="1" destOrd="0" parTransId="{B68AAEE4-EE77-4CA3-B3A1-7B38758D25B1}" sibTransId="{1D423C9D-593E-4208-A9E7-2D58EA73A786}"/>
    <dgm:cxn modelId="{4C8756C2-9D9F-449F-9CB6-3554D8EE70A9}" type="presOf" srcId="{7B99C2D8-96D7-4862-892D-E85CEBC6F2E5}" destId="{46AF6227-A2AE-42DA-8006-6E1ED874E009}" srcOrd="0" destOrd="0" presId="urn:microsoft.com/office/officeart/2018/2/layout/IconLabelList"/>
    <dgm:cxn modelId="{45ADBFC7-5649-41EB-8EBD-704F0CAD2D5D}" type="presOf" srcId="{E1D185F4-41DC-46ED-8C33-5813A790A524}" destId="{D301434A-6182-469F-BD2E-D60BEB48A148}" srcOrd="0" destOrd="0" presId="urn:microsoft.com/office/officeart/2018/2/layout/IconLabelList"/>
    <dgm:cxn modelId="{7C0176CA-B651-4066-AF74-A41C708B115D}" type="presOf" srcId="{63CA3D85-7954-434F-8D46-3877A398FE36}" destId="{8C47C49C-3F82-42AB-9EDA-BE4077B0E66D}" srcOrd="0" destOrd="0" presId="urn:microsoft.com/office/officeart/2018/2/layout/IconLabelList"/>
    <dgm:cxn modelId="{6469A7CA-8328-4F46-99C9-563177A8A530}" srcId="{3D8A063B-CBF4-4B5F-8FA1-1DC46295CBB5}" destId="{E9B5AA0F-77A6-4A81-9933-6F447806475E}" srcOrd="6" destOrd="0" parTransId="{405B8C04-13D2-4BC4-9301-20B0E4AEC5C2}" sibTransId="{73293D88-F9F0-43BE-8E18-252FF00CEFB2}"/>
    <dgm:cxn modelId="{AEB212D3-3E19-45CF-A61A-B97B0B58A656}" srcId="{3D8A063B-CBF4-4B5F-8FA1-1DC46295CBB5}" destId="{DBE42766-D192-4CCC-8DBA-81C4D1C7ABAC}" srcOrd="0" destOrd="0" parTransId="{397426E3-B7F4-40F9-BBB5-148E6591DA8D}" sibTransId="{B1D88900-4B8E-476E-8AEB-438912F1D4DE}"/>
    <dgm:cxn modelId="{83B324E3-A15F-42D4-9A21-C720B4233C66}" type="presOf" srcId="{3D8A063B-CBF4-4B5F-8FA1-1DC46295CBB5}" destId="{0C5E7545-09A8-44B4-9359-9EAD9FBC1CD6}" srcOrd="0" destOrd="0" presId="urn:microsoft.com/office/officeart/2018/2/layout/IconLabelList"/>
    <dgm:cxn modelId="{8CD769F2-BAC1-48AC-8763-954F9BD1720D}" type="presOf" srcId="{DBE42766-D192-4CCC-8DBA-81C4D1C7ABAC}" destId="{FE81104D-DE30-4C5E-8A60-96C61F1556B0}" srcOrd="0" destOrd="0" presId="urn:microsoft.com/office/officeart/2018/2/layout/IconLabelList"/>
    <dgm:cxn modelId="{030BC6FE-0984-429A-B11B-1F71D5D3322F}" type="presOf" srcId="{8ED5C00C-F4C3-4CA3-9AB2-3E312CF8E07F}" destId="{CF717C56-2330-4A66-B929-22E0DDFA2B23}" srcOrd="0" destOrd="0" presId="urn:microsoft.com/office/officeart/2018/2/layout/IconLabelList"/>
    <dgm:cxn modelId="{E66A7AA5-F95A-419C-A422-1FCC3BE440FE}" type="presParOf" srcId="{0C5E7545-09A8-44B4-9359-9EAD9FBC1CD6}" destId="{2B845612-1CDB-4F5D-BD9D-62A902ED162B}" srcOrd="0" destOrd="0" presId="urn:microsoft.com/office/officeart/2018/2/layout/IconLabelList"/>
    <dgm:cxn modelId="{1C766A43-58C1-4C42-9C39-B16ED9988CD8}" type="presParOf" srcId="{2B845612-1CDB-4F5D-BD9D-62A902ED162B}" destId="{6192B4C1-043E-4BEA-8FD5-268CD68C02FF}" srcOrd="0" destOrd="0" presId="urn:microsoft.com/office/officeart/2018/2/layout/IconLabelList"/>
    <dgm:cxn modelId="{5122D415-8DE6-45C4-ACF0-8EB8B9F39D36}" type="presParOf" srcId="{2B845612-1CDB-4F5D-BD9D-62A902ED162B}" destId="{5BECCE19-86F0-4C2A-A060-AF8F1010D443}" srcOrd="1" destOrd="0" presId="urn:microsoft.com/office/officeart/2018/2/layout/IconLabelList"/>
    <dgm:cxn modelId="{92319594-4987-4034-8205-F1109B716F51}" type="presParOf" srcId="{2B845612-1CDB-4F5D-BD9D-62A902ED162B}" destId="{FE81104D-DE30-4C5E-8A60-96C61F1556B0}" srcOrd="2" destOrd="0" presId="urn:microsoft.com/office/officeart/2018/2/layout/IconLabelList"/>
    <dgm:cxn modelId="{0DA08ED1-DEF1-4C09-AE8A-76A21F47A8DC}" type="presParOf" srcId="{0C5E7545-09A8-44B4-9359-9EAD9FBC1CD6}" destId="{90EB3840-FAC5-4E57-8BE1-DC37E3B890EB}" srcOrd="1" destOrd="0" presId="urn:microsoft.com/office/officeart/2018/2/layout/IconLabelList"/>
    <dgm:cxn modelId="{7E2A7275-C571-45F3-9248-1B7417951603}" type="presParOf" srcId="{0C5E7545-09A8-44B4-9359-9EAD9FBC1CD6}" destId="{17E9D2A8-85A6-4C2A-9BE8-F03088EC8BFE}" srcOrd="2" destOrd="0" presId="urn:microsoft.com/office/officeart/2018/2/layout/IconLabelList"/>
    <dgm:cxn modelId="{962B0E10-33F5-4A03-94CB-BF23AE23128E}" type="presParOf" srcId="{17E9D2A8-85A6-4C2A-9BE8-F03088EC8BFE}" destId="{1B33DAAE-C4FD-4DFD-92DA-78547F511AC7}" srcOrd="0" destOrd="0" presId="urn:microsoft.com/office/officeart/2018/2/layout/IconLabelList"/>
    <dgm:cxn modelId="{5982D1B8-1B09-400E-9205-5AE7205AD32D}" type="presParOf" srcId="{17E9D2A8-85A6-4C2A-9BE8-F03088EC8BFE}" destId="{0874934B-4786-4AED-A37E-0984678AB448}" srcOrd="1" destOrd="0" presId="urn:microsoft.com/office/officeart/2018/2/layout/IconLabelList"/>
    <dgm:cxn modelId="{3691D822-1998-44E8-B1E9-8FB33BDF939C}" type="presParOf" srcId="{17E9D2A8-85A6-4C2A-9BE8-F03088EC8BFE}" destId="{F132386A-84FF-48B6-8238-72595496C545}" srcOrd="2" destOrd="0" presId="urn:microsoft.com/office/officeart/2018/2/layout/IconLabelList"/>
    <dgm:cxn modelId="{4A387FC9-8CBF-4F56-81B0-51518AC76CFD}" type="presParOf" srcId="{0C5E7545-09A8-44B4-9359-9EAD9FBC1CD6}" destId="{D460F23E-7D1E-4306-AC88-959B512367EB}" srcOrd="3" destOrd="0" presId="urn:microsoft.com/office/officeart/2018/2/layout/IconLabelList"/>
    <dgm:cxn modelId="{6C482431-E0DD-4449-BEDE-8D07AE7312EB}" type="presParOf" srcId="{0C5E7545-09A8-44B4-9359-9EAD9FBC1CD6}" destId="{4FF307D3-8DEB-4CEA-BFCE-4CA15C01DAF7}" srcOrd="4" destOrd="0" presId="urn:microsoft.com/office/officeart/2018/2/layout/IconLabelList"/>
    <dgm:cxn modelId="{A51BBD7C-E550-42F0-B9CF-7C20B5918E4F}" type="presParOf" srcId="{4FF307D3-8DEB-4CEA-BFCE-4CA15C01DAF7}" destId="{F798D55D-A2B5-4EC2-AED4-B871FD320DCC}" srcOrd="0" destOrd="0" presId="urn:microsoft.com/office/officeart/2018/2/layout/IconLabelList"/>
    <dgm:cxn modelId="{056266B1-CFC5-4E87-8045-7915E0F11D81}" type="presParOf" srcId="{4FF307D3-8DEB-4CEA-BFCE-4CA15C01DAF7}" destId="{53EC714C-0BAE-4580-8DCB-A5B5E79BBD63}" srcOrd="1" destOrd="0" presId="urn:microsoft.com/office/officeart/2018/2/layout/IconLabelList"/>
    <dgm:cxn modelId="{4E8580A8-EBB8-4E35-A0C8-19D623BBD503}" type="presParOf" srcId="{4FF307D3-8DEB-4CEA-BFCE-4CA15C01DAF7}" destId="{46AF6227-A2AE-42DA-8006-6E1ED874E009}" srcOrd="2" destOrd="0" presId="urn:microsoft.com/office/officeart/2018/2/layout/IconLabelList"/>
    <dgm:cxn modelId="{8330A1DC-FD33-4A0F-8402-04D56B583409}" type="presParOf" srcId="{0C5E7545-09A8-44B4-9359-9EAD9FBC1CD6}" destId="{4ABE38F3-8595-44B0-9DCE-1E37B4A9C3BC}" srcOrd="5" destOrd="0" presId="urn:microsoft.com/office/officeart/2018/2/layout/IconLabelList"/>
    <dgm:cxn modelId="{58E52A2D-10A7-4B3B-969A-2A979C98A6A7}" type="presParOf" srcId="{0C5E7545-09A8-44B4-9359-9EAD9FBC1CD6}" destId="{28F234C8-093A-4559-9D71-6725896D9241}" srcOrd="6" destOrd="0" presId="urn:microsoft.com/office/officeart/2018/2/layout/IconLabelList"/>
    <dgm:cxn modelId="{F15770DC-BC60-4D79-ADEB-50B33BDDE272}" type="presParOf" srcId="{28F234C8-093A-4559-9D71-6725896D9241}" destId="{560378C6-34FD-419F-B95E-2352174474FB}" srcOrd="0" destOrd="0" presId="urn:microsoft.com/office/officeart/2018/2/layout/IconLabelList"/>
    <dgm:cxn modelId="{707BB1F5-1C1C-47E5-95AA-C568646DAB86}" type="presParOf" srcId="{28F234C8-093A-4559-9D71-6725896D9241}" destId="{3B68FA43-D136-4A55-9BEC-887200BFB473}" srcOrd="1" destOrd="0" presId="urn:microsoft.com/office/officeart/2018/2/layout/IconLabelList"/>
    <dgm:cxn modelId="{24CCD9D9-2CA8-4917-979C-F824E0D3C037}" type="presParOf" srcId="{28F234C8-093A-4559-9D71-6725896D9241}" destId="{CF717C56-2330-4A66-B929-22E0DDFA2B23}" srcOrd="2" destOrd="0" presId="urn:microsoft.com/office/officeart/2018/2/layout/IconLabelList"/>
    <dgm:cxn modelId="{69C72BD5-1267-4CA1-A558-6A3281C03318}" type="presParOf" srcId="{0C5E7545-09A8-44B4-9359-9EAD9FBC1CD6}" destId="{7E363764-62BA-43BE-A614-DC43618583DE}" srcOrd="7" destOrd="0" presId="urn:microsoft.com/office/officeart/2018/2/layout/IconLabelList"/>
    <dgm:cxn modelId="{8F8D1E21-97A6-4BED-98E8-1FDB8E5A8DDC}" type="presParOf" srcId="{0C5E7545-09A8-44B4-9359-9EAD9FBC1CD6}" destId="{57B38638-0BE4-40DC-AB1D-DA104BF94CF7}" srcOrd="8" destOrd="0" presId="urn:microsoft.com/office/officeart/2018/2/layout/IconLabelList"/>
    <dgm:cxn modelId="{D73655D3-31DD-4E0F-BFC0-73C6A36C02C7}" type="presParOf" srcId="{57B38638-0BE4-40DC-AB1D-DA104BF94CF7}" destId="{4C739B02-66B0-470E-B6A3-7507EF942C49}" srcOrd="0" destOrd="0" presId="urn:microsoft.com/office/officeart/2018/2/layout/IconLabelList"/>
    <dgm:cxn modelId="{2EBF5E4E-712D-43A6-9253-6D4A1D91C1A5}" type="presParOf" srcId="{57B38638-0BE4-40DC-AB1D-DA104BF94CF7}" destId="{4745B6EC-0752-4809-9A55-1B003FCE85B6}" srcOrd="1" destOrd="0" presId="urn:microsoft.com/office/officeart/2018/2/layout/IconLabelList"/>
    <dgm:cxn modelId="{FDFE687F-765E-4CDB-B5FE-F75D95A306A0}" type="presParOf" srcId="{57B38638-0BE4-40DC-AB1D-DA104BF94CF7}" destId="{80DB54F5-BB18-4023-8248-54586F8A3B2A}" srcOrd="2" destOrd="0" presId="urn:microsoft.com/office/officeart/2018/2/layout/IconLabelList"/>
    <dgm:cxn modelId="{B39AE5C6-F40A-41A9-BF90-7382902A3208}" type="presParOf" srcId="{0C5E7545-09A8-44B4-9359-9EAD9FBC1CD6}" destId="{9D477C00-7A5A-4A14-981F-8E49B02B703A}" srcOrd="9" destOrd="0" presId="urn:microsoft.com/office/officeart/2018/2/layout/IconLabelList"/>
    <dgm:cxn modelId="{BEE977F6-ADEE-4FEE-A2CB-F2665FA6394A}" type="presParOf" srcId="{0C5E7545-09A8-44B4-9359-9EAD9FBC1CD6}" destId="{B8A5CC80-D4FC-4284-92AE-8A5C53002F1A}" srcOrd="10" destOrd="0" presId="urn:microsoft.com/office/officeart/2018/2/layout/IconLabelList"/>
    <dgm:cxn modelId="{3335E3E6-A165-400D-AB56-6B05CBABE162}" type="presParOf" srcId="{B8A5CC80-D4FC-4284-92AE-8A5C53002F1A}" destId="{B0271BE1-E81B-45A7-B91D-3E875845FF58}" srcOrd="0" destOrd="0" presId="urn:microsoft.com/office/officeart/2018/2/layout/IconLabelList"/>
    <dgm:cxn modelId="{41C78CF2-C7ED-4B25-8C9B-49856A9B3DCB}" type="presParOf" srcId="{B8A5CC80-D4FC-4284-92AE-8A5C53002F1A}" destId="{4E198105-770E-4727-B31F-5C4DE3CAFD99}" srcOrd="1" destOrd="0" presId="urn:microsoft.com/office/officeart/2018/2/layout/IconLabelList"/>
    <dgm:cxn modelId="{A712271B-85DB-4262-8C94-15566D4CDE12}" type="presParOf" srcId="{B8A5CC80-D4FC-4284-92AE-8A5C53002F1A}" destId="{D301434A-6182-469F-BD2E-D60BEB48A148}" srcOrd="2" destOrd="0" presId="urn:microsoft.com/office/officeart/2018/2/layout/IconLabelList"/>
    <dgm:cxn modelId="{94F3A885-7B8F-42AE-A308-782FBB786FBB}" type="presParOf" srcId="{0C5E7545-09A8-44B4-9359-9EAD9FBC1CD6}" destId="{F1488F47-9AA2-48C2-A9CE-C5F00F5EFBB5}" srcOrd="11" destOrd="0" presId="urn:microsoft.com/office/officeart/2018/2/layout/IconLabelList"/>
    <dgm:cxn modelId="{C6AC7348-742B-4B54-A5F6-A1B5CC154B91}" type="presParOf" srcId="{0C5E7545-09A8-44B4-9359-9EAD9FBC1CD6}" destId="{EB839533-9770-47F4-8F29-AC88A86C69C2}" srcOrd="12" destOrd="0" presId="urn:microsoft.com/office/officeart/2018/2/layout/IconLabelList"/>
    <dgm:cxn modelId="{6D8558F8-ABC1-4F0E-8EB0-BB6C6187F7B5}" type="presParOf" srcId="{EB839533-9770-47F4-8F29-AC88A86C69C2}" destId="{8D3CFF3F-05D9-4E15-B418-80EF8ED03323}" srcOrd="0" destOrd="0" presId="urn:microsoft.com/office/officeart/2018/2/layout/IconLabelList"/>
    <dgm:cxn modelId="{186DA169-FCF5-45A0-8145-48D21E762A4E}" type="presParOf" srcId="{EB839533-9770-47F4-8F29-AC88A86C69C2}" destId="{1098CE9F-BA7A-48C3-AED3-FFF6DAAEAE4A}" srcOrd="1" destOrd="0" presId="urn:microsoft.com/office/officeart/2018/2/layout/IconLabelList"/>
    <dgm:cxn modelId="{7AE120D2-A025-42BC-A3FC-8773BDF85446}" type="presParOf" srcId="{EB839533-9770-47F4-8F29-AC88A86C69C2}" destId="{AEF02992-01B3-4E0B-AF28-BC5FEF67E527}" srcOrd="2" destOrd="0" presId="urn:microsoft.com/office/officeart/2018/2/layout/IconLabelList"/>
    <dgm:cxn modelId="{64DB59D7-EB8D-4EC6-B258-ACD40C7EB347}" type="presParOf" srcId="{0C5E7545-09A8-44B4-9359-9EAD9FBC1CD6}" destId="{61AC4A59-AD4C-4622-A6C3-C423ECC6EA48}" srcOrd="13" destOrd="0" presId="urn:microsoft.com/office/officeart/2018/2/layout/IconLabelList"/>
    <dgm:cxn modelId="{DCD36037-0BCC-4581-839F-A10C8DA36C8E}" type="presParOf" srcId="{0C5E7545-09A8-44B4-9359-9EAD9FBC1CD6}" destId="{7C2D46D7-D626-4C62-9153-058CCB44BB99}" srcOrd="14" destOrd="0" presId="urn:microsoft.com/office/officeart/2018/2/layout/IconLabelList"/>
    <dgm:cxn modelId="{F921E1B6-D651-48DA-9969-78C4CBC6FCC0}" type="presParOf" srcId="{7C2D46D7-D626-4C62-9153-058CCB44BB99}" destId="{B1A87218-4F04-4FAC-8C6B-4829133B2F3D}" srcOrd="0" destOrd="0" presId="urn:microsoft.com/office/officeart/2018/2/layout/IconLabelList"/>
    <dgm:cxn modelId="{8218201D-8C7B-4031-B228-7EC7B894F54E}" type="presParOf" srcId="{7C2D46D7-D626-4C62-9153-058CCB44BB99}" destId="{66680DD7-51F8-4ED3-AC33-08414F083373}" srcOrd="1" destOrd="0" presId="urn:microsoft.com/office/officeart/2018/2/layout/IconLabelList"/>
    <dgm:cxn modelId="{281A2E87-20FE-40CB-BD94-DA48C9992BA7}" type="presParOf" srcId="{7C2D46D7-D626-4C62-9153-058CCB44BB99}" destId="{8C47C49C-3F82-42AB-9EDA-BE4077B0E66D}"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764F008-534B-4444-94A6-6727F7223025}" type="doc">
      <dgm:prSet loTypeId="urn:microsoft.com/office/officeart/2005/8/layout/vProcess5" loCatId="process" qsTypeId="urn:microsoft.com/office/officeart/2005/8/quickstyle/simple1" qsCatId="simple" csTypeId="urn:microsoft.com/office/officeart/2005/8/colors/accent1_2" csCatId="accent1"/>
      <dgm:spPr/>
      <dgm:t>
        <a:bodyPr/>
        <a:lstStyle/>
        <a:p>
          <a:endParaRPr lang="en-US"/>
        </a:p>
      </dgm:t>
    </dgm:pt>
    <dgm:pt modelId="{30D372BA-B93B-425F-9929-51C8D71AAFA1}">
      <dgm:prSet/>
      <dgm:spPr/>
      <dgm:t>
        <a:bodyPr/>
        <a:lstStyle/>
        <a:p>
          <a:r>
            <a:rPr lang="en-US"/>
            <a:t>Every part of the project must be completed before the next segment begins.</a:t>
          </a:r>
        </a:p>
      </dgm:t>
    </dgm:pt>
    <dgm:pt modelId="{1D2622CC-82F8-4D37-810F-3BD47A90CDA7}" type="parTrans" cxnId="{A2C8B761-F731-45D8-82CC-E3E264F7EE59}">
      <dgm:prSet/>
      <dgm:spPr/>
      <dgm:t>
        <a:bodyPr/>
        <a:lstStyle/>
        <a:p>
          <a:endParaRPr lang="en-US"/>
        </a:p>
      </dgm:t>
    </dgm:pt>
    <dgm:pt modelId="{964619F0-C9E2-4BC3-9487-EB3F572BEE8B}" type="sibTrans" cxnId="{A2C8B761-F731-45D8-82CC-E3E264F7EE59}">
      <dgm:prSet/>
      <dgm:spPr/>
      <dgm:t>
        <a:bodyPr/>
        <a:lstStyle/>
        <a:p>
          <a:endParaRPr lang="en-US"/>
        </a:p>
      </dgm:t>
    </dgm:pt>
    <dgm:pt modelId="{24FBB8F0-20A1-4D6E-B644-546507EB8CA0}">
      <dgm:prSet/>
      <dgm:spPr/>
      <dgm:t>
        <a:bodyPr/>
        <a:lstStyle/>
        <a:p>
          <a:r>
            <a:rPr lang="en-US"/>
            <a:t>Change within a project cycle can be very difficult.</a:t>
          </a:r>
        </a:p>
      </dgm:t>
    </dgm:pt>
    <dgm:pt modelId="{67F07D28-CFBF-487A-8E2F-2B78E92836D7}" type="parTrans" cxnId="{12B94D95-2680-43C6-B302-3D07F6D69712}">
      <dgm:prSet/>
      <dgm:spPr/>
      <dgm:t>
        <a:bodyPr/>
        <a:lstStyle/>
        <a:p>
          <a:endParaRPr lang="en-US"/>
        </a:p>
      </dgm:t>
    </dgm:pt>
    <dgm:pt modelId="{6936A71F-7947-4076-8828-91E91FB00490}" type="sibTrans" cxnId="{12B94D95-2680-43C6-B302-3D07F6D69712}">
      <dgm:prSet/>
      <dgm:spPr/>
      <dgm:t>
        <a:bodyPr/>
        <a:lstStyle/>
        <a:p>
          <a:endParaRPr lang="en-US"/>
        </a:p>
      </dgm:t>
    </dgm:pt>
    <dgm:pt modelId="{2AF4D1AB-A464-4D2F-96E2-4C50668874F9}">
      <dgm:prSet/>
      <dgm:spPr/>
      <dgm:t>
        <a:bodyPr/>
        <a:lstStyle/>
        <a:p>
          <a:r>
            <a:rPr lang="en-US"/>
            <a:t>Customer engagement at the front of the project and at the end during deployment.</a:t>
          </a:r>
        </a:p>
      </dgm:t>
    </dgm:pt>
    <dgm:pt modelId="{EBB15C4B-5DA1-452B-B4E0-7B018270E367}" type="parTrans" cxnId="{8021D5D7-A97F-474B-8345-B8F730A6B4EA}">
      <dgm:prSet/>
      <dgm:spPr/>
      <dgm:t>
        <a:bodyPr/>
        <a:lstStyle/>
        <a:p>
          <a:endParaRPr lang="en-US"/>
        </a:p>
      </dgm:t>
    </dgm:pt>
    <dgm:pt modelId="{085F6516-4775-4F7F-A78D-07DE3C9CBD05}" type="sibTrans" cxnId="{8021D5D7-A97F-474B-8345-B8F730A6B4EA}">
      <dgm:prSet/>
      <dgm:spPr/>
      <dgm:t>
        <a:bodyPr/>
        <a:lstStyle/>
        <a:p>
          <a:endParaRPr lang="en-US"/>
        </a:p>
      </dgm:t>
    </dgm:pt>
    <dgm:pt modelId="{75B82E2C-9F62-44D3-9D82-721B413AC192}">
      <dgm:prSet/>
      <dgm:spPr/>
      <dgm:t>
        <a:bodyPr/>
        <a:lstStyle/>
        <a:p>
          <a:r>
            <a:rPr lang="en-US"/>
            <a:t>Late-stage risks can disrupt the flow. </a:t>
          </a:r>
        </a:p>
      </dgm:t>
    </dgm:pt>
    <dgm:pt modelId="{18D01417-2BEC-4CF1-AFB7-68678029A98A}" type="parTrans" cxnId="{AA66A826-91A0-4072-8B99-FDED45E33EC8}">
      <dgm:prSet/>
      <dgm:spPr/>
      <dgm:t>
        <a:bodyPr/>
        <a:lstStyle/>
        <a:p>
          <a:endParaRPr lang="en-US"/>
        </a:p>
      </dgm:t>
    </dgm:pt>
    <dgm:pt modelId="{2109E192-0FCA-45B0-BB62-B2CE67392B66}" type="sibTrans" cxnId="{AA66A826-91A0-4072-8B99-FDED45E33EC8}">
      <dgm:prSet/>
      <dgm:spPr/>
      <dgm:t>
        <a:bodyPr/>
        <a:lstStyle/>
        <a:p>
          <a:endParaRPr lang="en-US"/>
        </a:p>
      </dgm:t>
    </dgm:pt>
    <dgm:pt modelId="{F6EEE852-4650-44EB-AA37-AADBDD58BB28}" type="pres">
      <dgm:prSet presAssocID="{C764F008-534B-4444-94A6-6727F7223025}" presName="outerComposite" presStyleCnt="0">
        <dgm:presLayoutVars>
          <dgm:chMax val="5"/>
          <dgm:dir/>
          <dgm:resizeHandles val="exact"/>
        </dgm:presLayoutVars>
      </dgm:prSet>
      <dgm:spPr/>
    </dgm:pt>
    <dgm:pt modelId="{06862EC9-4436-4D60-A159-39CDCA6DAFCC}" type="pres">
      <dgm:prSet presAssocID="{C764F008-534B-4444-94A6-6727F7223025}" presName="dummyMaxCanvas" presStyleCnt="0">
        <dgm:presLayoutVars/>
      </dgm:prSet>
      <dgm:spPr/>
    </dgm:pt>
    <dgm:pt modelId="{38146F8C-1919-4E62-9E6C-65BDCECC7C89}" type="pres">
      <dgm:prSet presAssocID="{C764F008-534B-4444-94A6-6727F7223025}" presName="FourNodes_1" presStyleLbl="node1" presStyleIdx="0" presStyleCnt="4">
        <dgm:presLayoutVars>
          <dgm:bulletEnabled val="1"/>
        </dgm:presLayoutVars>
      </dgm:prSet>
      <dgm:spPr/>
    </dgm:pt>
    <dgm:pt modelId="{510943F9-474F-4219-B0AC-8674FC458B5F}" type="pres">
      <dgm:prSet presAssocID="{C764F008-534B-4444-94A6-6727F7223025}" presName="FourNodes_2" presStyleLbl="node1" presStyleIdx="1" presStyleCnt="4">
        <dgm:presLayoutVars>
          <dgm:bulletEnabled val="1"/>
        </dgm:presLayoutVars>
      </dgm:prSet>
      <dgm:spPr/>
    </dgm:pt>
    <dgm:pt modelId="{7C76E22B-47BD-45F7-8DF9-7D27868A559A}" type="pres">
      <dgm:prSet presAssocID="{C764F008-534B-4444-94A6-6727F7223025}" presName="FourNodes_3" presStyleLbl="node1" presStyleIdx="2" presStyleCnt="4">
        <dgm:presLayoutVars>
          <dgm:bulletEnabled val="1"/>
        </dgm:presLayoutVars>
      </dgm:prSet>
      <dgm:spPr/>
    </dgm:pt>
    <dgm:pt modelId="{AE7F392A-F61E-4766-A92A-78FCC4BD419A}" type="pres">
      <dgm:prSet presAssocID="{C764F008-534B-4444-94A6-6727F7223025}" presName="FourNodes_4" presStyleLbl="node1" presStyleIdx="3" presStyleCnt="4">
        <dgm:presLayoutVars>
          <dgm:bulletEnabled val="1"/>
        </dgm:presLayoutVars>
      </dgm:prSet>
      <dgm:spPr/>
    </dgm:pt>
    <dgm:pt modelId="{FEB50615-71CE-4436-99D1-98709CD608BB}" type="pres">
      <dgm:prSet presAssocID="{C764F008-534B-4444-94A6-6727F7223025}" presName="FourConn_1-2" presStyleLbl="fgAccFollowNode1" presStyleIdx="0" presStyleCnt="3">
        <dgm:presLayoutVars>
          <dgm:bulletEnabled val="1"/>
        </dgm:presLayoutVars>
      </dgm:prSet>
      <dgm:spPr/>
    </dgm:pt>
    <dgm:pt modelId="{0BBC7FD3-F423-42ED-9396-74247502DF1F}" type="pres">
      <dgm:prSet presAssocID="{C764F008-534B-4444-94A6-6727F7223025}" presName="FourConn_2-3" presStyleLbl="fgAccFollowNode1" presStyleIdx="1" presStyleCnt="3">
        <dgm:presLayoutVars>
          <dgm:bulletEnabled val="1"/>
        </dgm:presLayoutVars>
      </dgm:prSet>
      <dgm:spPr/>
    </dgm:pt>
    <dgm:pt modelId="{1C55410C-1B54-462A-9629-D86B9BA9698D}" type="pres">
      <dgm:prSet presAssocID="{C764F008-534B-4444-94A6-6727F7223025}" presName="FourConn_3-4" presStyleLbl="fgAccFollowNode1" presStyleIdx="2" presStyleCnt="3">
        <dgm:presLayoutVars>
          <dgm:bulletEnabled val="1"/>
        </dgm:presLayoutVars>
      </dgm:prSet>
      <dgm:spPr/>
    </dgm:pt>
    <dgm:pt modelId="{59D66532-CC9E-475C-9D7D-D0474DB08A2B}" type="pres">
      <dgm:prSet presAssocID="{C764F008-534B-4444-94A6-6727F7223025}" presName="FourNodes_1_text" presStyleLbl="node1" presStyleIdx="3" presStyleCnt="4">
        <dgm:presLayoutVars>
          <dgm:bulletEnabled val="1"/>
        </dgm:presLayoutVars>
      </dgm:prSet>
      <dgm:spPr/>
    </dgm:pt>
    <dgm:pt modelId="{E1A9408D-2147-49B8-BBA0-5C95B624D8BF}" type="pres">
      <dgm:prSet presAssocID="{C764F008-534B-4444-94A6-6727F7223025}" presName="FourNodes_2_text" presStyleLbl="node1" presStyleIdx="3" presStyleCnt="4">
        <dgm:presLayoutVars>
          <dgm:bulletEnabled val="1"/>
        </dgm:presLayoutVars>
      </dgm:prSet>
      <dgm:spPr/>
    </dgm:pt>
    <dgm:pt modelId="{41F20B75-7FA7-47ED-9FFA-A69076EB00EA}" type="pres">
      <dgm:prSet presAssocID="{C764F008-534B-4444-94A6-6727F7223025}" presName="FourNodes_3_text" presStyleLbl="node1" presStyleIdx="3" presStyleCnt="4">
        <dgm:presLayoutVars>
          <dgm:bulletEnabled val="1"/>
        </dgm:presLayoutVars>
      </dgm:prSet>
      <dgm:spPr/>
    </dgm:pt>
    <dgm:pt modelId="{D9CE2E0E-73D8-4A28-9631-7E4268150A25}" type="pres">
      <dgm:prSet presAssocID="{C764F008-534B-4444-94A6-6727F7223025}" presName="FourNodes_4_text" presStyleLbl="node1" presStyleIdx="3" presStyleCnt="4">
        <dgm:presLayoutVars>
          <dgm:bulletEnabled val="1"/>
        </dgm:presLayoutVars>
      </dgm:prSet>
      <dgm:spPr/>
    </dgm:pt>
  </dgm:ptLst>
  <dgm:cxnLst>
    <dgm:cxn modelId="{2BA40615-75EA-4442-8F65-6C722113AF69}" type="presOf" srcId="{6936A71F-7947-4076-8828-91E91FB00490}" destId="{0BBC7FD3-F423-42ED-9396-74247502DF1F}" srcOrd="0" destOrd="0" presId="urn:microsoft.com/office/officeart/2005/8/layout/vProcess5"/>
    <dgm:cxn modelId="{AA66A826-91A0-4072-8B99-FDED45E33EC8}" srcId="{C764F008-534B-4444-94A6-6727F7223025}" destId="{75B82E2C-9F62-44D3-9D82-721B413AC192}" srcOrd="3" destOrd="0" parTransId="{18D01417-2BEC-4CF1-AFB7-68678029A98A}" sibTransId="{2109E192-0FCA-45B0-BB62-B2CE67392B66}"/>
    <dgm:cxn modelId="{9A642161-6D43-4C09-B529-A5E7AA9FCE37}" type="presOf" srcId="{75B82E2C-9F62-44D3-9D82-721B413AC192}" destId="{AE7F392A-F61E-4766-A92A-78FCC4BD419A}" srcOrd="0" destOrd="0" presId="urn:microsoft.com/office/officeart/2005/8/layout/vProcess5"/>
    <dgm:cxn modelId="{A2C8B761-F731-45D8-82CC-E3E264F7EE59}" srcId="{C764F008-534B-4444-94A6-6727F7223025}" destId="{30D372BA-B93B-425F-9929-51C8D71AAFA1}" srcOrd="0" destOrd="0" parTransId="{1D2622CC-82F8-4D37-810F-3BD47A90CDA7}" sibTransId="{964619F0-C9E2-4BC3-9487-EB3F572BEE8B}"/>
    <dgm:cxn modelId="{19133451-F7FD-4E6C-A72B-DD0F2C6FEE6A}" type="presOf" srcId="{085F6516-4775-4F7F-A78D-07DE3C9CBD05}" destId="{1C55410C-1B54-462A-9629-D86B9BA9698D}" srcOrd="0" destOrd="0" presId="urn:microsoft.com/office/officeart/2005/8/layout/vProcess5"/>
    <dgm:cxn modelId="{DA498675-9E60-4EB8-93BC-6383C6A79F77}" type="presOf" srcId="{2AF4D1AB-A464-4D2F-96E2-4C50668874F9}" destId="{41F20B75-7FA7-47ED-9FFA-A69076EB00EA}" srcOrd="1" destOrd="0" presId="urn:microsoft.com/office/officeart/2005/8/layout/vProcess5"/>
    <dgm:cxn modelId="{AF91FF76-E17D-458E-A32B-61016FF300CF}" type="presOf" srcId="{24FBB8F0-20A1-4D6E-B644-546507EB8CA0}" destId="{510943F9-474F-4219-B0AC-8674FC458B5F}" srcOrd="0" destOrd="0" presId="urn:microsoft.com/office/officeart/2005/8/layout/vProcess5"/>
    <dgm:cxn modelId="{BC62615A-73F1-46AB-A10E-741007D0A32A}" type="presOf" srcId="{30D372BA-B93B-425F-9929-51C8D71AAFA1}" destId="{59D66532-CC9E-475C-9D7D-D0474DB08A2B}" srcOrd="1" destOrd="0" presId="urn:microsoft.com/office/officeart/2005/8/layout/vProcess5"/>
    <dgm:cxn modelId="{63B5188C-5F83-4DE6-82B9-6E381CD63470}" type="presOf" srcId="{75B82E2C-9F62-44D3-9D82-721B413AC192}" destId="{D9CE2E0E-73D8-4A28-9631-7E4268150A25}" srcOrd="1" destOrd="0" presId="urn:microsoft.com/office/officeart/2005/8/layout/vProcess5"/>
    <dgm:cxn modelId="{5AA68B8E-37E5-450D-993C-35EEA86332B4}" type="presOf" srcId="{964619F0-C9E2-4BC3-9487-EB3F572BEE8B}" destId="{FEB50615-71CE-4436-99D1-98709CD608BB}" srcOrd="0" destOrd="0" presId="urn:microsoft.com/office/officeart/2005/8/layout/vProcess5"/>
    <dgm:cxn modelId="{12B94D95-2680-43C6-B302-3D07F6D69712}" srcId="{C764F008-534B-4444-94A6-6727F7223025}" destId="{24FBB8F0-20A1-4D6E-B644-546507EB8CA0}" srcOrd="1" destOrd="0" parTransId="{67F07D28-CFBF-487A-8E2F-2B78E92836D7}" sibTransId="{6936A71F-7947-4076-8828-91E91FB00490}"/>
    <dgm:cxn modelId="{85502999-40A6-4C4F-BED7-74A5F8CF6658}" type="presOf" srcId="{2AF4D1AB-A464-4D2F-96E2-4C50668874F9}" destId="{7C76E22B-47BD-45F7-8DF9-7D27868A559A}" srcOrd="0" destOrd="0" presId="urn:microsoft.com/office/officeart/2005/8/layout/vProcess5"/>
    <dgm:cxn modelId="{20E3E29A-D2A4-4E47-9F55-A147DF49DA10}" type="presOf" srcId="{C764F008-534B-4444-94A6-6727F7223025}" destId="{F6EEE852-4650-44EB-AA37-AADBDD58BB28}" srcOrd="0" destOrd="0" presId="urn:microsoft.com/office/officeart/2005/8/layout/vProcess5"/>
    <dgm:cxn modelId="{86F2C99F-28D3-4BE9-9900-9D8C874A55F5}" type="presOf" srcId="{30D372BA-B93B-425F-9929-51C8D71AAFA1}" destId="{38146F8C-1919-4E62-9E6C-65BDCECC7C89}" srcOrd="0" destOrd="0" presId="urn:microsoft.com/office/officeart/2005/8/layout/vProcess5"/>
    <dgm:cxn modelId="{8021D5D7-A97F-474B-8345-B8F730A6B4EA}" srcId="{C764F008-534B-4444-94A6-6727F7223025}" destId="{2AF4D1AB-A464-4D2F-96E2-4C50668874F9}" srcOrd="2" destOrd="0" parTransId="{EBB15C4B-5DA1-452B-B4E0-7B018270E367}" sibTransId="{085F6516-4775-4F7F-A78D-07DE3C9CBD05}"/>
    <dgm:cxn modelId="{72ABCCF2-E077-47AD-B072-095243F61410}" type="presOf" srcId="{24FBB8F0-20A1-4D6E-B644-546507EB8CA0}" destId="{E1A9408D-2147-49B8-BBA0-5C95B624D8BF}" srcOrd="1" destOrd="0" presId="urn:microsoft.com/office/officeart/2005/8/layout/vProcess5"/>
    <dgm:cxn modelId="{4D25A9E2-5DBE-4108-B605-6ED8C6E98E13}" type="presParOf" srcId="{F6EEE852-4650-44EB-AA37-AADBDD58BB28}" destId="{06862EC9-4436-4D60-A159-39CDCA6DAFCC}" srcOrd="0" destOrd="0" presId="urn:microsoft.com/office/officeart/2005/8/layout/vProcess5"/>
    <dgm:cxn modelId="{E744A975-0254-4588-83EA-9DDDD3A9A258}" type="presParOf" srcId="{F6EEE852-4650-44EB-AA37-AADBDD58BB28}" destId="{38146F8C-1919-4E62-9E6C-65BDCECC7C89}" srcOrd="1" destOrd="0" presId="urn:microsoft.com/office/officeart/2005/8/layout/vProcess5"/>
    <dgm:cxn modelId="{FB317FDF-2B74-4CA7-87B6-38B855D6BB1E}" type="presParOf" srcId="{F6EEE852-4650-44EB-AA37-AADBDD58BB28}" destId="{510943F9-474F-4219-B0AC-8674FC458B5F}" srcOrd="2" destOrd="0" presId="urn:microsoft.com/office/officeart/2005/8/layout/vProcess5"/>
    <dgm:cxn modelId="{82B466D4-73C6-42FB-B4CE-EE3EBEC92609}" type="presParOf" srcId="{F6EEE852-4650-44EB-AA37-AADBDD58BB28}" destId="{7C76E22B-47BD-45F7-8DF9-7D27868A559A}" srcOrd="3" destOrd="0" presId="urn:microsoft.com/office/officeart/2005/8/layout/vProcess5"/>
    <dgm:cxn modelId="{EC4BC0AC-EE01-463B-A05F-85A88267E3E4}" type="presParOf" srcId="{F6EEE852-4650-44EB-AA37-AADBDD58BB28}" destId="{AE7F392A-F61E-4766-A92A-78FCC4BD419A}" srcOrd="4" destOrd="0" presId="urn:microsoft.com/office/officeart/2005/8/layout/vProcess5"/>
    <dgm:cxn modelId="{0461DE25-CFFA-4B42-9087-DC3C6D996F5F}" type="presParOf" srcId="{F6EEE852-4650-44EB-AA37-AADBDD58BB28}" destId="{FEB50615-71CE-4436-99D1-98709CD608BB}" srcOrd="5" destOrd="0" presId="urn:microsoft.com/office/officeart/2005/8/layout/vProcess5"/>
    <dgm:cxn modelId="{859D4508-B3AC-4A00-AA19-831AFC315B0D}" type="presParOf" srcId="{F6EEE852-4650-44EB-AA37-AADBDD58BB28}" destId="{0BBC7FD3-F423-42ED-9396-74247502DF1F}" srcOrd="6" destOrd="0" presId="urn:microsoft.com/office/officeart/2005/8/layout/vProcess5"/>
    <dgm:cxn modelId="{E43AC47E-601B-43C6-BB10-D4700AC89645}" type="presParOf" srcId="{F6EEE852-4650-44EB-AA37-AADBDD58BB28}" destId="{1C55410C-1B54-462A-9629-D86B9BA9698D}" srcOrd="7" destOrd="0" presId="urn:microsoft.com/office/officeart/2005/8/layout/vProcess5"/>
    <dgm:cxn modelId="{1490A54A-533A-4609-9F4D-9071882D89B4}" type="presParOf" srcId="{F6EEE852-4650-44EB-AA37-AADBDD58BB28}" destId="{59D66532-CC9E-475C-9D7D-D0474DB08A2B}" srcOrd="8" destOrd="0" presId="urn:microsoft.com/office/officeart/2005/8/layout/vProcess5"/>
    <dgm:cxn modelId="{54E0CCEC-6B20-4925-BAAA-3AD683B08A1C}" type="presParOf" srcId="{F6EEE852-4650-44EB-AA37-AADBDD58BB28}" destId="{E1A9408D-2147-49B8-BBA0-5C95B624D8BF}" srcOrd="9" destOrd="0" presId="urn:microsoft.com/office/officeart/2005/8/layout/vProcess5"/>
    <dgm:cxn modelId="{DC85EBB8-4270-461C-A68C-C2B0D40C0A44}" type="presParOf" srcId="{F6EEE852-4650-44EB-AA37-AADBDD58BB28}" destId="{41F20B75-7FA7-47ED-9FFA-A69076EB00EA}" srcOrd="10" destOrd="0" presId="urn:microsoft.com/office/officeart/2005/8/layout/vProcess5"/>
    <dgm:cxn modelId="{C1F64037-7A9C-42C0-ACF0-D51DE582B522}" type="presParOf" srcId="{F6EEE852-4650-44EB-AA37-AADBDD58BB28}" destId="{D9CE2E0E-73D8-4A28-9631-7E4268150A25}"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01E5E3F-D010-4F0D-BE1D-A189C6138511}" type="doc">
      <dgm:prSet loTypeId="urn:microsoft.com/office/officeart/2005/8/layout/list1" loCatId="list" qsTypeId="urn:microsoft.com/office/officeart/2005/8/quickstyle/simple4" qsCatId="simple" csTypeId="urn:microsoft.com/office/officeart/2005/8/colors/colorful2" csCatId="colorful"/>
      <dgm:spPr/>
      <dgm:t>
        <a:bodyPr/>
        <a:lstStyle/>
        <a:p>
          <a:endParaRPr lang="en-US"/>
        </a:p>
      </dgm:t>
    </dgm:pt>
    <dgm:pt modelId="{D602F80F-46BC-4451-9146-E7CBEEE58A68}">
      <dgm:prSet custT="1"/>
      <dgm:spPr/>
      <dgm:t>
        <a:bodyPr/>
        <a:lstStyle/>
        <a:p>
          <a:r>
            <a:rPr lang="en-US" sz="1600"/>
            <a:t>Aligning methodologies and tools with what users need.</a:t>
          </a:r>
        </a:p>
      </dgm:t>
    </dgm:pt>
    <dgm:pt modelId="{1FB8851A-C4FE-4B27-849E-236A4EDB4CD0}" type="parTrans" cxnId="{46251321-68DA-4C45-8205-0D3A607CB799}">
      <dgm:prSet/>
      <dgm:spPr/>
      <dgm:t>
        <a:bodyPr/>
        <a:lstStyle/>
        <a:p>
          <a:endParaRPr lang="en-US" sz="2000"/>
        </a:p>
      </dgm:t>
    </dgm:pt>
    <dgm:pt modelId="{49CE6769-F2F9-4B42-B0EC-7D6A2CCED4EB}" type="sibTrans" cxnId="{46251321-68DA-4C45-8205-0D3A607CB799}">
      <dgm:prSet/>
      <dgm:spPr/>
      <dgm:t>
        <a:bodyPr/>
        <a:lstStyle/>
        <a:p>
          <a:endParaRPr lang="en-US" sz="2000"/>
        </a:p>
      </dgm:t>
    </dgm:pt>
    <dgm:pt modelId="{D7AF078B-BCFF-408C-92B9-BB97C53E9E79}">
      <dgm:prSet custT="1"/>
      <dgm:spPr/>
      <dgm:t>
        <a:bodyPr/>
        <a:lstStyle/>
        <a:p>
          <a:r>
            <a:rPr lang="en-US" sz="1600"/>
            <a:t>Understand the customer at a base level.</a:t>
          </a:r>
        </a:p>
      </dgm:t>
    </dgm:pt>
    <dgm:pt modelId="{1860D9FE-AC2F-4A3B-A36C-1DB85C70944B}" type="parTrans" cxnId="{1B52AA52-00C9-48A6-8B00-D4A57F313E92}">
      <dgm:prSet/>
      <dgm:spPr/>
      <dgm:t>
        <a:bodyPr/>
        <a:lstStyle/>
        <a:p>
          <a:endParaRPr lang="en-US" sz="2000"/>
        </a:p>
      </dgm:t>
    </dgm:pt>
    <dgm:pt modelId="{84DEB0E7-AE90-4F33-AA9C-1DBBC266BA8C}" type="sibTrans" cxnId="{1B52AA52-00C9-48A6-8B00-D4A57F313E92}">
      <dgm:prSet/>
      <dgm:spPr/>
      <dgm:t>
        <a:bodyPr/>
        <a:lstStyle/>
        <a:p>
          <a:endParaRPr lang="en-US" sz="2000"/>
        </a:p>
      </dgm:t>
    </dgm:pt>
    <dgm:pt modelId="{CE142E83-C86A-4E64-9179-8A5D12605D6A}">
      <dgm:prSet custT="1"/>
      <dgm:spPr/>
      <dgm:t>
        <a:bodyPr/>
        <a:lstStyle/>
        <a:p>
          <a:r>
            <a:rPr lang="en-US" sz="1600"/>
            <a:t>Broken down into three main parts:</a:t>
          </a:r>
        </a:p>
      </dgm:t>
    </dgm:pt>
    <dgm:pt modelId="{BA11F0AB-F052-48B6-802E-4F0D7086F444}" type="parTrans" cxnId="{3D184F5D-5A02-42F8-A803-D5AB436B9B97}">
      <dgm:prSet/>
      <dgm:spPr/>
      <dgm:t>
        <a:bodyPr/>
        <a:lstStyle/>
        <a:p>
          <a:endParaRPr lang="en-US" sz="2000"/>
        </a:p>
      </dgm:t>
    </dgm:pt>
    <dgm:pt modelId="{0AAAB3D9-76B0-4173-A1FA-6EAA8150543E}" type="sibTrans" cxnId="{3D184F5D-5A02-42F8-A803-D5AB436B9B97}">
      <dgm:prSet/>
      <dgm:spPr/>
      <dgm:t>
        <a:bodyPr/>
        <a:lstStyle/>
        <a:p>
          <a:endParaRPr lang="en-US" sz="2000"/>
        </a:p>
      </dgm:t>
    </dgm:pt>
    <dgm:pt modelId="{DDCEF16A-910A-42A9-A2BA-4F1EA819AB45}">
      <dgm:prSet custT="1"/>
      <dgm:spPr/>
      <dgm:t>
        <a:bodyPr/>
        <a:lstStyle/>
        <a:p>
          <a:r>
            <a:rPr lang="en-US" sz="1600" dirty="0"/>
            <a:t>Research and Empathy: understand the day-to-day of a customer/user and how the product fits.</a:t>
          </a:r>
        </a:p>
      </dgm:t>
    </dgm:pt>
    <dgm:pt modelId="{F2045955-FBDE-41D8-8B76-296BB8F2877A}" type="parTrans" cxnId="{89C2E36E-294F-469D-82D1-C6F70651BEAB}">
      <dgm:prSet/>
      <dgm:spPr/>
      <dgm:t>
        <a:bodyPr/>
        <a:lstStyle/>
        <a:p>
          <a:endParaRPr lang="en-US" sz="2000"/>
        </a:p>
      </dgm:t>
    </dgm:pt>
    <dgm:pt modelId="{8D1631CF-2690-45B5-93A8-A1D897B8FA5F}" type="sibTrans" cxnId="{89C2E36E-294F-469D-82D1-C6F70651BEAB}">
      <dgm:prSet/>
      <dgm:spPr/>
      <dgm:t>
        <a:bodyPr/>
        <a:lstStyle/>
        <a:p>
          <a:endParaRPr lang="en-US" sz="2000"/>
        </a:p>
      </dgm:t>
    </dgm:pt>
    <dgm:pt modelId="{4BF0CD09-E286-4CD6-AC57-F82198200CE4}">
      <dgm:prSet custT="1"/>
      <dgm:spPr/>
      <dgm:t>
        <a:bodyPr/>
        <a:lstStyle/>
        <a:p>
          <a:r>
            <a:rPr lang="en-US" sz="1600"/>
            <a:t>Define Needs and Requirements: solutions are developed to address the needs or gaps that customers/users currently have.</a:t>
          </a:r>
        </a:p>
      </dgm:t>
    </dgm:pt>
    <dgm:pt modelId="{5EEBB9E8-F648-445B-BC03-E429DC4BF379}" type="parTrans" cxnId="{9EBDAAC9-2D23-4648-98F0-BB69DF40B721}">
      <dgm:prSet/>
      <dgm:spPr/>
      <dgm:t>
        <a:bodyPr/>
        <a:lstStyle/>
        <a:p>
          <a:endParaRPr lang="en-US" sz="2000"/>
        </a:p>
      </dgm:t>
    </dgm:pt>
    <dgm:pt modelId="{D746DDB8-4880-45DB-A933-EFB79D21C231}" type="sibTrans" cxnId="{9EBDAAC9-2D23-4648-98F0-BB69DF40B721}">
      <dgm:prSet/>
      <dgm:spPr/>
      <dgm:t>
        <a:bodyPr/>
        <a:lstStyle/>
        <a:p>
          <a:endParaRPr lang="en-US" sz="2000"/>
        </a:p>
      </dgm:t>
    </dgm:pt>
    <dgm:pt modelId="{8EBD0462-A353-49F1-8C70-95170816797B}">
      <dgm:prSet custT="1"/>
      <dgm:spPr/>
      <dgm:t>
        <a:bodyPr/>
        <a:lstStyle/>
        <a:p>
          <a:r>
            <a:rPr lang="en-US" sz="1600"/>
            <a:t>Prototyping and Testing: confirmation that solutions that have been developed do meet the needs.</a:t>
          </a:r>
        </a:p>
      </dgm:t>
    </dgm:pt>
    <dgm:pt modelId="{4CA05132-FB28-4A92-85F1-73F4826F6C81}" type="parTrans" cxnId="{4C92B90B-CF16-4418-926F-F2E8B9CC019D}">
      <dgm:prSet/>
      <dgm:spPr/>
      <dgm:t>
        <a:bodyPr/>
        <a:lstStyle/>
        <a:p>
          <a:endParaRPr lang="en-US" sz="2000"/>
        </a:p>
      </dgm:t>
    </dgm:pt>
    <dgm:pt modelId="{C75E3E80-5756-43CF-893E-766757E20E12}" type="sibTrans" cxnId="{4C92B90B-CF16-4418-926F-F2E8B9CC019D}">
      <dgm:prSet/>
      <dgm:spPr/>
      <dgm:t>
        <a:bodyPr/>
        <a:lstStyle/>
        <a:p>
          <a:endParaRPr lang="en-US" sz="2000"/>
        </a:p>
      </dgm:t>
    </dgm:pt>
    <dgm:pt modelId="{CD15FC2B-5D09-497A-B81B-BBB500F35B3D}" type="pres">
      <dgm:prSet presAssocID="{601E5E3F-D010-4F0D-BE1D-A189C6138511}" presName="linear" presStyleCnt="0">
        <dgm:presLayoutVars>
          <dgm:dir/>
          <dgm:animLvl val="lvl"/>
          <dgm:resizeHandles val="exact"/>
        </dgm:presLayoutVars>
      </dgm:prSet>
      <dgm:spPr/>
    </dgm:pt>
    <dgm:pt modelId="{3DAA6F6A-C395-4F4E-AC72-D753BEAE09C6}" type="pres">
      <dgm:prSet presAssocID="{D602F80F-46BC-4451-9146-E7CBEEE58A68}" presName="parentLin" presStyleCnt="0"/>
      <dgm:spPr/>
    </dgm:pt>
    <dgm:pt modelId="{40EC255A-51FF-4435-A43D-6388612FBB30}" type="pres">
      <dgm:prSet presAssocID="{D602F80F-46BC-4451-9146-E7CBEEE58A68}" presName="parentLeftMargin" presStyleLbl="node1" presStyleIdx="0" presStyleCnt="3"/>
      <dgm:spPr/>
    </dgm:pt>
    <dgm:pt modelId="{00E67047-93A0-411F-A1DC-18C213BDC8EA}" type="pres">
      <dgm:prSet presAssocID="{D602F80F-46BC-4451-9146-E7CBEEE58A68}" presName="parentText" presStyleLbl="node1" presStyleIdx="0" presStyleCnt="3">
        <dgm:presLayoutVars>
          <dgm:chMax val="0"/>
          <dgm:bulletEnabled val="1"/>
        </dgm:presLayoutVars>
      </dgm:prSet>
      <dgm:spPr/>
    </dgm:pt>
    <dgm:pt modelId="{DB82DFB0-17FC-4F4B-A8C4-C29EAF57781A}" type="pres">
      <dgm:prSet presAssocID="{D602F80F-46BC-4451-9146-E7CBEEE58A68}" presName="negativeSpace" presStyleCnt="0"/>
      <dgm:spPr/>
    </dgm:pt>
    <dgm:pt modelId="{D7D7510E-7300-49DA-9E4A-FDFECFE5BF2D}" type="pres">
      <dgm:prSet presAssocID="{D602F80F-46BC-4451-9146-E7CBEEE58A68}" presName="childText" presStyleLbl="conFgAcc1" presStyleIdx="0" presStyleCnt="3">
        <dgm:presLayoutVars>
          <dgm:bulletEnabled val="1"/>
        </dgm:presLayoutVars>
      </dgm:prSet>
      <dgm:spPr/>
    </dgm:pt>
    <dgm:pt modelId="{2B460658-CBDD-46C2-B4C6-CD8A86DCF71B}" type="pres">
      <dgm:prSet presAssocID="{49CE6769-F2F9-4B42-B0EC-7D6A2CCED4EB}" presName="spaceBetweenRectangles" presStyleCnt="0"/>
      <dgm:spPr/>
    </dgm:pt>
    <dgm:pt modelId="{B1829520-D046-4B55-9CBD-09F9D4E4D1E4}" type="pres">
      <dgm:prSet presAssocID="{D7AF078B-BCFF-408C-92B9-BB97C53E9E79}" presName="parentLin" presStyleCnt="0"/>
      <dgm:spPr/>
    </dgm:pt>
    <dgm:pt modelId="{BDB40584-C51E-4B3C-B5F5-40D153E1DE79}" type="pres">
      <dgm:prSet presAssocID="{D7AF078B-BCFF-408C-92B9-BB97C53E9E79}" presName="parentLeftMargin" presStyleLbl="node1" presStyleIdx="0" presStyleCnt="3"/>
      <dgm:spPr/>
    </dgm:pt>
    <dgm:pt modelId="{3D3B13C4-EA2F-4A7F-BFA9-5281165DE565}" type="pres">
      <dgm:prSet presAssocID="{D7AF078B-BCFF-408C-92B9-BB97C53E9E79}" presName="parentText" presStyleLbl="node1" presStyleIdx="1" presStyleCnt="3">
        <dgm:presLayoutVars>
          <dgm:chMax val="0"/>
          <dgm:bulletEnabled val="1"/>
        </dgm:presLayoutVars>
      </dgm:prSet>
      <dgm:spPr/>
    </dgm:pt>
    <dgm:pt modelId="{694AA0B1-C874-4BDB-A9B1-10488ADD6996}" type="pres">
      <dgm:prSet presAssocID="{D7AF078B-BCFF-408C-92B9-BB97C53E9E79}" presName="negativeSpace" presStyleCnt="0"/>
      <dgm:spPr/>
    </dgm:pt>
    <dgm:pt modelId="{1E9B4234-5F28-4A63-85A0-7566B9B0D1FE}" type="pres">
      <dgm:prSet presAssocID="{D7AF078B-BCFF-408C-92B9-BB97C53E9E79}" presName="childText" presStyleLbl="conFgAcc1" presStyleIdx="1" presStyleCnt="3">
        <dgm:presLayoutVars>
          <dgm:bulletEnabled val="1"/>
        </dgm:presLayoutVars>
      </dgm:prSet>
      <dgm:spPr/>
    </dgm:pt>
    <dgm:pt modelId="{0233131D-3ECF-47EA-9282-399C075D446E}" type="pres">
      <dgm:prSet presAssocID="{84DEB0E7-AE90-4F33-AA9C-1DBBC266BA8C}" presName="spaceBetweenRectangles" presStyleCnt="0"/>
      <dgm:spPr/>
    </dgm:pt>
    <dgm:pt modelId="{1872A380-3ED4-4A6A-B764-E428629AB254}" type="pres">
      <dgm:prSet presAssocID="{CE142E83-C86A-4E64-9179-8A5D12605D6A}" presName="parentLin" presStyleCnt="0"/>
      <dgm:spPr/>
    </dgm:pt>
    <dgm:pt modelId="{3E09AC69-F573-40F0-9881-591EB395A24D}" type="pres">
      <dgm:prSet presAssocID="{CE142E83-C86A-4E64-9179-8A5D12605D6A}" presName="parentLeftMargin" presStyleLbl="node1" presStyleIdx="1" presStyleCnt="3"/>
      <dgm:spPr/>
    </dgm:pt>
    <dgm:pt modelId="{A9EE9225-0DD9-4822-A64C-64201C54F2BD}" type="pres">
      <dgm:prSet presAssocID="{CE142E83-C86A-4E64-9179-8A5D12605D6A}" presName="parentText" presStyleLbl="node1" presStyleIdx="2" presStyleCnt="3">
        <dgm:presLayoutVars>
          <dgm:chMax val="0"/>
          <dgm:bulletEnabled val="1"/>
        </dgm:presLayoutVars>
      </dgm:prSet>
      <dgm:spPr/>
    </dgm:pt>
    <dgm:pt modelId="{B23F2F23-1494-4F54-95FD-90316071BC6B}" type="pres">
      <dgm:prSet presAssocID="{CE142E83-C86A-4E64-9179-8A5D12605D6A}" presName="negativeSpace" presStyleCnt="0"/>
      <dgm:spPr/>
    </dgm:pt>
    <dgm:pt modelId="{18DBAC55-02D3-4349-A366-C843FA3CEDED}" type="pres">
      <dgm:prSet presAssocID="{CE142E83-C86A-4E64-9179-8A5D12605D6A}" presName="childText" presStyleLbl="conFgAcc1" presStyleIdx="2" presStyleCnt="3">
        <dgm:presLayoutVars>
          <dgm:bulletEnabled val="1"/>
        </dgm:presLayoutVars>
      </dgm:prSet>
      <dgm:spPr/>
    </dgm:pt>
  </dgm:ptLst>
  <dgm:cxnLst>
    <dgm:cxn modelId="{4B175109-2176-43FB-96C6-32DE3E084B3B}" type="presOf" srcId="{8EBD0462-A353-49F1-8C70-95170816797B}" destId="{18DBAC55-02D3-4349-A366-C843FA3CEDED}" srcOrd="0" destOrd="2" presId="urn:microsoft.com/office/officeart/2005/8/layout/list1"/>
    <dgm:cxn modelId="{4C92B90B-CF16-4418-926F-F2E8B9CC019D}" srcId="{CE142E83-C86A-4E64-9179-8A5D12605D6A}" destId="{8EBD0462-A353-49F1-8C70-95170816797B}" srcOrd="2" destOrd="0" parTransId="{4CA05132-FB28-4A92-85F1-73F4826F6C81}" sibTransId="{C75E3E80-5756-43CF-893E-766757E20E12}"/>
    <dgm:cxn modelId="{3DE5320C-B316-495F-90BF-F072E803AC00}" type="presOf" srcId="{D602F80F-46BC-4451-9146-E7CBEEE58A68}" destId="{40EC255A-51FF-4435-A43D-6388612FBB30}" srcOrd="0" destOrd="0" presId="urn:microsoft.com/office/officeart/2005/8/layout/list1"/>
    <dgm:cxn modelId="{46251321-68DA-4C45-8205-0D3A607CB799}" srcId="{601E5E3F-D010-4F0D-BE1D-A189C6138511}" destId="{D602F80F-46BC-4451-9146-E7CBEEE58A68}" srcOrd="0" destOrd="0" parTransId="{1FB8851A-C4FE-4B27-849E-236A4EDB4CD0}" sibTransId="{49CE6769-F2F9-4B42-B0EC-7D6A2CCED4EB}"/>
    <dgm:cxn modelId="{3D184F5D-5A02-42F8-A803-D5AB436B9B97}" srcId="{601E5E3F-D010-4F0D-BE1D-A189C6138511}" destId="{CE142E83-C86A-4E64-9179-8A5D12605D6A}" srcOrd="2" destOrd="0" parTransId="{BA11F0AB-F052-48B6-802E-4F0D7086F444}" sibTransId="{0AAAB3D9-76B0-4173-A1FA-6EAA8150543E}"/>
    <dgm:cxn modelId="{89C2E36E-294F-469D-82D1-C6F70651BEAB}" srcId="{CE142E83-C86A-4E64-9179-8A5D12605D6A}" destId="{DDCEF16A-910A-42A9-A2BA-4F1EA819AB45}" srcOrd="0" destOrd="0" parTransId="{F2045955-FBDE-41D8-8B76-296BB8F2877A}" sibTransId="{8D1631CF-2690-45B5-93A8-A1D897B8FA5F}"/>
    <dgm:cxn modelId="{4C4D2F70-BABB-48BE-9770-7358293717F4}" type="presOf" srcId="{D602F80F-46BC-4451-9146-E7CBEEE58A68}" destId="{00E67047-93A0-411F-A1DC-18C213BDC8EA}" srcOrd="1" destOrd="0" presId="urn:microsoft.com/office/officeart/2005/8/layout/list1"/>
    <dgm:cxn modelId="{1B52AA52-00C9-48A6-8B00-D4A57F313E92}" srcId="{601E5E3F-D010-4F0D-BE1D-A189C6138511}" destId="{D7AF078B-BCFF-408C-92B9-BB97C53E9E79}" srcOrd="1" destOrd="0" parTransId="{1860D9FE-AC2F-4A3B-A36C-1DB85C70944B}" sibTransId="{84DEB0E7-AE90-4F33-AA9C-1DBBC266BA8C}"/>
    <dgm:cxn modelId="{09980D8F-784D-4361-9192-BA79E1AE231A}" type="presOf" srcId="{4BF0CD09-E286-4CD6-AC57-F82198200CE4}" destId="{18DBAC55-02D3-4349-A366-C843FA3CEDED}" srcOrd="0" destOrd="1" presId="urn:microsoft.com/office/officeart/2005/8/layout/list1"/>
    <dgm:cxn modelId="{6C8ECE9E-14D8-471B-B76A-0AB4530F9113}" type="presOf" srcId="{CE142E83-C86A-4E64-9179-8A5D12605D6A}" destId="{3E09AC69-F573-40F0-9881-591EB395A24D}" srcOrd="0" destOrd="0" presId="urn:microsoft.com/office/officeart/2005/8/layout/list1"/>
    <dgm:cxn modelId="{F57E0DA4-2F86-4F65-A28D-B014C564952D}" type="presOf" srcId="{CE142E83-C86A-4E64-9179-8A5D12605D6A}" destId="{A9EE9225-0DD9-4822-A64C-64201C54F2BD}" srcOrd="1" destOrd="0" presId="urn:microsoft.com/office/officeart/2005/8/layout/list1"/>
    <dgm:cxn modelId="{C49061C0-DB29-4AD2-9492-86371C878E44}" type="presOf" srcId="{D7AF078B-BCFF-408C-92B9-BB97C53E9E79}" destId="{BDB40584-C51E-4B3C-B5F5-40D153E1DE79}" srcOrd="0" destOrd="0" presId="urn:microsoft.com/office/officeart/2005/8/layout/list1"/>
    <dgm:cxn modelId="{6CE096C1-3359-445C-81B2-C181314DE316}" type="presOf" srcId="{D7AF078B-BCFF-408C-92B9-BB97C53E9E79}" destId="{3D3B13C4-EA2F-4A7F-BFA9-5281165DE565}" srcOrd="1" destOrd="0" presId="urn:microsoft.com/office/officeart/2005/8/layout/list1"/>
    <dgm:cxn modelId="{9EBDAAC9-2D23-4648-98F0-BB69DF40B721}" srcId="{CE142E83-C86A-4E64-9179-8A5D12605D6A}" destId="{4BF0CD09-E286-4CD6-AC57-F82198200CE4}" srcOrd="1" destOrd="0" parTransId="{5EEBB9E8-F648-445B-BC03-E429DC4BF379}" sibTransId="{D746DDB8-4880-45DB-A933-EFB79D21C231}"/>
    <dgm:cxn modelId="{7D7188E0-7B43-4062-99E4-FD872DB1B185}" type="presOf" srcId="{601E5E3F-D010-4F0D-BE1D-A189C6138511}" destId="{CD15FC2B-5D09-497A-B81B-BBB500F35B3D}" srcOrd="0" destOrd="0" presId="urn:microsoft.com/office/officeart/2005/8/layout/list1"/>
    <dgm:cxn modelId="{1C571EFD-0A20-42AD-AD74-E97DA4BB7D11}" type="presOf" srcId="{DDCEF16A-910A-42A9-A2BA-4F1EA819AB45}" destId="{18DBAC55-02D3-4349-A366-C843FA3CEDED}" srcOrd="0" destOrd="0" presId="urn:microsoft.com/office/officeart/2005/8/layout/list1"/>
    <dgm:cxn modelId="{05E84AE9-C291-4533-A585-B0809EFF9441}" type="presParOf" srcId="{CD15FC2B-5D09-497A-B81B-BBB500F35B3D}" destId="{3DAA6F6A-C395-4F4E-AC72-D753BEAE09C6}" srcOrd="0" destOrd="0" presId="urn:microsoft.com/office/officeart/2005/8/layout/list1"/>
    <dgm:cxn modelId="{ABD07E9E-7C75-47AB-8D87-12EC4A890EB6}" type="presParOf" srcId="{3DAA6F6A-C395-4F4E-AC72-D753BEAE09C6}" destId="{40EC255A-51FF-4435-A43D-6388612FBB30}" srcOrd="0" destOrd="0" presId="urn:microsoft.com/office/officeart/2005/8/layout/list1"/>
    <dgm:cxn modelId="{7DDC01E4-25FA-46EF-89DB-352094319684}" type="presParOf" srcId="{3DAA6F6A-C395-4F4E-AC72-D753BEAE09C6}" destId="{00E67047-93A0-411F-A1DC-18C213BDC8EA}" srcOrd="1" destOrd="0" presId="urn:microsoft.com/office/officeart/2005/8/layout/list1"/>
    <dgm:cxn modelId="{A0BD058E-91D4-4369-9956-FFF60ACEE977}" type="presParOf" srcId="{CD15FC2B-5D09-497A-B81B-BBB500F35B3D}" destId="{DB82DFB0-17FC-4F4B-A8C4-C29EAF57781A}" srcOrd="1" destOrd="0" presId="urn:microsoft.com/office/officeart/2005/8/layout/list1"/>
    <dgm:cxn modelId="{EB06AE81-FE3B-4C4E-87CB-DBF4AA61CAA8}" type="presParOf" srcId="{CD15FC2B-5D09-497A-B81B-BBB500F35B3D}" destId="{D7D7510E-7300-49DA-9E4A-FDFECFE5BF2D}" srcOrd="2" destOrd="0" presId="urn:microsoft.com/office/officeart/2005/8/layout/list1"/>
    <dgm:cxn modelId="{D00FEAC9-A448-45AA-A4F8-3C63A80AFBF2}" type="presParOf" srcId="{CD15FC2B-5D09-497A-B81B-BBB500F35B3D}" destId="{2B460658-CBDD-46C2-B4C6-CD8A86DCF71B}" srcOrd="3" destOrd="0" presId="urn:microsoft.com/office/officeart/2005/8/layout/list1"/>
    <dgm:cxn modelId="{29FC2CBE-FE2A-4EDB-9086-7B421A7417CF}" type="presParOf" srcId="{CD15FC2B-5D09-497A-B81B-BBB500F35B3D}" destId="{B1829520-D046-4B55-9CBD-09F9D4E4D1E4}" srcOrd="4" destOrd="0" presId="urn:microsoft.com/office/officeart/2005/8/layout/list1"/>
    <dgm:cxn modelId="{AC1A2B81-C2B9-4C4E-9C43-4391EF7DADE7}" type="presParOf" srcId="{B1829520-D046-4B55-9CBD-09F9D4E4D1E4}" destId="{BDB40584-C51E-4B3C-B5F5-40D153E1DE79}" srcOrd="0" destOrd="0" presId="urn:microsoft.com/office/officeart/2005/8/layout/list1"/>
    <dgm:cxn modelId="{566E539F-BED1-4893-AF9A-2C3F5336130B}" type="presParOf" srcId="{B1829520-D046-4B55-9CBD-09F9D4E4D1E4}" destId="{3D3B13C4-EA2F-4A7F-BFA9-5281165DE565}" srcOrd="1" destOrd="0" presId="urn:microsoft.com/office/officeart/2005/8/layout/list1"/>
    <dgm:cxn modelId="{AD2909A8-29E2-44FF-BE60-05E93124BD02}" type="presParOf" srcId="{CD15FC2B-5D09-497A-B81B-BBB500F35B3D}" destId="{694AA0B1-C874-4BDB-A9B1-10488ADD6996}" srcOrd="5" destOrd="0" presId="urn:microsoft.com/office/officeart/2005/8/layout/list1"/>
    <dgm:cxn modelId="{197BD1CB-9C76-4107-A19A-1AEE70BA0776}" type="presParOf" srcId="{CD15FC2B-5D09-497A-B81B-BBB500F35B3D}" destId="{1E9B4234-5F28-4A63-85A0-7566B9B0D1FE}" srcOrd="6" destOrd="0" presId="urn:microsoft.com/office/officeart/2005/8/layout/list1"/>
    <dgm:cxn modelId="{DAF135C7-80DC-4501-A62D-0E33A87850CB}" type="presParOf" srcId="{CD15FC2B-5D09-497A-B81B-BBB500F35B3D}" destId="{0233131D-3ECF-47EA-9282-399C075D446E}" srcOrd="7" destOrd="0" presId="urn:microsoft.com/office/officeart/2005/8/layout/list1"/>
    <dgm:cxn modelId="{33762B54-EAC1-4649-8276-C4D4ADE19468}" type="presParOf" srcId="{CD15FC2B-5D09-497A-B81B-BBB500F35B3D}" destId="{1872A380-3ED4-4A6A-B764-E428629AB254}" srcOrd="8" destOrd="0" presId="urn:microsoft.com/office/officeart/2005/8/layout/list1"/>
    <dgm:cxn modelId="{EE833DC4-41AF-4DAF-AE72-1FBC25E379AE}" type="presParOf" srcId="{1872A380-3ED4-4A6A-B764-E428629AB254}" destId="{3E09AC69-F573-40F0-9881-591EB395A24D}" srcOrd="0" destOrd="0" presId="urn:microsoft.com/office/officeart/2005/8/layout/list1"/>
    <dgm:cxn modelId="{87FCAE0F-B245-453D-A64B-BDB615CC3C18}" type="presParOf" srcId="{1872A380-3ED4-4A6A-B764-E428629AB254}" destId="{A9EE9225-0DD9-4822-A64C-64201C54F2BD}" srcOrd="1" destOrd="0" presId="urn:microsoft.com/office/officeart/2005/8/layout/list1"/>
    <dgm:cxn modelId="{ABF9CDAD-AE7F-43DD-8481-5E8359FB88FB}" type="presParOf" srcId="{CD15FC2B-5D09-497A-B81B-BBB500F35B3D}" destId="{B23F2F23-1494-4F54-95FD-90316071BC6B}" srcOrd="9" destOrd="0" presId="urn:microsoft.com/office/officeart/2005/8/layout/list1"/>
    <dgm:cxn modelId="{E49A7DC5-2844-49D9-8ACE-94472C900D58}" type="presParOf" srcId="{CD15FC2B-5D09-497A-B81B-BBB500F35B3D}" destId="{18DBAC55-02D3-4349-A366-C843FA3CEDED}"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7073FD7-6F83-4512-8792-67BF60DED0FB}"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7C38FD4E-3DBD-4C95-90B9-835235FA7D89}">
      <dgm:prSet/>
      <dgm:spPr/>
      <dgm:t>
        <a:bodyPr/>
        <a:lstStyle/>
        <a:p>
          <a:r>
            <a:rPr lang="en-US"/>
            <a:t>Jira Automation - automate repetitive tasks like notifying your quality and testing teams.</a:t>
          </a:r>
        </a:p>
      </dgm:t>
    </dgm:pt>
    <dgm:pt modelId="{B1D4D8A5-E4CE-44C4-B9D6-B570305578EA}" type="parTrans" cxnId="{6531C368-59B3-4240-A29C-A962B675B2EF}">
      <dgm:prSet/>
      <dgm:spPr/>
      <dgm:t>
        <a:bodyPr/>
        <a:lstStyle/>
        <a:p>
          <a:endParaRPr lang="en-US"/>
        </a:p>
      </dgm:t>
    </dgm:pt>
    <dgm:pt modelId="{A6C77DCA-CCBD-462D-80E4-E1577268A6A6}" type="sibTrans" cxnId="{6531C368-59B3-4240-A29C-A962B675B2EF}">
      <dgm:prSet/>
      <dgm:spPr/>
      <dgm:t>
        <a:bodyPr/>
        <a:lstStyle/>
        <a:p>
          <a:endParaRPr lang="en-US"/>
        </a:p>
      </dgm:t>
    </dgm:pt>
    <dgm:pt modelId="{265E4C83-5EDE-49E8-BF51-2AE36D0B7490}">
      <dgm:prSet/>
      <dgm:spPr/>
      <dgm:t>
        <a:bodyPr/>
        <a:lstStyle/>
        <a:p>
          <a:r>
            <a:rPr lang="en-US"/>
            <a:t>Tempo.io - overview of your projects, allowing for more efficient resource allocation.</a:t>
          </a:r>
        </a:p>
      </dgm:t>
    </dgm:pt>
    <dgm:pt modelId="{8120F898-1FB9-4B93-BDA1-07FFE6E17169}" type="parTrans" cxnId="{24A0ECE2-7CC6-4BB4-AA25-8E98262832BD}">
      <dgm:prSet/>
      <dgm:spPr/>
      <dgm:t>
        <a:bodyPr/>
        <a:lstStyle/>
        <a:p>
          <a:endParaRPr lang="en-US"/>
        </a:p>
      </dgm:t>
    </dgm:pt>
    <dgm:pt modelId="{3F3E0E5D-72E5-42D5-A7C1-279C1D0424C3}" type="sibTrans" cxnId="{24A0ECE2-7CC6-4BB4-AA25-8E98262832BD}">
      <dgm:prSet/>
      <dgm:spPr/>
      <dgm:t>
        <a:bodyPr/>
        <a:lstStyle/>
        <a:p>
          <a:endParaRPr lang="en-US"/>
        </a:p>
      </dgm:t>
    </dgm:pt>
    <dgm:pt modelId="{DBF6BFF3-7BCA-45BC-BB8B-D27CFA09FF05}">
      <dgm:prSet/>
      <dgm:spPr/>
      <dgm:t>
        <a:bodyPr/>
        <a:lstStyle/>
        <a:p>
          <a:r>
            <a:rPr lang="en-US"/>
            <a:t>Machine Learning Models – analysis of historical project data as well as real-time IoT analysis (predictive analytics).</a:t>
          </a:r>
        </a:p>
      </dgm:t>
    </dgm:pt>
    <dgm:pt modelId="{C9B86FA1-77EB-43F0-A677-C0EAD695FDB9}" type="parTrans" cxnId="{BB8E3DD2-4949-4357-A329-67AD91C8C347}">
      <dgm:prSet/>
      <dgm:spPr/>
      <dgm:t>
        <a:bodyPr/>
        <a:lstStyle/>
        <a:p>
          <a:endParaRPr lang="en-US"/>
        </a:p>
      </dgm:t>
    </dgm:pt>
    <dgm:pt modelId="{0ACF92E6-C5C5-4D4B-886B-CE9F7FACC86E}" type="sibTrans" cxnId="{BB8E3DD2-4949-4357-A329-67AD91C8C347}">
      <dgm:prSet/>
      <dgm:spPr/>
      <dgm:t>
        <a:bodyPr/>
        <a:lstStyle/>
        <a:p>
          <a:endParaRPr lang="en-US"/>
        </a:p>
      </dgm:t>
    </dgm:pt>
    <dgm:pt modelId="{2ADA832E-F979-45BE-AF1A-F14DD8DADD4C}" type="pres">
      <dgm:prSet presAssocID="{57073FD7-6F83-4512-8792-67BF60DED0FB}" presName="linear" presStyleCnt="0">
        <dgm:presLayoutVars>
          <dgm:animLvl val="lvl"/>
          <dgm:resizeHandles val="exact"/>
        </dgm:presLayoutVars>
      </dgm:prSet>
      <dgm:spPr/>
    </dgm:pt>
    <dgm:pt modelId="{9B829BCB-DB99-4F80-8C2C-AC73C43213C1}" type="pres">
      <dgm:prSet presAssocID="{7C38FD4E-3DBD-4C95-90B9-835235FA7D89}" presName="parentText" presStyleLbl="node1" presStyleIdx="0" presStyleCnt="3">
        <dgm:presLayoutVars>
          <dgm:chMax val="0"/>
          <dgm:bulletEnabled val="1"/>
        </dgm:presLayoutVars>
      </dgm:prSet>
      <dgm:spPr/>
    </dgm:pt>
    <dgm:pt modelId="{155E59F2-83FA-406B-8082-001C3E226AE4}" type="pres">
      <dgm:prSet presAssocID="{A6C77DCA-CCBD-462D-80E4-E1577268A6A6}" presName="spacer" presStyleCnt="0"/>
      <dgm:spPr/>
    </dgm:pt>
    <dgm:pt modelId="{E43E033A-31F0-4680-8DC5-A52B87882C81}" type="pres">
      <dgm:prSet presAssocID="{265E4C83-5EDE-49E8-BF51-2AE36D0B7490}" presName="parentText" presStyleLbl="node1" presStyleIdx="1" presStyleCnt="3">
        <dgm:presLayoutVars>
          <dgm:chMax val="0"/>
          <dgm:bulletEnabled val="1"/>
        </dgm:presLayoutVars>
      </dgm:prSet>
      <dgm:spPr/>
    </dgm:pt>
    <dgm:pt modelId="{98BE273B-074C-4E21-9BF6-9047CB3E46EA}" type="pres">
      <dgm:prSet presAssocID="{3F3E0E5D-72E5-42D5-A7C1-279C1D0424C3}" presName="spacer" presStyleCnt="0"/>
      <dgm:spPr/>
    </dgm:pt>
    <dgm:pt modelId="{41DFC3D2-3DBF-44A0-9B3C-2200FEB85D66}" type="pres">
      <dgm:prSet presAssocID="{DBF6BFF3-7BCA-45BC-BB8B-D27CFA09FF05}" presName="parentText" presStyleLbl="node1" presStyleIdx="2" presStyleCnt="3">
        <dgm:presLayoutVars>
          <dgm:chMax val="0"/>
          <dgm:bulletEnabled val="1"/>
        </dgm:presLayoutVars>
      </dgm:prSet>
      <dgm:spPr/>
    </dgm:pt>
  </dgm:ptLst>
  <dgm:cxnLst>
    <dgm:cxn modelId="{D3F0141C-777B-4AE6-9F51-7D7B3ECFB653}" type="presOf" srcId="{57073FD7-6F83-4512-8792-67BF60DED0FB}" destId="{2ADA832E-F979-45BE-AF1A-F14DD8DADD4C}" srcOrd="0" destOrd="0" presId="urn:microsoft.com/office/officeart/2005/8/layout/vList2"/>
    <dgm:cxn modelId="{6531C368-59B3-4240-A29C-A962B675B2EF}" srcId="{57073FD7-6F83-4512-8792-67BF60DED0FB}" destId="{7C38FD4E-3DBD-4C95-90B9-835235FA7D89}" srcOrd="0" destOrd="0" parTransId="{B1D4D8A5-E4CE-44C4-B9D6-B570305578EA}" sibTransId="{A6C77DCA-CCBD-462D-80E4-E1577268A6A6}"/>
    <dgm:cxn modelId="{DAFB00B3-69FC-493D-91DC-B9AAF8630E77}" type="presOf" srcId="{7C38FD4E-3DBD-4C95-90B9-835235FA7D89}" destId="{9B829BCB-DB99-4F80-8C2C-AC73C43213C1}" srcOrd="0" destOrd="0" presId="urn:microsoft.com/office/officeart/2005/8/layout/vList2"/>
    <dgm:cxn modelId="{72BFF8D0-270F-4ABC-B190-C1D1FF2466D1}" type="presOf" srcId="{265E4C83-5EDE-49E8-BF51-2AE36D0B7490}" destId="{E43E033A-31F0-4680-8DC5-A52B87882C81}" srcOrd="0" destOrd="0" presId="urn:microsoft.com/office/officeart/2005/8/layout/vList2"/>
    <dgm:cxn modelId="{BB8E3DD2-4949-4357-A329-67AD91C8C347}" srcId="{57073FD7-6F83-4512-8792-67BF60DED0FB}" destId="{DBF6BFF3-7BCA-45BC-BB8B-D27CFA09FF05}" srcOrd="2" destOrd="0" parTransId="{C9B86FA1-77EB-43F0-A677-C0EAD695FDB9}" sibTransId="{0ACF92E6-C5C5-4D4B-886B-CE9F7FACC86E}"/>
    <dgm:cxn modelId="{24A0ECE2-7CC6-4BB4-AA25-8E98262832BD}" srcId="{57073FD7-6F83-4512-8792-67BF60DED0FB}" destId="{265E4C83-5EDE-49E8-BF51-2AE36D0B7490}" srcOrd="1" destOrd="0" parTransId="{8120F898-1FB9-4B93-BDA1-07FFE6E17169}" sibTransId="{3F3E0E5D-72E5-42D5-A7C1-279C1D0424C3}"/>
    <dgm:cxn modelId="{EC2D41E7-14EC-49C0-828F-73BBC7C958F5}" type="presOf" srcId="{DBF6BFF3-7BCA-45BC-BB8B-D27CFA09FF05}" destId="{41DFC3D2-3DBF-44A0-9B3C-2200FEB85D66}" srcOrd="0" destOrd="0" presId="urn:microsoft.com/office/officeart/2005/8/layout/vList2"/>
    <dgm:cxn modelId="{D827A693-E848-4AF6-94F3-96C2636B5D4D}" type="presParOf" srcId="{2ADA832E-F979-45BE-AF1A-F14DD8DADD4C}" destId="{9B829BCB-DB99-4F80-8C2C-AC73C43213C1}" srcOrd="0" destOrd="0" presId="urn:microsoft.com/office/officeart/2005/8/layout/vList2"/>
    <dgm:cxn modelId="{D7E952FC-025B-4507-AE88-959AA8CE34B0}" type="presParOf" srcId="{2ADA832E-F979-45BE-AF1A-F14DD8DADD4C}" destId="{155E59F2-83FA-406B-8082-001C3E226AE4}" srcOrd="1" destOrd="0" presId="urn:microsoft.com/office/officeart/2005/8/layout/vList2"/>
    <dgm:cxn modelId="{EEC17BE7-C6A3-41B7-A4DC-79B31AA55614}" type="presParOf" srcId="{2ADA832E-F979-45BE-AF1A-F14DD8DADD4C}" destId="{E43E033A-31F0-4680-8DC5-A52B87882C81}" srcOrd="2" destOrd="0" presId="urn:microsoft.com/office/officeart/2005/8/layout/vList2"/>
    <dgm:cxn modelId="{8A2A8D20-DFCC-4CD8-961F-97A2EF2659D0}" type="presParOf" srcId="{2ADA832E-F979-45BE-AF1A-F14DD8DADD4C}" destId="{98BE273B-074C-4E21-9BF6-9047CB3E46EA}" srcOrd="3" destOrd="0" presId="urn:microsoft.com/office/officeart/2005/8/layout/vList2"/>
    <dgm:cxn modelId="{2524A480-B3FC-482A-83FD-F48D0028948E}" type="presParOf" srcId="{2ADA832E-F979-45BE-AF1A-F14DD8DADD4C}" destId="{41DFC3D2-3DBF-44A0-9B3C-2200FEB85D66}"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AD30657-8F04-4E94-BF1E-CB56D194AD04}"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24BB9044-7456-4B34-86D5-BEE6C36D6E0B}">
      <dgm:prSet/>
      <dgm:spPr/>
      <dgm:t>
        <a:bodyPr/>
        <a:lstStyle/>
        <a:p>
          <a:r>
            <a:rPr lang="en-US"/>
            <a:t>Goals shift from milestones to 2–4 week goal targets.</a:t>
          </a:r>
        </a:p>
      </dgm:t>
    </dgm:pt>
    <dgm:pt modelId="{D9BC2C3F-5D08-4880-B3F5-AEA21F1A3E68}" type="parTrans" cxnId="{722796E0-42ED-4A55-93EF-8EA3B865A000}">
      <dgm:prSet/>
      <dgm:spPr/>
      <dgm:t>
        <a:bodyPr/>
        <a:lstStyle/>
        <a:p>
          <a:endParaRPr lang="en-US"/>
        </a:p>
      </dgm:t>
    </dgm:pt>
    <dgm:pt modelId="{B9E3F05B-F5FF-43EA-BD0D-440D5091207D}" type="sibTrans" cxnId="{722796E0-42ED-4A55-93EF-8EA3B865A000}">
      <dgm:prSet/>
      <dgm:spPr/>
      <dgm:t>
        <a:bodyPr/>
        <a:lstStyle/>
        <a:p>
          <a:endParaRPr lang="en-US"/>
        </a:p>
      </dgm:t>
    </dgm:pt>
    <dgm:pt modelId="{36F06B97-3F87-47EA-B53B-210E2C4612AA}">
      <dgm:prSet/>
      <dgm:spPr/>
      <dgm:t>
        <a:bodyPr/>
        <a:lstStyle/>
        <a:p>
          <a:r>
            <a:rPr lang="en-US"/>
            <a:t>Elimination of work silos and communication barriers as sprints force communication between stakeholders.</a:t>
          </a:r>
        </a:p>
      </dgm:t>
    </dgm:pt>
    <dgm:pt modelId="{0E3526E1-EC1A-4BFC-AB95-B1BA0E724376}" type="parTrans" cxnId="{1F209818-9BBD-40D8-9F5A-B71A576CF2CE}">
      <dgm:prSet/>
      <dgm:spPr/>
      <dgm:t>
        <a:bodyPr/>
        <a:lstStyle/>
        <a:p>
          <a:endParaRPr lang="en-US"/>
        </a:p>
      </dgm:t>
    </dgm:pt>
    <dgm:pt modelId="{CA42B58E-A1A9-4B4B-9B28-4A1D740CAFDB}" type="sibTrans" cxnId="{1F209818-9BBD-40D8-9F5A-B71A576CF2CE}">
      <dgm:prSet/>
      <dgm:spPr/>
      <dgm:t>
        <a:bodyPr/>
        <a:lstStyle/>
        <a:p>
          <a:endParaRPr lang="en-US"/>
        </a:p>
      </dgm:t>
    </dgm:pt>
    <dgm:pt modelId="{21736D15-843C-461A-A95D-3842E52D8323}">
      <dgm:prSet/>
      <dgm:spPr/>
      <dgm:t>
        <a:bodyPr/>
        <a:lstStyle/>
        <a:p>
          <a:r>
            <a:rPr lang="en-US"/>
            <a:t>Shortening overall project timelines.</a:t>
          </a:r>
        </a:p>
      </dgm:t>
    </dgm:pt>
    <dgm:pt modelId="{FE4F3D07-4E09-4CAA-AB44-21AD1D44D136}" type="parTrans" cxnId="{69CD9B82-1DB5-486C-BBC6-B1A1CF8E0F23}">
      <dgm:prSet/>
      <dgm:spPr/>
      <dgm:t>
        <a:bodyPr/>
        <a:lstStyle/>
        <a:p>
          <a:endParaRPr lang="en-US"/>
        </a:p>
      </dgm:t>
    </dgm:pt>
    <dgm:pt modelId="{79D2C186-50C6-4EB6-AA82-C19C3BB33B99}" type="sibTrans" cxnId="{69CD9B82-1DB5-486C-BBC6-B1A1CF8E0F23}">
      <dgm:prSet/>
      <dgm:spPr/>
      <dgm:t>
        <a:bodyPr/>
        <a:lstStyle/>
        <a:p>
          <a:endParaRPr lang="en-US"/>
        </a:p>
      </dgm:t>
    </dgm:pt>
    <dgm:pt modelId="{6DFB8650-B68F-40FA-A238-2086E9CB9D1C}">
      <dgm:prSet/>
      <dgm:spPr/>
      <dgm:t>
        <a:bodyPr/>
        <a:lstStyle/>
        <a:p>
          <a:r>
            <a:rPr lang="en-US"/>
            <a:t>Higher potential for scope creep with iterative cycles.</a:t>
          </a:r>
        </a:p>
      </dgm:t>
    </dgm:pt>
    <dgm:pt modelId="{F93920C0-BA0D-4EF9-8B00-56140EF4CE6E}" type="parTrans" cxnId="{F8CF12C7-E48C-48F1-A0AD-982A2B7C8FDD}">
      <dgm:prSet/>
      <dgm:spPr/>
      <dgm:t>
        <a:bodyPr/>
        <a:lstStyle/>
        <a:p>
          <a:endParaRPr lang="en-US"/>
        </a:p>
      </dgm:t>
    </dgm:pt>
    <dgm:pt modelId="{FE98BE37-7BAB-47DE-84A8-6FB6FD2523BE}" type="sibTrans" cxnId="{F8CF12C7-E48C-48F1-A0AD-982A2B7C8FDD}">
      <dgm:prSet/>
      <dgm:spPr/>
      <dgm:t>
        <a:bodyPr/>
        <a:lstStyle/>
        <a:p>
          <a:endParaRPr lang="en-US"/>
        </a:p>
      </dgm:t>
    </dgm:pt>
    <dgm:pt modelId="{ED4106EB-F20F-4F29-B7B5-B6590DDBE252}">
      <dgm:prSet/>
      <dgm:spPr/>
      <dgm:t>
        <a:bodyPr/>
        <a:lstStyle/>
        <a:p>
          <a:r>
            <a:rPr lang="en-US"/>
            <a:t>Potential for resistance to buy in of new methodologies. </a:t>
          </a:r>
        </a:p>
      </dgm:t>
    </dgm:pt>
    <dgm:pt modelId="{98BDDE68-ACB5-470C-9066-4CCD5ED4E9A7}" type="parTrans" cxnId="{ED30472B-2D65-4D48-AC62-0A7E958BCB96}">
      <dgm:prSet/>
      <dgm:spPr/>
      <dgm:t>
        <a:bodyPr/>
        <a:lstStyle/>
        <a:p>
          <a:endParaRPr lang="en-US"/>
        </a:p>
      </dgm:t>
    </dgm:pt>
    <dgm:pt modelId="{7665B8D9-9AF1-4306-ADAE-8B621C041073}" type="sibTrans" cxnId="{ED30472B-2D65-4D48-AC62-0A7E958BCB96}">
      <dgm:prSet/>
      <dgm:spPr/>
      <dgm:t>
        <a:bodyPr/>
        <a:lstStyle/>
        <a:p>
          <a:endParaRPr lang="en-US"/>
        </a:p>
      </dgm:t>
    </dgm:pt>
    <dgm:pt modelId="{F5A91AAE-5166-4B22-8C6D-931913D4BC26}" type="pres">
      <dgm:prSet presAssocID="{5AD30657-8F04-4E94-BF1E-CB56D194AD04}" presName="linear" presStyleCnt="0">
        <dgm:presLayoutVars>
          <dgm:animLvl val="lvl"/>
          <dgm:resizeHandles val="exact"/>
        </dgm:presLayoutVars>
      </dgm:prSet>
      <dgm:spPr/>
    </dgm:pt>
    <dgm:pt modelId="{A73052DB-0997-4A6F-A592-D349E3645918}" type="pres">
      <dgm:prSet presAssocID="{24BB9044-7456-4B34-86D5-BEE6C36D6E0B}" presName="parentText" presStyleLbl="node1" presStyleIdx="0" presStyleCnt="5">
        <dgm:presLayoutVars>
          <dgm:chMax val="0"/>
          <dgm:bulletEnabled val="1"/>
        </dgm:presLayoutVars>
      </dgm:prSet>
      <dgm:spPr/>
    </dgm:pt>
    <dgm:pt modelId="{A6756BE3-3D47-4310-BB9D-D7DF0C8D0037}" type="pres">
      <dgm:prSet presAssocID="{B9E3F05B-F5FF-43EA-BD0D-440D5091207D}" presName="spacer" presStyleCnt="0"/>
      <dgm:spPr/>
    </dgm:pt>
    <dgm:pt modelId="{2B6C2498-F54B-4F84-834E-C4512A05FA78}" type="pres">
      <dgm:prSet presAssocID="{36F06B97-3F87-47EA-B53B-210E2C4612AA}" presName="parentText" presStyleLbl="node1" presStyleIdx="1" presStyleCnt="5">
        <dgm:presLayoutVars>
          <dgm:chMax val="0"/>
          <dgm:bulletEnabled val="1"/>
        </dgm:presLayoutVars>
      </dgm:prSet>
      <dgm:spPr/>
    </dgm:pt>
    <dgm:pt modelId="{262D6F22-8568-4515-891A-CFBEBF683AF7}" type="pres">
      <dgm:prSet presAssocID="{CA42B58E-A1A9-4B4B-9B28-4A1D740CAFDB}" presName="spacer" presStyleCnt="0"/>
      <dgm:spPr/>
    </dgm:pt>
    <dgm:pt modelId="{A6DFE239-69BF-4F1D-A8BB-38D9615725CC}" type="pres">
      <dgm:prSet presAssocID="{21736D15-843C-461A-A95D-3842E52D8323}" presName="parentText" presStyleLbl="node1" presStyleIdx="2" presStyleCnt="5">
        <dgm:presLayoutVars>
          <dgm:chMax val="0"/>
          <dgm:bulletEnabled val="1"/>
        </dgm:presLayoutVars>
      </dgm:prSet>
      <dgm:spPr/>
    </dgm:pt>
    <dgm:pt modelId="{AABA6A5B-926C-4BFC-AABE-800C911B71EC}" type="pres">
      <dgm:prSet presAssocID="{79D2C186-50C6-4EB6-AA82-C19C3BB33B99}" presName="spacer" presStyleCnt="0"/>
      <dgm:spPr/>
    </dgm:pt>
    <dgm:pt modelId="{6EC05781-8B19-4026-9BAA-C9976F0342FE}" type="pres">
      <dgm:prSet presAssocID="{6DFB8650-B68F-40FA-A238-2086E9CB9D1C}" presName="parentText" presStyleLbl="node1" presStyleIdx="3" presStyleCnt="5">
        <dgm:presLayoutVars>
          <dgm:chMax val="0"/>
          <dgm:bulletEnabled val="1"/>
        </dgm:presLayoutVars>
      </dgm:prSet>
      <dgm:spPr/>
    </dgm:pt>
    <dgm:pt modelId="{63A97008-BFD4-47AA-A8D0-94AE7D21163D}" type="pres">
      <dgm:prSet presAssocID="{FE98BE37-7BAB-47DE-84A8-6FB6FD2523BE}" presName="spacer" presStyleCnt="0"/>
      <dgm:spPr/>
    </dgm:pt>
    <dgm:pt modelId="{50206B8E-7B1E-4EE2-9477-2A318F4143CB}" type="pres">
      <dgm:prSet presAssocID="{ED4106EB-F20F-4F29-B7B5-B6590DDBE252}" presName="parentText" presStyleLbl="node1" presStyleIdx="4" presStyleCnt="5">
        <dgm:presLayoutVars>
          <dgm:chMax val="0"/>
          <dgm:bulletEnabled val="1"/>
        </dgm:presLayoutVars>
      </dgm:prSet>
      <dgm:spPr/>
    </dgm:pt>
  </dgm:ptLst>
  <dgm:cxnLst>
    <dgm:cxn modelId="{05275E17-12EE-4DE3-91BA-19F469005B1C}" type="presOf" srcId="{5AD30657-8F04-4E94-BF1E-CB56D194AD04}" destId="{F5A91AAE-5166-4B22-8C6D-931913D4BC26}" srcOrd="0" destOrd="0" presId="urn:microsoft.com/office/officeart/2005/8/layout/vList2"/>
    <dgm:cxn modelId="{1F209818-9BBD-40D8-9F5A-B71A576CF2CE}" srcId="{5AD30657-8F04-4E94-BF1E-CB56D194AD04}" destId="{36F06B97-3F87-47EA-B53B-210E2C4612AA}" srcOrd="1" destOrd="0" parTransId="{0E3526E1-EC1A-4BFC-AB95-B1BA0E724376}" sibTransId="{CA42B58E-A1A9-4B4B-9B28-4A1D740CAFDB}"/>
    <dgm:cxn modelId="{ED30472B-2D65-4D48-AC62-0A7E958BCB96}" srcId="{5AD30657-8F04-4E94-BF1E-CB56D194AD04}" destId="{ED4106EB-F20F-4F29-B7B5-B6590DDBE252}" srcOrd="4" destOrd="0" parTransId="{98BDDE68-ACB5-470C-9066-4CCD5ED4E9A7}" sibTransId="{7665B8D9-9AF1-4306-ADAE-8B621C041073}"/>
    <dgm:cxn modelId="{69CD9B82-1DB5-486C-BBC6-B1A1CF8E0F23}" srcId="{5AD30657-8F04-4E94-BF1E-CB56D194AD04}" destId="{21736D15-843C-461A-A95D-3842E52D8323}" srcOrd="2" destOrd="0" parTransId="{FE4F3D07-4E09-4CAA-AB44-21AD1D44D136}" sibTransId="{79D2C186-50C6-4EB6-AA82-C19C3BB33B99}"/>
    <dgm:cxn modelId="{544DB193-89E2-4566-92C8-4EF29C12638F}" type="presOf" srcId="{ED4106EB-F20F-4F29-B7B5-B6590DDBE252}" destId="{50206B8E-7B1E-4EE2-9477-2A318F4143CB}" srcOrd="0" destOrd="0" presId="urn:microsoft.com/office/officeart/2005/8/layout/vList2"/>
    <dgm:cxn modelId="{07B4AF9B-366E-4EB2-881E-B9EE618AE55F}" type="presOf" srcId="{6DFB8650-B68F-40FA-A238-2086E9CB9D1C}" destId="{6EC05781-8B19-4026-9BAA-C9976F0342FE}" srcOrd="0" destOrd="0" presId="urn:microsoft.com/office/officeart/2005/8/layout/vList2"/>
    <dgm:cxn modelId="{A92633C5-513D-42B0-8601-CBC838B8500C}" type="presOf" srcId="{36F06B97-3F87-47EA-B53B-210E2C4612AA}" destId="{2B6C2498-F54B-4F84-834E-C4512A05FA78}" srcOrd="0" destOrd="0" presId="urn:microsoft.com/office/officeart/2005/8/layout/vList2"/>
    <dgm:cxn modelId="{F8CF12C7-E48C-48F1-A0AD-982A2B7C8FDD}" srcId="{5AD30657-8F04-4E94-BF1E-CB56D194AD04}" destId="{6DFB8650-B68F-40FA-A238-2086E9CB9D1C}" srcOrd="3" destOrd="0" parTransId="{F93920C0-BA0D-4EF9-8B00-56140EF4CE6E}" sibTransId="{FE98BE37-7BAB-47DE-84A8-6FB6FD2523BE}"/>
    <dgm:cxn modelId="{066650CB-D987-4939-BD2A-35795519B0F3}" type="presOf" srcId="{21736D15-843C-461A-A95D-3842E52D8323}" destId="{A6DFE239-69BF-4F1D-A8BB-38D9615725CC}" srcOrd="0" destOrd="0" presId="urn:microsoft.com/office/officeart/2005/8/layout/vList2"/>
    <dgm:cxn modelId="{722796E0-42ED-4A55-93EF-8EA3B865A000}" srcId="{5AD30657-8F04-4E94-BF1E-CB56D194AD04}" destId="{24BB9044-7456-4B34-86D5-BEE6C36D6E0B}" srcOrd="0" destOrd="0" parTransId="{D9BC2C3F-5D08-4880-B3F5-AEA21F1A3E68}" sibTransId="{B9E3F05B-F5FF-43EA-BD0D-440D5091207D}"/>
    <dgm:cxn modelId="{A9AD70FC-8FE5-4790-BBBB-B57E1FD47E4F}" type="presOf" srcId="{24BB9044-7456-4B34-86D5-BEE6C36D6E0B}" destId="{A73052DB-0997-4A6F-A592-D349E3645918}" srcOrd="0" destOrd="0" presId="urn:microsoft.com/office/officeart/2005/8/layout/vList2"/>
    <dgm:cxn modelId="{EBCBA87E-A97C-4725-AFBE-8E8714F64A4B}" type="presParOf" srcId="{F5A91AAE-5166-4B22-8C6D-931913D4BC26}" destId="{A73052DB-0997-4A6F-A592-D349E3645918}" srcOrd="0" destOrd="0" presId="urn:microsoft.com/office/officeart/2005/8/layout/vList2"/>
    <dgm:cxn modelId="{E72501F5-A299-4A7F-985A-104737A4FD44}" type="presParOf" srcId="{F5A91AAE-5166-4B22-8C6D-931913D4BC26}" destId="{A6756BE3-3D47-4310-BB9D-D7DF0C8D0037}" srcOrd="1" destOrd="0" presId="urn:microsoft.com/office/officeart/2005/8/layout/vList2"/>
    <dgm:cxn modelId="{389A9802-D0B1-499B-8A98-D26144A476AB}" type="presParOf" srcId="{F5A91AAE-5166-4B22-8C6D-931913D4BC26}" destId="{2B6C2498-F54B-4F84-834E-C4512A05FA78}" srcOrd="2" destOrd="0" presId="urn:microsoft.com/office/officeart/2005/8/layout/vList2"/>
    <dgm:cxn modelId="{BC138D2A-AEFB-47F7-A78A-DF4E136E1C3C}" type="presParOf" srcId="{F5A91AAE-5166-4B22-8C6D-931913D4BC26}" destId="{262D6F22-8568-4515-891A-CFBEBF683AF7}" srcOrd="3" destOrd="0" presId="urn:microsoft.com/office/officeart/2005/8/layout/vList2"/>
    <dgm:cxn modelId="{8C984521-0847-45A9-AD25-31CF5309BF6D}" type="presParOf" srcId="{F5A91AAE-5166-4B22-8C6D-931913D4BC26}" destId="{A6DFE239-69BF-4F1D-A8BB-38D9615725CC}" srcOrd="4" destOrd="0" presId="urn:microsoft.com/office/officeart/2005/8/layout/vList2"/>
    <dgm:cxn modelId="{D1CC6117-AC3F-4A92-BE05-2D60BB5A31D1}" type="presParOf" srcId="{F5A91AAE-5166-4B22-8C6D-931913D4BC26}" destId="{AABA6A5B-926C-4BFC-AABE-800C911B71EC}" srcOrd="5" destOrd="0" presId="urn:microsoft.com/office/officeart/2005/8/layout/vList2"/>
    <dgm:cxn modelId="{FA424169-970E-4E71-86D0-20A239535B22}" type="presParOf" srcId="{F5A91AAE-5166-4B22-8C6D-931913D4BC26}" destId="{6EC05781-8B19-4026-9BAA-C9976F0342FE}" srcOrd="6" destOrd="0" presId="urn:microsoft.com/office/officeart/2005/8/layout/vList2"/>
    <dgm:cxn modelId="{EAF6BDB5-F596-4457-ABB6-30A3F83FA616}" type="presParOf" srcId="{F5A91AAE-5166-4B22-8C6D-931913D4BC26}" destId="{63A97008-BFD4-47AA-A8D0-94AE7D21163D}" srcOrd="7" destOrd="0" presId="urn:microsoft.com/office/officeart/2005/8/layout/vList2"/>
    <dgm:cxn modelId="{E8456912-6B49-4B22-B542-F9CE4E22A7F2}" type="presParOf" srcId="{F5A91AAE-5166-4B22-8C6D-931913D4BC26}" destId="{50206B8E-7B1E-4EE2-9477-2A318F4143CB}"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047EF76-6C5C-4D7F-9A8F-9BE4D0409BE8}" type="doc">
      <dgm:prSet loTypeId="urn:microsoft.com/office/officeart/2016/7/layout/VerticalDownArrowProcess" loCatId="process" qsTypeId="urn:microsoft.com/office/officeart/2005/8/quickstyle/simple2" qsCatId="simple" csTypeId="urn:microsoft.com/office/officeart/2005/8/colors/colorful1" csCatId="colorful"/>
      <dgm:spPr/>
      <dgm:t>
        <a:bodyPr/>
        <a:lstStyle/>
        <a:p>
          <a:endParaRPr lang="en-US"/>
        </a:p>
      </dgm:t>
    </dgm:pt>
    <dgm:pt modelId="{1FC1CEA5-1C7A-486D-AA18-2CA49CE95898}">
      <dgm:prSet/>
      <dgm:spPr/>
      <dgm:t>
        <a:bodyPr/>
        <a:lstStyle/>
        <a:p>
          <a:r>
            <a:rPr lang="en-US"/>
            <a:t>EBizTech is integrating AI into core systems.</a:t>
          </a:r>
        </a:p>
      </dgm:t>
    </dgm:pt>
    <dgm:pt modelId="{59EE3B3B-8FA2-4054-AAAA-C8F4401BE260}" type="parTrans" cxnId="{0448C373-41D5-424F-9D37-A68747B2E4FE}">
      <dgm:prSet/>
      <dgm:spPr/>
      <dgm:t>
        <a:bodyPr/>
        <a:lstStyle/>
        <a:p>
          <a:endParaRPr lang="en-US"/>
        </a:p>
      </dgm:t>
    </dgm:pt>
    <dgm:pt modelId="{29B2232F-FB26-404F-B6A8-87BC4CF9EA54}" type="sibTrans" cxnId="{0448C373-41D5-424F-9D37-A68747B2E4FE}">
      <dgm:prSet/>
      <dgm:spPr/>
      <dgm:t>
        <a:bodyPr/>
        <a:lstStyle/>
        <a:p>
          <a:endParaRPr lang="en-US"/>
        </a:p>
      </dgm:t>
    </dgm:pt>
    <dgm:pt modelId="{F47D9938-CE42-4A2D-B25A-8BCA603E6208}">
      <dgm:prSet/>
      <dgm:spPr/>
      <dgm:t>
        <a:bodyPr/>
        <a:lstStyle/>
        <a:p>
          <a:r>
            <a:rPr lang="en-US" dirty="0"/>
            <a:t>Personalized shopping recommendations.</a:t>
          </a:r>
        </a:p>
      </dgm:t>
    </dgm:pt>
    <dgm:pt modelId="{7D7A7A02-BA0F-40EB-8C62-597E9472B6B6}" type="parTrans" cxnId="{BAAADB3C-926C-4A18-81D2-668EC8C0FA5B}">
      <dgm:prSet/>
      <dgm:spPr/>
      <dgm:t>
        <a:bodyPr/>
        <a:lstStyle/>
        <a:p>
          <a:endParaRPr lang="en-US"/>
        </a:p>
      </dgm:t>
    </dgm:pt>
    <dgm:pt modelId="{F2B1FC07-6E0E-48DF-A0CA-391E3A8048B7}" type="sibTrans" cxnId="{BAAADB3C-926C-4A18-81D2-668EC8C0FA5B}">
      <dgm:prSet/>
      <dgm:spPr/>
      <dgm:t>
        <a:bodyPr/>
        <a:lstStyle/>
        <a:p>
          <a:endParaRPr lang="en-US"/>
        </a:p>
      </dgm:t>
    </dgm:pt>
    <dgm:pt modelId="{4FF77D0F-07B6-41FA-A526-FC6A456D7CBB}">
      <dgm:prSet/>
      <dgm:spPr/>
      <dgm:t>
        <a:bodyPr/>
        <a:lstStyle/>
        <a:p>
          <a:r>
            <a:rPr lang="en-US" dirty="0"/>
            <a:t>Create better search capabilities on the platform.</a:t>
          </a:r>
        </a:p>
      </dgm:t>
    </dgm:pt>
    <dgm:pt modelId="{B35C287A-4A7B-427F-9C0A-9A907A1F6FDC}" type="parTrans" cxnId="{C8D2DF00-4D3B-4905-BD0C-B3DE4812987F}">
      <dgm:prSet/>
      <dgm:spPr/>
      <dgm:t>
        <a:bodyPr/>
        <a:lstStyle/>
        <a:p>
          <a:endParaRPr lang="en-US"/>
        </a:p>
      </dgm:t>
    </dgm:pt>
    <dgm:pt modelId="{6562F0C7-919F-440E-9255-386B0DA13B7F}" type="sibTrans" cxnId="{C8D2DF00-4D3B-4905-BD0C-B3DE4812987F}">
      <dgm:prSet/>
      <dgm:spPr/>
      <dgm:t>
        <a:bodyPr/>
        <a:lstStyle/>
        <a:p>
          <a:endParaRPr lang="en-US"/>
        </a:p>
      </dgm:t>
    </dgm:pt>
    <dgm:pt modelId="{AAB7F80B-A6DA-4B97-BB81-EE00EECE8D30}">
      <dgm:prSet/>
      <dgm:spPr/>
      <dgm:t>
        <a:bodyPr/>
        <a:lstStyle/>
        <a:p>
          <a:r>
            <a:rPr lang="en-US" dirty="0"/>
            <a:t>Use predictive analytics for inventory management.</a:t>
          </a:r>
        </a:p>
      </dgm:t>
    </dgm:pt>
    <dgm:pt modelId="{EB0EDB2E-65E2-4C64-A7C7-02D61D596779}" type="parTrans" cxnId="{4DA5F901-346A-45CB-9986-8A626842B719}">
      <dgm:prSet/>
      <dgm:spPr/>
      <dgm:t>
        <a:bodyPr/>
        <a:lstStyle/>
        <a:p>
          <a:endParaRPr lang="en-US"/>
        </a:p>
      </dgm:t>
    </dgm:pt>
    <dgm:pt modelId="{54EF6389-9EAC-4DE5-A9BF-ACEB8EDD5589}" type="sibTrans" cxnId="{4DA5F901-346A-45CB-9986-8A626842B719}">
      <dgm:prSet/>
      <dgm:spPr/>
      <dgm:t>
        <a:bodyPr/>
        <a:lstStyle/>
        <a:p>
          <a:endParaRPr lang="en-US"/>
        </a:p>
      </dgm:t>
    </dgm:pt>
    <dgm:pt modelId="{48941EBA-DBD5-4F2A-9EC6-60C67D267BDD}">
      <dgm:prSet/>
      <dgm:spPr/>
      <dgm:t>
        <a:bodyPr/>
        <a:lstStyle/>
        <a:p>
          <a:r>
            <a:rPr lang="en-US" dirty="0"/>
            <a:t>Additional automations for core processes.</a:t>
          </a:r>
        </a:p>
      </dgm:t>
    </dgm:pt>
    <dgm:pt modelId="{95D1F464-606B-4501-9557-5DD33E0D1151}" type="parTrans" cxnId="{548480F6-6EB1-44E8-AF3D-A0E0CEA3D876}">
      <dgm:prSet/>
      <dgm:spPr/>
      <dgm:t>
        <a:bodyPr/>
        <a:lstStyle/>
        <a:p>
          <a:endParaRPr lang="en-US"/>
        </a:p>
      </dgm:t>
    </dgm:pt>
    <dgm:pt modelId="{D60DEE84-2219-491F-A9A8-D975525DF566}" type="sibTrans" cxnId="{548480F6-6EB1-44E8-AF3D-A0E0CEA3D876}">
      <dgm:prSet/>
      <dgm:spPr/>
      <dgm:t>
        <a:bodyPr/>
        <a:lstStyle/>
        <a:p>
          <a:endParaRPr lang="en-US"/>
        </a:p>
      </dgm:t>
    </dgm:pt>
    <dgm:pt modelId="{EDDD11DA-7E4F-4189-90D5-723F4E4C629D}">
      <dgm:prSet/>
      <dgm:spPr/>
      <dgm:t>
        <a:bodyPr/>
        <a:lstStyle/>
        <a:p>
          <a:r>
            <a:rPr lang="en-US" dirty="0"/>
            <a:t>Project is experiencing scope creep.</a:t>
          </a:r>
        </a:p>
      </dgm:t>
    </dgm:pt>
    <dgm:pt modelId="{8367E29A-A461-4A08-B755-29873A9F6D42}" type="parTrans" cxnId="{5A45F57D-3E3C-4CB8-80BF-6830FAD90C66}">
      <dgm:prSet/>
      <dgm:spPr/>
      <dgm:t>
        <a:bodyPr/>
        <a:lstStyle/>
        <a:p>
          <a:endParaRPr lang="en-US"/>
        </a:p>
      </dgm:t>
    </dgm:pt>
    <dgm:pt modelId="{D5AF978B-04DB-4938-9283-050FCF7962C8}" type="sibTrans" cxnId="{5A45F57D-3E3C-4CB8-80BF-6830FAD90C66}">
      <dgm:prSet/>
      <dgm:spPr/>
      <dgm:t>
        <a:bodyPr/>
        <a:lstStyle/>
        <a:p>
          <a:endParaRPr lang="en-US"/>
        </a:p>
      </dgm:t>
    </dgm:pt>
    <dgm:pt modelId="{BEE77FCE-553C-47C3-9510-9DA9B8FD4A63}">
      <dgm:prSet/>
      <dgm:spPr/>
      <dgm:t>
        <a:bodyPr/>
        <a:lstStyle/>
        <a:p>
          <a:r>
            <a:rPr lang="en-US" dirty="0"/>
            <a:t>Driven by the mobile development for iOS and Android.</a:t>
          </a:r>
        </a:p>
      </dgm:t>
    </dgm:pt>
    <dgm:pt modelId="{0B190ABE-6D01-4303-AF99-8B312B01AD26}" type="parTrans" cxnId="{27D2B747-C297-40A3-B571-0633AAB62735}">
      <dgm:prSet/>
      <dgm:spPr/>
      <dgm:t>
        <a:bodyPr/>
        <a:lstStyle/>
        <a:p>
          <a:endParaRPr lang="en-US"/>
        </a:p>
      </dgm:t>
    </dgm:pt>
    <dgm:pt modelId="{A4A39B95-8D88-42C4-BB51-8EC7DB932E4D}" type="sibTrans" cxnId="{27D2B747-C297-40A3-B571-0633AAB62735}">
      <dgm:prSet/>
      <dgm:spPr/>
      <dgm:t>
        <a:bodyPr/>
        <a:lstStyle/>
        <a:p>
          <a:endParaRPr lang="en-US"/>
        </a:p>
      </dgm:t>
    </dgm:pt>
    <dgm:pt modelId="{0D275E99-F0B8-4BD4-9D97-0F30EF4254DE}" type="pres">
      <dgm:prSet presAssocID="{E047EF76-6C5C-4D7F-9A8F-9BE4D0409BE8}" presName="Name0" presStyleCnt="0">
        <dgm:presLayoutVars>
          <dgm:dir/>
          <dgm:animLvl val="lvl"/>
          <dgm:resizeHandles val="exact"/>
        </dgm:presLayoutVars>
      </dgm:prSet>
      <dgm:spPr/>
    </dgm:pt>
    <dgm:pt modelId="{0A6CF0C4-85DF-4EF6-A973-4E3CA0EB9200}" type="pres">
      <dgm:prSet presAssocID="{EDDD11DA-7E4F-4189-90D5-723F4E4C629D}" presName="boxAndChildren" presStyleCnt="0"/>
      <dgm:spPr/>
    </dgm:pt>
    <dgm:pt modelId="{1265C244-1978-44FC-BE2B-326863312AA7}" type="pres">
      <dgm:prSet presAssocID="{EDDD11DA-7E4F-4189-90D5-723F4E4C629D}" presName="parentTextBox" presStyleLbl="alignNode1" presStyleIdx="0" presStyleCnt="2"/>
      <dgm:spPr/>
    </dgm:pt>
    <dgm:pt modelId="{35772A5A-939C-4740-BEC3-FD3F6FB31030}" type="pres">
      <dgm:prSet presAssocID="{EDDD11DA-7E4F-4189-90D5-723F4E4C629D}" presName="descendantBox" presStyleLbl="bgAccFollowNode1" presStyleIdx="0" presStyleCnt="2"/>
      <dgm:spPr/>
    </dgm:pt>
    <dgm:pt modelId="{8C0A30E5-6748-44AA-86DE-6F688A184014}" type="pres">
      <dgm:prSet presAssocID="{29B2232F-FB26-404F-B6A8-87BC4CF9EA54}" presName="sp" presStyleCnt="0"/>
      <dgm:spPr/>
    </dgm:pt>
    <dgm:pt modelId="{71D5927B-CC98-4E59-BFE0-0D89D069B87A}" type="pres">
      <dgm:prSet presAssocID="{1FC1CEA5-1C7A-486D-AA18-2CA49CE95898}" presName="arrowAndChildren" presStyleCnt="0"/>
      <dgm:spPr/>
    </dgm:pt>
    <dgm:pt modelId="{0162F04B-26E6-4E3F-8355-1D438A789404}" type="pres">
      <dgm:prSet presAssocID="{1FC1CEA5-1C7A-486D-AA18-2CA49CE95898}" presName="parentTextArrow" presStyleLbl="node1" presStyleIdx="0" presStyleCnt="0"/>
      <dgm:spPr/>
    </dgm:pt>
    <dgm:pt modelId="{A7742213-25F8-4D85-BC7D-A9F14AE4F3DB}" type="pres">
      <dgm:prSet presAssocID="{1FC1CEA5-1C7A-486D-AA18-2CA49CE95898}" presName="arrow" presStyleLbl="alignNode1" presStyleIdx="1" presStyleCnt="2"/>
      <dgm:spPr/>
    </dgm:pt>
    <dgm:pt modelId="{951E2A18-3EDD-4E4B-8BBD-8ECE6F515935}" type="pres">
      <dgm:prSet presAssocID="{1FC1CEA5-1C7A-486D-AA18-2CA49CE95898}" presName="descendantArrow" presStyleLbl="bgAccFollowNode1" presStyleIdx="1" presStyleCnt="2"/>
      <dgm:spPr/>
    </dgm:pt>
  </dgm:ptLst>
  <dgm:cxnLst>
    <dgm:cxn modelId="{C8D2DF00-4D3B-4905-BD0C-B3DE4812987F}" srcId="{1FC1CEA5-1C7A-486D-AA18-2CA49CE95898}" destId="{4FF77D0F-07B6-41FA-A526-FC6A456D7CBB}" srcOrd="1" destOrd="0" parTransId="{B35C287A-4A7B-427F-9C0A-9A907A1F6FDC}" sibTransId="{6562F0C7-919F-440E-9255-386B0DA13B7F}"/>
    <dgm:cxn modelId="{4DA5F901-346A-45CB-9986-8A626842B719}" srcId="{1FC1CEA5-1C7A-486D-AA18-2CA49CE95898}" destId="{AAB7F80B-A6DA-4B97-BB81-EE00EECE8D30}" srcOrd="2" destOrd="0" parTransId="{EB0EDB2E-65E2-4C64-A7C7-02D61D596779}" sibTransId="{54EF6389-9EAC-4DE5-A9BF-ACEB8EDD5589}"/>
    <dgm:cxn modelId="{1CFFF11F-9E73-4EAB-AA78-41A1040AD189}" type="presOf" srcId="{1FC1CEA5-1C7A-486D-AA18-2CA49CE95898}" destId="{A7742213-25F8-4D85-BC7D-A9F14AE4F3DB}" srcOrd="1" destOrd="0" presId="urn:microsoft.com/office/officeart/2016/7/layout/VerticalDownArrowProcess"/>
    <dgm:cxn modelId="{7953B62D-B48E-4791-BF9F-9143026749E9}" type="presOf" srcId="{F47D9938-CE42-4A2D-B25A-8BCA603E6208}" destId="{951E2A18-3EDD-4E4B-8BBD-8ECE6F515935}" srcOrd="0" destOrd="0" presId="urn:microsoft.com/office/officeart/2016/7/layout/VerticalDownArrowProcess"/>
    <dgm:cxn modelId="{A96EB230-84AB-4AD8-948B-A920FB67F468}" type="presOf" srcId="{48941EBA-DBD5-4F2A-9EC6-60C67D267BDD}" destId="{951E2A18-3EDD-4E4B-8BBD-8ECE6F515935}" srcOrd="0" destOrd="3" presId="urn:microsoft.com/office/officeart/2016/7/layout/VerticalDownArrowProcess"/>
    <dgm:cxn modelId="{BAAADB3C-926C-4A18-81D2-668EC8C0FA5B}" srcId="{1FC1CEA5-1C7A-486D-AA18-2CA49CE95898}" destId="{F47D9938-CE42-4A2D-B25A-8BCA603E6208}" srcOrd="0" destOrd="0" parTransId="{7D7A7A02-BA0F-40EB-8C62-597E9472B6B6}" sibTransId="{F2B1FC07-6E0E-48DF-A0CA-391E3A8048B7}"/>
    <dgm:cxn modelId="{8D6D6A40-B08E-4BA9-8F57-6ABA57BBEEAF}" type="presOf" srcId="{EDDD11DA-7E4F-4189-90D5-723F4E4C629D}" destId="{1265C244-1978-44FC-BE2B-326863312AA7}" srcOrd="0" destOrd="0" presId="urn:microsoft.com/office/officeart/2016/7/layout/VerticalDownArrowProcess"/>
    <dgm:cxn modelId="{27D2B747-C297-40A3-B571-0633AAB62735}" srcId="{EDDD11DA-7E4F-4189-90D5-723F4E4C629D}" destId="{BEE77FCE-553C-47C3-9510-9DA9B8FD4A63}" srcOrd="0" destOrd="0" parTransId="{0B190ABE-6D01-4303-AF99-8B312B01AD26}" sibTransId="{A4A39B95-8D88-42C4-BB51-8EC7DB932E4D}"/>
    <dgm:cxn modelId="{D31D8C50-BAC2-4257-BB60-AE59CC9B8334}" type="presOf" srcId="{1FC1CEA5-1C7A-486D-AA18-2CA49CE95898}" destId="{0162F04B-26E6-4E3F-8355-1D438A789404}" srcOrd="0" destOrd="0" presId="urn:microsoft.com/office/officeart/2016/7/layout/VerticalDownArrowProcess"/>
    <dgm:cxn modelId="{0448C373-41D5-424F-9D37-A68747B2E4FE}" srcId="{E047EF76-6C5C-4D7F-9A8F-9BE4D0409BE8}" destId="{1FC1CEA5-1C7A-486D-AA18-2CA49CE95898}" srcOrd="0" destOrd="0" parTransId="{59EE3B3B-8FA2-4054-AAAA-C8F4401BE260}" sibTransId="{29B2232F-FB26-404F-B6A8-87BC4CF9EA54}"/>
    <dgm:cxn modelId="{5A45F57D-3E3C-4CB8-80BF-6830FAD90C66}" srcId="{E047EF76-6C5C-4D7F-9A8F-9BE4D0409BE8}" destId="{EDDD11DA-7E4F-4189-90D5-723F4E4C629D}" srcOrd="1" destOrd="0" parTransId="{8367E29A-A461-4A08-B755-29873A9F6D42}" sibTransId="{D5AF978B-04DB-4938-9283-050FCF7962C8}"/>
    <dgm:cxn modelId="{E23E8591-8B47-425C-BA9C-26911332B211}" type="presOf" srcId="{AAB7F80B-A6DA-4B97-BB81-EE00EECE8D30}" destId="{951E2A18-3EDD-4E4B-8BBD-8ECE6F515935}" srcOrd="0" destOrd="2" presId="urn:microsoft.com/office/officeart/2016/7/layout/VerticalDownArrowProcess"/>
    <dgm:cxn modelId="{A0B334AA-5E47-4459-BAF2-CF9DB84D7494}" type="presOf" srcId="{E047EF76-6C5C-4D7F-9A8F-9BE4D0409BE8}" destId="{0D275E99-F0B8-4BD4-9D97-0F30EF4254DE}" srcOrd="0" destOrd="0" presId="urn:microsoft.com/office/officeart/2016/7/layout/VerticalDownArrowProcess"/>
    <dgm:cxn modelId="{059E43DA-3167-4851-8034-66220A053655}" type="presOf" srcId="{BEE77FCE-553C-47C3-9510-9DA9B8FD4A63}" destId="{35772A5A-939C-4740-BEC3-FD3F6FB31030}" srcOrd="0" destOrd="0" presId="urn:microsoft.com/office/officeart/2016/7/layout/VerticalDownArrowProcess"/>
    <dgm:cxn modelId="{9762C7EF-B2B3-49C1-A3A8-7BAEAF3C9CD2}" type="presOf" srcId="{4FF77D0F-07B6-41FA-A526-FC6A456D7CBB}" destId="{951E2A18-3EDD-4E4B-8BBD-8ECE6F515935}" srcOrd="0" destOrd="1" presId="urn:microsoft.com/office/officeart/2016/7/layout/VerticalDownArrowProcess"/>
    <dgm:cxn modelId="{548480F6-6EB1-44E8-AF3D-A0E0CEA3D876}" srcId="{1FC1CEA5-1C7A-486D-AA18-2CA49CE95898}" destId="{48941EBA-DBD5-4F2A-9EC6-60C67D267BDD}" srcOrd="3" destOrd="0" parTransId="{95D1F464-606B-4501-9557-5DD33E0D1151}" sibTransId="{D60DEE84-2219-491F-A9A8-D975525DF566}"/>
    <dgm:cxn modelId="{07DEF4D1-DA98-4D62-A411-BC9C6A2C633E}" type="presParOf" srcId="{0D275E99-F0B8-4BD4-9D97-0F30EF4254DE}" destId="{0A6CF0C4-85DF-4EF6-A973-4E3CA0EB9200}" srcOrd="0" destOrd="0" presId="urn:microsoft.com/office/officeart/2016/7/layout/VerticalDownArrowProcess"/>
    <dgm:cxn modelId="{AEFCEC22-B52E-4736-ACF8-12804F2FD1F9}" type="presParOf" srcId="{0A6CF0C4-85DF-4EF6-A973-4E3CA0EB9200}" destId="{1265C244-1978-44FC-BE2B-326863312AA7}" srcOrd="0" destOrd="0" presId="urn:microsoft.com/office/officeart/2016/7/layout/VerticalDownArrowProcess"/>
    <dgm:cxn modelId="{0FD12D83-83D4-4240-AD66-2521E7E9EEAA}" type="presParOf" srcId="{0A6CF0C4-85DF-4EF6-A973-4E3CA0EB9200}" destId="{35772A5A-939C-4740-BEC3-FD3F6FB31030}" srcOrd="1" destOrd="0" presId="urn:microsoft.com/office/officeart/2016/7/layout/VerticalDownArrowProcess"/>
    <dgm:cxn modelId="{197A06FF-847E-4FAC-A721-6E65E4E83CF4}" type="presParOf" srcId="{0D275E99-F0B8-4BD4-9D97-0F30EF4254DE}" destId="{8C0A30E5-6748-44AA-86DE-6F688A184014}" srcOrd="1" destOrd="0" presId="urn:microsoft.com/office/officeart/2016/7/layout/VerticalDownArrowProcess"/>
    <dgm:cxn modelId="{5511CC1A-1D04-43C4-A54B-9A7432CF50A2}" type="presParOf" srcId="{0D275E99-F0B8-4BD4-9D97-0F30EF4254DE}" destId="{71D5927B-CC98-4E59-BFE0-0D89D069B87A}" srcOrd="2" destOrd="0" presId="urn:microsoft.com/office/officeart/2016/7/layout/VerticalDownArrowProcess"/>
    <dgm:cxn modelId="{0D5562EA-C715-42B2-843F-2C4738C2CC0F}" type="presParOf" srcId="{71D5927B-CC98-4E59-BFE0-0D89D069B87A}" destId="{0162F04B-26E6-4E3F-8355-1D438A789404}" srcOrd="0" destOrd="0" presId="urn:microsoft.com/office/officeart/2016/7/layout/VerticalDownArrowProcess"/>
    <dgm:cxn modelId="{E9E13A98-60FC-4AB5-A0DD-071D09DCCC32}" type="presParOf" srcId="{71D5927B-CC98-4E59-BFE0-0D89D069B87A}" destId="{A7742213-25F8-4D85-BC7D-A9F14AE4F3DB}" srcOrd="1" destOrd="0" presId="urn:microsoft.com/office/officeart/2016/7/layout/VerticalDownArrowProcess"/>
    <dgm:cxn modelId="{3AEA9134-F1CD-44C7-88EA-4D9A77128138}" type="presParOf" srcId="{71D5927B-CC98-4E59-BFE0-0D89D069B87A}" destId="{951E2A18-3EDD-4E4B-8BBD-8ECE6F515935}" srcOrd="2" destOrd="0" presId="urn:microsoft.com/office/officeart/2016/7/layout/VerticalDownArrow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70CD8B5-B943-494B-B2A5-355F8031300E}"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6E9F6026-BEC3-4225-BE9D-AC55705821F8}">
      <dgm:prSet/>
      <dgm:spPr/>
      <dgm:t>
        <a:bodyPr/>
        <a:lstStyle/>
        <a:p>
          <a:r>
            <a:rPr lang="en-US"/>
            <a:t>Increase in quality as bugs are caught early and often.</a:t>
          </a:r>
        </a:p>
      </dgm:t>
    </dgm:pt>
    <dgm:pt modelId="{3CAB8BA6-27BB-4E6E-B0D0-F7A6AF42668E}" type="parTrans" cxnId="{5A718BA0-BDF5-4E15-9AD0-DA06F5544157}">
      <dgm:prSet/>
      <dgm:spPr/>
      <dgm:t>
        <a:bodyPr/>
        <a:lstStyle/>
        <a:p>
          <a:endParaRPr lang="en-US"/>
        </a:p>
      </dgm:t>
    </dgm:pt>
    <dgm:pt modelId="{27A6321B-3315-4405-9A1B-D2571DB555DF}" type="sibTrans" cxnId="{5A718BA0-BDF5-4E15-9AD0-DA06F5544157}">
      <dgm:prSet/>
      <dgm:spPr/>
      <dgm:t>
        <a:bodyPr/>
        <a:lstStyle/>
        <a:p>
          <a:endParaRPr lang="en-US"/>
        </a:p>
      </dgm:t>
    </dgm:pt>
    <dgm:pt modelId="{42D8A0AB-0F48-422E-9B88-D31420FA11C0}">
      <dgm:prSet/>
      <dgm:spPr/>
      <dgm:t>
        <a:bodyPr/>
        <a:lstStyle/>
        <a:p>
          <a:r>
            <a:rPr lang="en-US"/>
            <a:t>Increase in time to market as many labor-intensive manual steps become automated.</a:t>
          </a:r>
        </a:p>
      </dgm:t>
    </dgm:pt>
    <dgm:pt modelId="{60705DB7-61ED-4FDD-BF18-4DABC86BAA6D}" type="parTrans" cxnId="{9BEADA43-C3E9-4E01-8FAF-A73E5734DBC9}">
      <dgm:prSet/>
      <dgm:spPr/>
      <dgm:t>
        <a:bodyPr/>
        <a:lstStyle/>
        <a:p>
          <a:endParaRPr lang="en-US"/>
        </a:p>
      </dgm:t>
    </dgm:pt>
    <dgm:pt modelId="{A05DD31D-4A3B-426D-8A47-40991D78F13C}" type="sibTrans" cxnId="{9BEADA43-C3E9-4E01-8FAF-A73E5734DBC9}">
      <dgm:prSet/>
      <dgm:spPr/>
      <dgm:t>
        <a:bodyPr/>
        <a:lstStyle/>
        <a:p>
          <a:endParaRPr lang="en-US"/>
        </a:p>
      </dgm:t>
    </dgm:pt>
    <dgm:pt modelId="{0E8DF75F-F84C-4B1D-ADC3-9D05DBD5326C}">
      <dgm:prSet/>
      <dgm:spPr/>
      <dgm:t>
        <a:bodyPr/>
        <a:lstStyle/>
        <a:p>
          <a:r>
            <a:rPr lang="en-US"/>
            <a:t>Reduces overall project risk as deployments are consistent as well as infrastructure provisioning.</a:t>
          </a:r>
        </a:p>
      </dgm:t>
    </dgm:pt>
    <dgm:pt modelId="{B1A9F73E-3536-4EB0-9308-7E8AABC81D29}" type="parTrans" cxnId="{223DAEE7-3C7B-439A-9969-971CF6907070}">
      <dgm:prSet/>
      <dgm:spPr/>
      <dgm:t>
        <a:bodyPr/>
        <a:lstStyle/>
        <a:p>
          <a:endParaRPr lang="en-US"/>
        </a:p>
      </dgm:t>
    </dgm:pt>
    <dgm:pt modelId="{48A1D7CA-1D10-46D3-AAF7-2A12252392BE}" type="sibTrans" cxnId="{223DAEE7-3C7B-439A-9969-971CF6907070}">
      <dgm:prSet/>
      <dgm:spPr/>
      <dgm:t>
        <a:bodyPr/>
        <a:lstStyle/>
        <a:p>
          <a:endParaRPr lang="en-US"/>
        </a:p>
      </dgm:t>
    </dgm:pt>
    <dgm:pt modelId="{1FBB70FC-95F3-4F22-86F0-36C018A7DE71}">
      <dgm:prSet/>
      <dgm:spPr/>
      <dgm:t>
        <a:bodyPr/>
        <a:lstStyle/>
        <a:p>
          <a:r>
            <a:rPr lang="en-US"/>
            <a:t>Increases resources as people have more time to do other tasks.</a:t>
          </a:r>
        </a:p>
      </dgm:t>
    </dgm:pt>
    <dgm:pt modelId="{10ED4D7C-18C7-4D4B-A626-8808725AE46A}" type="parTrans" cxnId="{29EF3AC5-6562-46B4-B54A-23D81C7143B0}">
      <dgm:prSet/>
      <dgm:spPr/>
      <dgm:t>
        <a:bodyPr/>
        <a:lstStyle/>
        <a:p>
          <a:endParaRPr lang="en-US"/>
        </a:p>
      </dgm:t>
    </dgm:pt>
    <dgm:pt modelId="{1872A0B5-D014-4F15-B063-85D3D0FD68BF}" type="sibTrans" cxnId="{29EF3AC5-6562-46B4-B54A-23D81C7143B0}">
      <dgm:prSet/>
      <dgm:spPr/>
      <dgm:t>
        <a:bodyPr/>
        <a:lstStyle/>
        <a:p>
          <a:endParaRPr lang="en-US"/>
        </a:p>
      </dgm:t>
    </dgm:pt>
    <dgm:pt modelId="{86EAF5D3-B846-4746-896D-214CAE811F0D}" type="pres">
      <dgm:prSet presAssocID="{270CD8B5-B943-494B-B2A5-355F8031300E}" presName="root" presStyleCnt="0">
        <dgm:presLayoutVars>
          <dgm:dir/>
          <dgm:resizeHandles val="exact"/>
        </dgm:presLayoutVars>
      </dgm:prSet>
      <dgm:spPr/>
    </dgm:pt>
    <dgm:pt modelId="{801D164F-FF2F-4136-B5CB-55BD535E7273}" type="pres">
      <dgm:prSet presAssocID="{270CD8B5-B943-494B-B2A5-355F8031300E}" presName="container" presStyleCnt="0">
        <dgm:presLayoutVars>
          <dgm:dir/>
          <dgm:resizeHandles val="exact"/>
        </dgm:presLayoutVars>
      </dgm:prSet>
      <dgm:spPr/>
    </dgm:pt>
    <dgm:pt modelId="{984357BE-2165-4826-98E3-C22FAE44BE2F}" type="pres">
      <dgm:prSet presAssocID="{6E9F6026-BEC3-4225-BE9D-AC55705821F8}" presName="compNode" presStyleCnt="0"/>
      <dgm:spPr/>
    </dgm:pt>
    <dgm:pt modelId="{5D35512E-56B2-46FF-9836-7357327A2B70}" type="pres">
      <dgm:prSet presAssocID="{6E9F6026-BEC3-4225-BE9D-AC55705821F8}" presName="iconBgRect" presStyleLbl="bgShp" presStyleIdx="0" presStyleCnt="4"/>
      <dgm:spPr/>
    </dgm:pt>
    <dgm:pt modelId="{7B945542-623F-4EA8-8860-F8CB95FF0A7B}" type="pres">
      <dgm:prSet presAssocID="{6E9F6026-BEC3-4225-BE9D-AC55705821F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g under Magnifying Glass"/>
        </a:ext>
      </dgm:extLst>
    </dgm:pt>
    <dgm:pt modelId="{45E02021-9B4B-4121-81D7-CD3B0EC60FBF}" type="pres">
      <dgm:prSet presAssocID="{6E9F6026-BEC3-4225-BE9D-AC55705821F8}" presName="spaceRect" presStyleCnt="0"/>
      <dgm:spPr/>
    </dgm:pt>
    <dgm:pt modelId="{B7A7ACA9-D655-41FA-9B84-05171DA0BC0E}" type="pres">
      <dgm:prSet presAssocID="{6E9F6026-BEC3-4225-BE9D-AC55705821F8}" presName="textRect" presStyleLbl="revTx" presStyleIdx="0" presStyleCnt="4">
        <dgm:presLayoutVars>
          <dgm:chMax val="1"/>
          <dgm:chPref val="1"/>
        </dgm:presLayoutVars>
      </dgm:prSet>
      <dgm:spPr/>
    </dgm:pt>
    <dgm:pt modelId="{44309525-FC87-44C6-BFAE-64AB4925DE2D}" type="pres">
      <dgm:prSet presAssocID="{27A6321B-3315-4405-9A1B-D2571DB555DF}" presName="sibTrans" presStyleLbl="sibTrans2D1" presStyleIdx="0" presStyleCnt="0"/>
      <dgm:spPr/>
    </dgm:pt>
    <dgm:pt modelId="{53BC125A-1E82-4652-9400-E37F6496CCE7}" type="pres">
      <dgm:prSet presAssocID="{42D8A0AB-0F48-422E-9B88-D31420FA11C0}" presName="compNode" presStyleCnt="0"/>
      <dgm:spPr/>
    </dgm:pt>
    <dgm:pt modelId="{F5A965C5-5AFA-4FF3-A176-872EDD3A1977}" type="pres">
      <dgm:prSet presAssocID="{42D8A0AB-0F48-422E-9B88-D31420FA11C0}" presName="iconBgRect" presStyleLbl="bgShp" presStyleIdx="1" presStyleCnt="4"/>
      <dgm:spPr/>
    </dgm:pt>
    <dgm:pt modelId="{82C881C5-05AE-49A6-8A3D-3DF14F1538F1}" type="pres">
      <dgm:prSet presAssocID="{42D8A0AB-0F48-422E-9B88-D31420FA11C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siness Growth"/>
        </a:ext>
      </dgm:extLst>
    </dgm:pt>
    <dgm:pt modelId="{9E4964E4-8506-4D0B-B649-9516A1793797}" type="pres">
      <dgm:prSet presAssocID="{42D8A0AB-0F48-422E-9B88-D31420FA11C0}" presName="spaceRect" presStyleCnt="0"/>
      <dgm:spPr/>
    </dgm:pt>
    <dgm:pt modelId="{2B1C1A7C-56E4-4D29-B8D5-7FC6C846A577}" type="pres">
      <dgm:prSet presAssocID="{42D8A0AB-0F48-422E-9B88-D31420FA11C0}" presName="textRect" presStyleLbl="revTx" presStyleIdx="1" presStyleCnt="4">
        <dgm:presLayoutVars>
          <dgm:chMax val="1"/>
          <dgm:chPref val="1"/>
        </dgm:presLayoutVars>
      </dgm:prSet>
      <dgm:spPr/>
    </dgm:pt>
    <dgm:pt modelId="{593752E3-5BCA-4D3A-9E85-BF3E03FE39D2}" type="pres">
      <dgm:prSet presAssocID="{A05DD31D-4A3B-426D-8A47-40991D78F13C}" presName="sibTrans" presStyleLbl="sibTrans2D1" presStyleIdx="0" presStyleCnt="0"/>
      <dgm:spPr/>
    </dgm:pt>
    <dgm:pt modelId="{19646C54-E58B-41F0-AD2E-6BF510F5DB05}" type="pres">
      <dgm:prSet presAssocID="{0E8DF75F-F84C-4B1D-ADC3-9D05DBD5326C}" presName="compNode" presStyleCnt="0"/>
      <dgm:spPr/>
    </dgm:pt>
    <dgm:pt modelId="{CF1CF74C-64C8-468E-A9EF-78D400AD7402}" type="pres">
      <dgm:prSet presAssocID="{0E8DF75F-F84C-4B1D-ADC3-9D05DBD5326C}" presName="iconBgRect" presStyleLbl="bgShp" presStyleIdx="2" presStyleCnt="4"/>
      <dgm:spPr/>
    </dgm:pt>
    <dgm:pt modelId="{4BAD4865-BA8B-4E33-959C-5C5F1374B22C}" type="pres">
      <dgm:prSet presAssocID="{0E8DF75F-F84C-4B1D-ADC3-9D05DBD5326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ED562765-A3F7-4DF9-9F6E-DB174354EB4A}" type="pres">
      <dgm:prSet presAssocID="{0E8DF75F-F84C-4B1D-ADC3-9D05DBD5326C}" presName="spaceRect" presStyleCnt="0"/>
      <dgm:spPr/>
    </dgm:pt>
    <dgm:pt modelId="{443E2830-D61A-4865-AABD-8D77BDE47B2D}" type="pres">
      <dgm:prSet presAssocID="{0E8DF75F-F84C-4B1D-ADC3-9D05DBD5326C}" presName="textRect" presStyleLbl="revTx" presStyleIdx="2" presStyleCnt="4">
        <dgm:presLayoutVars>
          <dgm:chMax val="1"/>
          <dgm:chPref val="1"/>
        </dgm:presLayoutVars>
      </dgm:prSet>
      <dgm:spPr/>
    </dgm:pt>
    <dgm:pt modelId="{59DE3D09-4CA1-44FB-B598-2EF7C8213B5D}" type="pres">
      <dgm:prSet presAssocID="{48A1D7CA-1D10-46D3-AAF7-2A12252392BE}" presName="sibTrans" presStyleLbl="sibTrans2D1" presStyleIdx="0" presStyleCnt="0"/>
      <dgm:spPr/>
    </dgm:pt>
    <dgm:pt modelId="{404241AC-6CE2-40B3-9D74-3AEE7D0A51BE}" type="pres">
      <dgm:prSet presAssocID="{1FBB70FC-95F3-4F22-86F0-36C018A7DE71}" presName="compNode" presStyleCnt="0"/>
      <dgm:spPr/>
    </dgm:pt>
    <dgm:pt modelId="{3B6D9FEF-C0DE-476D-A8A3-4F41EEB9DE09}" type="pres">
      <dgm:prSet presAssocID="{1FBB70FC-95F3-4F22-86F0-36C018A7DE71}" presName="iconBgRect" presStyleLbl="bgShp" presStyleIdx="3" presStyleCnt="4"/>
      <dgm:spPr/>
    </dgm:pt>
    <dgm:pt modelId="{76AB6014-7412-43C5-9983-45E67F36A05D}" type="pres">
      <dgm:prSet presAssocID="{1FBB70FC-95F3-4F22-86F0-36C018A7DE7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topwatch"/>
        </a:ext>
      </dgm:extLst>
    </dgm:pt>
    <dgm:pt modelId="{89B26280-A631-4FA1-9E2C-8068C3CFD832}" type="pres">
      <dgm:prSet presAssocID="{1FBB70FC-95F3-4F22-86F0-36C018A7DE71}" presName="spaceRect" presStyleCnt="0"/>
      <dgm:spPr/>
    </dgm:pt>
    <dgm:pt modelId="{8CE5E0F4-F188-4D9E-A041-53034CB843B4}" type="pres">
      <dgm:prSet presAssocID="{1FBB70FC-95F3-4F22-86F0-36C018A7DE71}" presName="textRect" presStyleLbl="revTx" presStyleIdx="3" presStyleCnt="4">
        <dgm:presLayoutVars>
          <dgm:chMax val="1"/>
          <dgm:chPref val="1"/>
        </dgm:presLayoutVars>
      </dgm:prSet>
      <dgm:spPr/>
    </dgm:pt>
  </dgm:ptLst>
  <dgm:cxnLst>
    <dgm:cxn modelId="{CCCC6807-AD28-4501-A9F1-0730CAA6DA4F}" type="presOf" srcId="{270CD8B5-B943-494B-B2A5-355F8031300E}" destId="{86EAF5D3-B846-4746-896D-214CAE811F0D}" srcOrd="0" destOrd="0" presId="urn:microsoft.com/office/officeart/2018/2/layout/IconCircleList"/>
    <dgm:cxn modelId="{53563829-4923-4A61-8EA3-341CE9E2447E}" type="presOf" srcId="{1FBB70FC-95F3-4F22-86F0-36C018A7DE71}" destId="{8CE5E0F4-F188-4D9E-A041-53034CB843B4}" srcOrd="0" destOrd="0" presId="urn:microsoft.com/office/officeart/2018/2/layout/IconCircleList"/>
    <dgm:cxn modelId="{9887263E-A703-4F3A-91CB-7789BBA95228}" type="presOf" srcId="{6E9F6026-BEC3-4225-BE9D-AC55705821F8}" destId="{B7A7ACA9-D655-41FA-9B84-05171DA0BC0E}" srcOrd="0" destOrd="0" presId="urn:microsoft.com/office/officeart/2018/2/layout/IconCircleList"/>
    <dgm:cxn modelId="{9BEADA43-C3E9-4E01-8FAF-A73E5734DBC9}" srcId="{270CD8B5-B943-494B-B2A5-355F8031300E}" destId="{42D8A0AB-0F48-422E-9B88-D31420FA11C0}" srcOrd="1" destOrd="0" parTransId="{60705DB7-61ED-4FDD-BF18-4DABC86BAA6D}" sibTransId="{A05DD31D-4A3B-426D-8A47-40991D78F13C}"/>
    <dgm:cxn modelId="{85BC5979-0E83-4161-A9F1-D40B99ABCA7A}" type="presOf" srcId="{0E8DF75F-F84C-4B1D-ADC3-9D05DBD5326C}" destId="{443E2830-D61A-4865-AABD-8D77BDE47B2D}" srcOrd="0" destOrd="0" presId="urn:microsoft.com/office/officeart/2018/2/layout/IconCircleList"/>
    <dgm:cxn modelId="{7E1DAA81-EAB5-4132-9BE2-9AE034AEB15B}" type="presOf" srcId="{48A1D7CA-1D10-46D3-AAF7-2A12252392BE}" destId="{59DE3D09-4CA1-44FB-B598-2EF7C8213B5D}" srcOrd="0" destOrd="0" presId="urn:microsoft.com/office/officeart/2018/2/layout/IconCircleList"/>
    <dgm:cxn modelId="{CD64D986-5E24-4BBA-9D50-BC5286790BC8}" type="presOf" srcId="{27A6321B-3315-4405-9A1B-D2571DB555DF}" destId="{44309525-FC87-44C6-BFAE-64AB4925DE2D}" srcOrd="0" destOrd="0" presId="urn:microsoft.com/office/officeart/2018/2/layout/IconCircleList"/>
    <dgm:cxn modelId="{5A718BA0-BDF5-4E15-9AD0-DA06F5544157}" srcId="{270CD8B5-B943-494B-B2A5-355F8031300E}" destId="{6E9F6026-BEC3-4225-BE9D-AC55705821F8}" srcOrd="0" destOrd="0" parTransId="{3CAB8BA6-27BB-4E6E-B0D0-F7A6AF42668E}" sibTransId="{27A6321B-3315-4405-9A1B-D2571DB555DF}"/>
    <dgm:cxn modelId="{048C91A3-8141-48EA-AC5A-F215DD8FFD4A}" type="presOf" srcId="{42D8A0AB-0F48-422E-9B88-D31420FA11C0}" destId="{2B1C1A7C-56E4-4D29-B8D5-7FC6C846A577}" srcOrd="0" destOrd="0" presId="urn:microsoft.com/office/officeart/2018/2/layout/IconCircleList"/>
    <dgm:cxn modelId="{C5B46EA6-49A9-4217-8261-F7DD86D73F0A}" type="presOf" srcId="{A05DD31D-4A3B-426D-8A47-40991D78F13C}" destId="{593752E3-5BCA-4D3A-9E85-BF3E03FE39D2}" srcOrd="0" destOrd="0" presId="urn:microsoft.com/office/officeart/2018/2/layout/IconCircleList"/>
    <dgm:cxn modelId="{29EF3AC5-6562-46B4-B54A-23D81C7143B0}" srcId="{270CD8B5-B943-494B-B2A5-355F8031300E}" destId="{1FBB70FC-95F3-4F22-86F0-36C018A7DE71}" srcOrd="3" destOrd="0" parTransId="{10ED4D7C-18C7-4D4B-A626-8808725AE46A}" sibTransId="{1872A0B5-D014-4F15-B063-85D3D0FD68BF}"/>
    <dgm:cxn modelId="{223DAEE7-3C7B-439A-9969-971CF6907070}" srcId="{270CD8B5-B943-494B-B2A5-355F8031300E}" destId="{0E8DF75F-F84C-4B1D-ADC3-9D05DBD5326C}" srcOrd="2" destOrd="0" parTransId="{B1A9F73E-3536-4EB0-9308-7E8AABC81D29}" sibTransId="{48A1D7CA-1D10-46D3-AAF7-2A12252392BE}"/>
    <dgm:cxn modelId="{38A8DD83-7FF7-43AC-AE41-4B30B7538470}" type="presParOf" srcId="{86EAF5D3-B846-4746-896D-214CAE811F0D}" destId="{801D164F-FF2F-4136-B5CB-55BD535E7273}" srcOrd="0" destOrd="0" presId="urn:microsoft.com/office/officeart/2018/2/layout/IconCircleList"/>
    <dgm:cxn modelId="{8BD9C24B-B668-4CFA-84D6-E6FD34FB66A9}" type="presParOf" srcId="{801D164F-FF2F-4136-B5CB-55BD535E7273}" destId="{984357BE-2165-4826-98E3-C22FAE44BE2F}" srcOrd="0" destOrd="0" presId="urn:microsoft.com/office/officeart/2018/2/layout/IconCircleList"/>
    <dgm:cxn modelId="{7E460788-D07F-472E-813D-F11DC8EF6F66}" type="presParOf" srcId="{984357BE-2165-4826-98E3-C22FAE44BE2F}" destId="{5D35512E-56B2-46FF-9836-7357327A2B70}" srcOrd="0" destOrd="0" presId="urn:microsoft.com/office/officeart/2018/2/layout/IconCircleList"/>
    <dgm:cxn modelId="{EDBE0FB3-FA7B-4469-947E-3B178F34E47A}" type="presParOf" srcId="{984357BE-2165-4826-98E3-C22FAE44BE2F}" destId="{7B945542-623F-4EA8-8860-F8CB95FF0A7B}" srcOrd="1" destOrd="0" presId="urn:microsoft.com/office/officeart/2018/2/layout/IconCircleList"/>
    <dgm:cxn modelId="{62705B3B-B74A-43DD-A498-2AEB08EDA673}" type="presParOf" srcId="{984357BE-2165-4826-98E3-C22FAE44BE2F}" destId="{45E02021-9B4B-4121-81D7-CD3B0EC60FBF}" srcOrd="2" destOrd="0" presId="urn:microsoft.com/office/officeart/2018/2/layout/IconCircleList"/>
    <dgm:cxn modelId="{BA792BF4-95A9-4265-ACE7-5A29C9D2176C}" type="presParOf" srcId="{984357BE-2165-4826-98E3-C22FAE44BE2F}" destId="{B7A7ACA9-D655-41FA-9B84-05171DA0BC0E}" srcOrd="3" destOrd="0" presId="urn:microsoft.com/office/officeart/2018/2/layout/IconCircleList"/>
    <dgm:cxn modelId="{A366B83F-A971-4403-969A-08EE4D62D055}" type="presParOf" srcId="{801D164F-FF2F-4136-B5CB-55BD535E7273}" destId="{44309525-FC87-44C6-BFAE-64AB4925DE2D}" srcOrd="1" destOrd="0" presId="urn:microsoft.com/office/officeart/2018/2/layout/IconCircleList"/>
    <dgm:cxn modelId="{E2317886-DAA3-49CC-A094-5FF720C88107}" type="presParOf" srcId="{801D164F-FF2F-4136-B5CB-55BD535E7273}" destId="{53BC125A-1E82-4652-9400-E37F6496CCE7}" srcOrd="2" destOrd="0" presId="urn:microsoft.com/office/officeart/2018/2/layout/IconCircleList"/>
    <dgm:cxn modelId="{FC93586F-7119-4D32-AF5B-09868E35C925}" type="presParOf" srcId="{53BC125A-1E82-4652-9400-E37F6496CCE7}" destId="{F5A965C5-5AFA-4FF3-A176-872EDD3A1977}" srcOrd="0" destOrd="0" presId="urn:microsoft.com/office/officeart/2018/2/layout/IconCircleList"/>
    <dgm:cxn modelId="{2C57768F-9CD8-461B-945A-4D864FD9089E}" type="presParOf" srcId="{53BC125A-1E82-4652-9400-E37F6496CCE7}" destId="{82C881C5-05AE-49A6-8A3D-3DF14F1538F1}" srcOrd="1" destOrd="0" presId="urn:microsoft.com/office/officeart/2018/2/layout/IconCircleList"/>
    <dgm:cxn modelId="{AE2DA579-8D09-4C99-A53F-A49053F339FA}" type="presParOf" srcId="{53BC125A-1E82-4652-9400-E37F6496CCE7}" destId="{9E4964E4-8506-4D0B-B649-9516A1793797}" srcOrd="2" destOrd="0" presId="urn:microsoft.com/office/officeart/2018/2/layout/IconCircleList"/>
    <dgm:cxn modelId="{6B389BD0-99F0-4B99-9FE6-9D6A44B2FD21}" type="presParOf" srcId="{53BC125A-1E82-4652-9400-E37F6496CCE7}" destId="{2B1C1A7C-56E4-4D29-B8D5-7FC6C846A577}" srcOrd="3" destOrd="0" presId="urn:microsoft.com/office/officeart/2018/2/layout/IconCircleList"/>
    <dgm:cxn modelId="{955EDE27-821C-4490-B69B-DD4B5EAA9312}" type="presParOf" srcId="{801D164F-FF2F-4136-B5CB-55BD535E7273}" destId="{593752E3-5BCA-4D3A-9E85-BF3E03FE39D2}" srcOrd="3" destOrd="0" presId="urn:microsoft.com/office/officeart/2018/2/layout/IconCircleList"/>
    <dgm:cxn modelId="{D0842BCF-69DE-480A-9020-9B3BC89BB302}" type="presParOf" srcId="{801D164F-FF2F-4136-B5CB-55BD535E7273}" destId="{19646C54-E58B-41F0-AD2E-6BF510F5DB05}" srcOrd="4" destOrd="0" presId="urn:microsoft.com/office/officeart/2018/2/layout/IconCircleList"/>
    <dgm:cxn modelId="{EBD51DFE-D242-4F89-ABB9-42E12254BCF4}" type="presParOf" srcId="{19646C54-E58B-41F0-AD2E-6BF510F5DB05}" destId="{CF1CF74C-64C8-468E-A9EF-78D400AD7402}" srcOrd="0" destOrd="0" presId="urn:microsoft.com/office/officeart/2018/2/layout/IconCircleList"/>
    <dgm:cxn modelId="{1916A97C-5386-4E10-B896-2A1F0C0FE26B}" type="presParOf" srcId="{19646C54-E58B-41F0-AD2E-6BF510F5DB05}" destId="{4BAD4865-BA8B-4E33-959C-5C5F1374B22C}" srcOrd="1" destOrd="0" presId="urn:microsoft.com/office/officeart/2018/2/layout/IconCircleList"/>
    <dgm:cxn modelId="{1664E948-7A83-4115-8798-24E122D6B7F4}" type="presParOf" srcId="{19646C54-E58B-41F0-AD2E-6BF510F5DB05}" destId="{ED562765-A3F7-4DF9-9F6E-DB174354EB4A}" srcOrd="2" destOrd="0" presId="urn:microsoft.com/office/officeart/2018/2/layout/IconCircleList"/>
    <dgm:cxn modelId="{9A5056C1-FC30-42B9-8743-95002E4D91DA}" type="presParOf" srcId="{19646C54-E58B-41F0-AD2E-6BF510F5DB05}" destId="{443E2830-D61A-4865-AABD-8D77BDE47B2D}" srcOrd="3" destOrd="0" presId="urn:microsoft.com/office/officeart/2018/2/layout/IconCircleList"/>
    <dgm:cxn modelId="{69B6DE77-E6B8-48E0-8AAD-2C1684D893CD}" type="presParOf" srcId="{801D164F-FF2F-4136-B5CB-55BD535E7273}" destId="{59DE3D09-4CA1-44FB-B598-2EF7C8213B5D}" srcOrd="5" destOrd="0" presId="urn:microsoft.com/office/officeart/2018/2/layout/IconCircleList"/>
    <dgm:cxn modelId="{AE88CAEE-CDE9-4FE7-86DD-5280CF46A1B7}" type="presParOf" srcId="{801D164F-FF2F-4136-B5CB-55BD535E7273}" destId="{404241AC-6CE2-40B3-9D74-3AEE7D0A51BE}" srcOrd="6" destOrd="0" presId="urn:microsoft.com/office/officeart/2018/2/layout/IconCircleList"/>
    <dgm:cxn modelId="{D8FB07AA-3879-43B1-962A-453623BBC4B4}" type="presParOf" srcId="{404241AC-6CE2-40B3-9D74-3AEE7D0A51BE}" destId="{3B6D9FEF-C0DE-476D-A8A3-4F41EEB9DE09}" srcOrd="0" destOrd="0" presId="urn:microsoft.com/office/officeart/2018/2/layout/IconCircleList"/>
    <dgm:cxn modelId="{355FBBC5-752D-4C74-A370-E04B03F1A253}" type="presParOf" srcId="{404241AC-6CE2-40B3-9D74-3AEE7D0A51BE}" destId="{76AB6014-7412-43C5-9983-45E67F36A05D}" srcOrd="1" destOrd="0" presId="urn:microsoft.com/office/officeart/2018/2/layout/IconCircleList"/>
    <dgm:cxn modelId="{4B8F67D9-DD67-484A-A1BF-7E3A1F719B63}" type="presParOf" srcId="{404241AC-6CE2-40B3-9D74-3AEE7D0A51BE}" destId="{89B26280-A631-4FA1-9E2C-8068C3CFD832}" srcOrd="2" destOrd="0" presId="urn:microsoft.com/office/officeart/2018/2/layout/IconCircleList"/>
    <dgm:cxn modelId="{35A07580-6805-431F-A08D-FF0550C05D6C}" type="presParOf" srcId="{404241AC-6CE2-40B3-9D74-3AEE7D0A51BE}" destId="{8CE5E0F4-F188-4D9E-A041-53034CB843B4}"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A574A40-1C49-4A05-8B66-28E3BDB21587}" type="doc">
      <dgm:prSet loTypeId="urn:microsoft.com/office/officeart/2005/8/layout/vProcess5" loCatId="process" qsTypeId="urn:microsoft.com/office/officeart/2005/8/quickstyle/simple4" qsCatId="simple" csTypeId="urn:microsoft.com/office/officeart/2005/8/colors/colorful2" csCatId="colorful"/>
      <dgm:spPr/>
      <dgm:t>
        <a:bodyPr/>
        <a:lstStyle/>
        <a:p>
          <a:endParaRPr lang="en-US"/>
        </a:p>
      </dgm:t>
    </dgm:pt>
    <dgm:pt modelId="{E9B1A2B6-8938-498F-901B-BC74FC7044CC}">
      <dgm:prSet/>
      <dgm:spPr/>
      <dgm:t>
        <a:bodyPr/>
        <a:lstStyle/>
        <a:p>
          <a:r>
            <a:rPr lang="en-US" dirty="0"/>
            <a:t>Risk is always involved and can be detrimental to project success.</a:t>
          </a:r>
        </a:p>
      </dgm:t>
    </dgm:pt>
    <dgm:pt modelId="{34F9781A-94CA-44DE-B0B5-630CB58A52ED}" type="parTrans" cxnId="{3F01CB31-A3FF-49D3-BDE1-379EA00C04DE}">
      <dgm:prSet/>
      <dgm:spPr/>
      <dgm:t>
        <a:bodyPr/>
        <a:lstStyle/>
        <a:p>
          <a:endParaRPr lang="en-US"/>
        </a:p>
      </dgm:t>
    </dgm:pt>
    <dgm:pt modelId="{5843960F-0EAA-4CAA-8859-2338774B4769}" type="sibTrans" cxnId="{3F01CB31-A3FF-49D3-BDE1-379EA00C04DE}">
      <dgm:prSet/>
      <dgm:spPr/>
      <dgm:t>
        <a:bodyPr/>
        <a:lstStyle/>
        <a:p>
          <a:endParaRPr lang="en-US"/>
        </a:p>
      </dgm:t>
    </dgm:pt>
    <dgm:pt modelId="{4BEE0473-EDB7-4DD0-AA62-F9443BBDD75E}">
      <dgm:prSet/>
      <dgm:spPr/>
      <dgm:t>
        <a:bodyPr/>
        <a:lstStyle/>
        <a:p>
          <a:r>
            <a:rPr lang="en-US" dirty="0"/>
            <a:t>Integrating AI introduces several risks.</a:t>
          </a:r>
        </a:p>
      </dgm:t>
    </dgm:pt>
    <dgm:pt modelId="{75224166-D28A-44EA-9C95-5823A4468EF8}" type="parTrans" cxnId="{3C7601BD-0579-4755-B4DE-13B3F0912473}">
      <dgm:prSet/>
      <dgm:spPr/>
      <dgm:t>
        <a:bodyPr/>
        <a:lstStyle/>
        <a:p>
          <a:endParaRPr lang="en-US"/>
        </a:p>
      </dgm:t>
    </dgm:pt>
    <dgm:pt modelId="{3B14DFE0-9C51-415B-B5B9-845CF89DEA5C}" type="sibTrans" cxnId="{3C7601BD-0579-4755-B4DE-13B3F0912473}">
      <dgm:prSet/>
      <dgm:spPr/>
      <dgm:t>
        <a:bodyPr/>
        <a:lstStyle/>
        <a:p>
          <a:endParaRPr lang="en-US"/>
        </a:p>
      </dgm:t>
    </dgm:pt>
    <dgm:pt modelId="{5073954D-62F7-4FD2-8D28-6CD2D535C99B}">
      <dgm:prSet/>
      <dgm:spPr/>
      <dgm:t>
        <a:bodyPr/>
        <a:lstStyle/>
        <a:p>
          <a:r>
            <a:rPr lang="en-US" dirty="0"/>
            <a:t>Main risks are data privacy, algorithm behavior, and Integration complexities with the legacy system.</a:t>
          </a:r>
        </a:p>
      </dgm:t>
    </dgm:pt>
    <dgm:pt modelId="{249C91B9-E0B4-45AB-8B22-C7FC0D4E0A5D}" type="parTrans" cxnId="{405D9386-8D9E-4D46-96BB-C6E72E7F770F}">
      <dgm:prSet/>
      <dgm:spPr/>
      <dgm:t>
        <a:bodyPr/>
        <a:lstStyle/>
        <a:p>
          <a:endParaRPr lang="en-US"/>
        </a:p>
      </dgm:t>
    </dgm:pt>
    <dgm:pt modelId="{0D73CFF8-D4BC-47EA-8754-636F33DC32B9}" type="sibTrans" cxnId="{405D9386-8D9E-4D46-96BB-C6E72E7F770F}">
      <dgm:prSet/>
      <dgm:spPr/>
      <dgm:t>
        <a:bodyPr/>
        <a:lstStyle/>
        <a:p>
          <a:endParaRPr lang="en-US"/>
        </a:p>
      </dgm:t>
    </dgm:pt>
    <dgm:pt modelId="{BD5F7B09-201C-4599-8916-708603332331}">
      <dgm:prSet/>
      <dgm:spPr/>
      <dgm:t>
        <a:bodyPr/>
        <a:lstStyle/>
        <a:p>
          <a:r>
            <a:rPr lang="en-US" dirty="0"/>
            <a:t>Plan identifies, analyzes, mitigates, and monitors risks.</a:t>
          </a:r>
        </a:p>
      </dgm:t>
    </dgm:pt>
    <dgm:pt modelId="{AAB33694-C711-4864-8668-953A42F7EC42}" type="parTrans" cxnId="{B2A60F23-1411-43DD-9377-AC369D3FBDAC}">
      <dgm:prSet/>
      <dgm:spPr/>
      <dgm:t>
        <a:bodyPr/>
        <a:lstStyle/>
        <a:p>
          <a:endParaRPr lang="en-US"/>
        </a:p>
      </dgm:t>
    </dgm:pt>
    <dgm:pt modelId="{A63D22E5-41E5-435A-B84C-41515D780046}" type="sibTrans" cxnId="{B2A60F23-1411-43DD-9377-AC369D3FBDAC}">
      <dgm:prSet/>
      <dgm:spPr/>
      <dgm:t>
        <a:bodyPr/>
        <a:lstStyle/>
        <a:p>
          <a:endParaRPr lang="en-US"/>
        </a:p>
      </dgm:t>
    </dgm:pt>
    <dgm:pt modelId="{97E6EE7F-7736-4E7A-8E8D-80383E8B5895}">
      <dgm:prSet/>
      <dgm:spPr/>
      <dgm:t>
        <a:bodyPr/>
        <a:lstStyle/>
        <a:p>
          <a:r>
            <a:rPr lang="en-US" dirty="0"/>
            <a:t>Create stability, user trust, and compliance.</a:t>
          </a:r>
        </a:p>
      </dgm:t>
    </dgm:pt>
    <dgm:pt modelId="{AFBE80F9-8F21-4C61-B417-E9A35DF33C05}" type="parTrans" cxnId="{CFC9CEDE-5B2E-4DC9-8DED-E3D5104E72C6}">
      <dgm:prSet/>
      <dgm:spPr/>
      <dgm:t>
        <a:bodyPr/>
        <a:lstStyle/>
        <a:p>
          <a:endParaRPr lang="en-US"/>
        </a:p>
      </dgm:t>
    </dgm:pt>
    <dgm:pt modelId="{7F8E669F-506C-4DC2-99CF-0EB5D8C968E5}" type="sibTrans" cxnId="{CFC9CEDE-5B2E-4DC9-8DED-E3D5104E72C6}">
      <dgm:prSet/>
      <dgm:spPr/>
      <dgm:t>
        <a:bodyPr/>
        <a:lstStyle/>
        <a:p>
          <a:endParaRPr lang="en-US"/>
        </a:p>
      </dgm:t>
    </dgm:pt>
    <dgm:pt modelId="{EBA5AC79-46D7-408E-ABB2-B342718AE1E7}" type="pres">
      <dgm:prSet presAssocID="{5A574A40-1C49-4A05-8B66-28E3BDB21587}" presName="outerComposite" presStyleCnt="0">
        <dgm:presLayoutVars>
          <dgm:chMax val="5"/>
          <dgm:dir/>
          <dgm:resizeHandles val="exact"/>
        </dgm:presLayoutVars>
      </dgm:prSet>
      <dgm:spPr/>
    </dgm:pt>
    <dgm:pt modelId="{FB158A95-8A0A-46D9-8597-B3AABE86F819}" type="pres">
      <dgm:prSet presAssocID="{5A574A40-1C49-4A05-8B66-28E3BDB21587}" presName="dummyMaxCanvas" presStyleCnt="0">
        <dgm:presLayoutVars/>
      </dgm:prSet>
      <dgm:spPr/>
    </dgm:pt>
    <dgm:pt modelId="{84F5C56A-EA79-4122-A30F-49EF06DD2A49}" type="pres">
      <dgm:prSet presAssocID="{5A574A40-1C49-4A05-8B66-28E3BDB21587}" presName="FourNodes_1" presStyleLbl="node1" presStyleIdx="0" presStyleCnt="4">
        <dgm:presLayoutVars>
          <dgm:bulletEnabled val="1"/>
        </dgm:presLayoutVars>
      </dgm:prSet>
      <dgm:spPr/>
    </dgm:pt>
    <dgm:pt modelId="{EAA06990-DAFE-4947-A8D6-1949C4B63E5C}" type="pres">
      <dgm:prSet presAssocID="{5A574A40-1C49-4A05-8B66-28E3BDB21587}" presName="FourNodes_2" presStyleLbl="node1" presStyleIdx="1" presStyleCnt="4">
        <dgm:presLayoutVars>
          <dgm:bulletEnabled val="1"/>
        </dgm:presLayoutVars>
      </dgm:prSet>
      <dgm:spPr/>
    </dgm:pt>
    <dgm:pt modelId="{B154698B-EE29-4606-B17E-E85D6E3AB399}" type="pres">
      <dgm:prSet presAssocID="{5A574A40-1C49-4A05-8B66-28E3BDB21587}" presName="FourNodes_3" presStyleLbl="node1" presStyleIdx="2" presStyleCnt="4">
        <dgm:presLayoutVars>
          <dgm:bulletEnabled val="1"/>
        </dgm:presLayoutVars>
      </dgm:prSet>
      <dgm:spPr/>
    </dgm:pt>
    <dgm:pt modelId="{EF8CEE80-4010-4A9C-8DCC-21B52C27C301}" type="pres">
      <dgm:prSet presAssocID="{5A574A40-1C49-4A05-8B66-28E3BDB21587}" presName="FourNodes_4" presStyleLbl="node1" presStyleIdx="3" presStyleCnt="4">
        <dgm:presLayoutVars>
          <dgm:bulletEnabled val="1"/>
        </dgm:presLayoutVars>
      </dgm:prSet>
      <dgm:spPr/>
    </dgm:pt>
    <dgm:pt modelId="{C02621D8-1384-4C65-889C-90472B2CF907}" type="pres">
      <dgm:prSet presAssocID="{5A574A40-1C49-4A05-8B66-28E3BDB21587}" presName="FourConn_1-2" presStyleLbl="fgAccFollowNode1" presStyleIdx="0" presStyleCnt="3">
        <dgm:presLayoutVars>
          <dgm:bulletEnabled val="1"/>
        </dgm:presLayoutVars>
      </dgm:prSet>
      <dgm:spPr/>
    </dgm:pt>
    <dgm:pt modelId="{D51C721E-1C97-4CCC-92D9-299AA6390D9B}" type="pres">
      <dgm:prSet presAssocID="{5A574A40-1C49-4A05-8B66-28E3BDB21587}" presName="FourConn_2-3" presStyleLbl="fgAccFollowNode1" presStyleIdx="1" presStyleCnt="3">
        <dgm:presLayoutVars>
          <dgm:bulletEnabled val="1"/>
        </dgm:presLayoutVars>
      </dgm:prSet>
      <dgm:spPr/>
    </dgm:pt>
    <dgm:pt modelId="{CF005205-ACF6-412F-A9D0-259440A6B1E1}" type="pres">
      <dgm:prSet presAssocID="{5A574A40-1C49-4A05-8B66-28E3BDB21587}" presName="FourConn_3-4" presStyleLbl="fgAccFollowNode1" presStyleIdx="2" presStyleCnt="3">
        <dgm:presLayoutVars>
          <dgm:bulletEnabled val="1"/>
        </dgm:presLayoutVars>
      </dgm:prSet>
      <dgm:spPr/>
    </dgm:pt>
    <dgm:pt modelId="{758B9946-0CE6-4EBA-8CF7-E9A8340CCED4}" type="pres">
      <dgm:prSet presAssocID="{5A574A40-1C49-4A05-8B66-28E3BDB21587}" presName="FourNodes_1_text" presStyleLbl="node1" presStyleIdx="3" presStyleCnt="4">
        <dgm:presLayoutVars>
          <dgm:bulletEnabled val="1"/>
        </dgm:presLayoutVars>
      </dgm:prSet>
      <dgm:spPr/>
    </dgm:pt>
    <dgm:pt modelId="{0B266CD5-5D8A-4F5B-9667-9654822A4A54}" type="pres">
      <dgm:prSet presAssocID="{5A574A40-1C49-4A05-8B66-28E3BDB21587}" presName="FourNodes_2_text" presStyleLbl="node1" presStyleIdx="3" presStyleCnt="4">
        <dgm:presLayoutVars>
          <dgm:bulletEnabled val="1"/>
        </dgm:presLayoutVars>
      </dgm:prSet>
      <dgm:spPr/>
    </dgm:pt>
    <dgm:pt modelId="{D1C129A3-7428-446E-84C7-4E1E64CB17D8}" type="pres">
      <dgm:prSet presAssocID="{5A574A40-1C49-4A05-8B66-28E3BDB21587}" presName="FourNodes_3_text" presStyleLbl="node1" presStyleIdx="3" presStyleCnt="4">
        <dgm:presLayoutVars>
          <dgm:bulletEnabled val="1"/>
        </dgm:presLayoutVars>
      </dgm:prSet>
      <dgm:spPr/>
    </dgm:pt>
    <dgm:pt modelId="{F68D0CE4-5299-4221-8612-4D8ACC5181D3}" type="pres">
      <dgm:prSet presAssocID="{5A574A40-1C49-4A05-8B66-28E3BDB21587}" presName="FourNodes_4_text" presStyleLbl="node1" presStyleIdx="3" presStyleCnt="4">
        <dgm:presLayoutVars>
          <dgm:bulletEnabled val="1"/>
        </dgm:presLayoutVars>
      </dgm:prSet>
      <dgm:spPr/>
    </dgm:pt>
  </dgm:ptLst>
  <dgm:cxnLst>
    <dgm:cxn modelId="{88976003-F915-454B-A878-59EF27C1B945}" type="presOf" srcId="{BD5F7B09-201C-4599-8916-708603332331}" destId="{D1C129A3-7428-446E-84C7-4E1E64CB17D8}" srcOrd="1" destOrd="0" presId="urn:microsoft.com/office/officeart/2005/8/layout/vProcess5"/>
    <dgm:cxn modelId="{A8B4C406-21C6-4B4A-984B-EFFC7BAE98C5}" type="presOf" srcId="{E9B1A2B6-8938-498F-901B-BC74FC7044CC}" destId="{758B9946-0CE6-4EBA-8CF7-E9A8340CCED4}" srcOrd="1" destOrd="0" presId="urn:microsoft.com/office/officeart/2005/8/layout/vProcess5"/>
    <dgm:cxn modelId="{66F8C60C-7E55-4164-B1D7-6E39C79B35D1}" type="presOf" srcId="{5843960F-0EAA-4CAA-8859-2338774B4769}" destId="{C02621D8-1384-4C65-889C-90472B2CF907}" srcOrd="0" destOrd="0" presId="urn:microsoft.com/office/officeart/2005/8/layout/vProcess5"/>
    <dgm:cxn modelId="{C3EAF81D-BA33-4E33-80AD-89F2A3C34B38}" type="presOf" srcId="{A63D22E5-41E5-435A-B84C-41515D780046}" destId="{CF005205-ACF6-412F-A9D0-259440A6B1E1}" srcOrd="0" destOrd="0" presId="urn:microsoft.com/office/officeart/2005/8/layout/vProcess5"/>
    <dgm:cxn modelId="{B2A60F23-1411-43DD-9377-AC369D3FBDAC}" srcId="{5A574A40-1C49-4A05-8B66-28E3BDB21587}" destId="{BD5F7B09-201C-4599-8916-708603332331}" srcOrd="2" destOrd="0" parTransId="{AAB33694-C711-4864-8668-953A42F7EC42}" sibTransId="{A63D22E5-41E5-435A-B84C-41515D780046}"/>
    <dgm:cxn modelId="{32A33928-AE28-420F-9440-9B81DEECBF56}" type="presOf" srcId="{5A574A40-1C49-4A05-8B66-28E3BDB21587}" destId="{EBA5AC79-46D7-408E-ABB2-B342718AE1E7}" srcOrd="0" destOrd="0" presId="urn:microsoft.com/office/officeart/2005/8/layout/vProcess5"/>
    <dgm:cxn modelId="{3F01CB31-A3FF-49D3-BDE1-379EA00C04DE}" srcId="{5A574A40-1C49-4A05-8B66-28E3BDB21587}" destId="{E9B1A2B6-8938-498F-901B-BC74FC7044CC}" srcOrd="0" destOrd="0" parTransId="{34F9781A-94CA-44DE-B0B5-630CB58A52ED}" sibTransId="{5843960F-0EAA-4CAA-8859-2338774B4769}"/>
    <dgm:cxn modelId="{AA677939-F858-41F6-9A40-19A4222E4264}" type="presOf" srcId="{97E6EE7F-7736-4E7A-8E8D-80383E8B5895}" destId="{F68D0CE4-5299-4221-8612-4D8ACC5181D3}" srcOrd="1" destOrd="0" presId="urn:microsoft.com/office/officeart/2005/8/layout/vProcess5"/>
    <dgm:cxn modelId="{75112043-604A-4667-8942-9B3CC274F826}" type="presOf" srcId="{4BEE0473-EDB7-4DD0-AA62-F9443BBDD75E}" destId="{EAA06990-DAFE-4947-A8D6-1949C4B63E5C}" srcOrd="0" destOrd="0" presId="urn:microsoft.com/office/officeart/2005/8/layout/vProcess5"/>
    <dgm:cxn modelId="{673C6D7A-B2D4-4AD0-B07B-4874B0CBA72A}" type="presOf" srcId="{4BEE0473-EDB7-4DD0-AA62-F9443BBDD75E}" destId="{0B266CD5-5D8A-4F5B-9667-9654822A4A54}" srcOrd="1" destOrd="0" presId="urn:microsoft.com/office/officeart/2005/8/layout/vProcess5"/>
    <dgm:cxn modelId="{BDF7C77F-F312-4017-86A6-8B9EF41A2911}" type="presOf" srcId="{5073954D-62F7-4FD2-8D28-6CD2D535C99B}" destId="{EAA06990-DAFE-4947-A8D6-1949C4B63E5C}" srcOrd="0" destOrd="1" presId="urn:microsoft.com/office/officeart/2005/8/layout/vProcess5"/>
    <dgm:cxn modelId="{405D9386-8D9E-4D46-96BB-C6E72E7F770F}" srcId="{4BEE0473-EDB7-4DD0-AA62-F9443BBDD75E}" destId="{5073954D-62F7-4FD2-8D28-6CD2D535C99B}" srcOrd="0" destOrd="0" parTransId="{249C91B9-E0B4-45AB-8B22-C7FC0D4E0A5D}" sibTransId="{0D73CFF8-D4BC-47EA-8754-636F33DC32B9}"/>
    <dgm:cxn modelId="{180B089F-2342-469F-88C2-183410C4B225}" type="presOf" srcId="{E9B1A2B6-8938-498F-901B-BC74FC7044CC}" destId="{84F5C56A-EA79-4122-A30F-49EF06DD2A49}" srcOrd="0" destOrd="0" presId="urn:microsoft.com/office/officeart/2005/8/layout/vProcess5"/>
    <dgm:cxn modelId="{44EB97B0-E9F4-4435-8A8B-10994AEECBA3}" type="presOf" srcId="{5073954D-62F7-4FD2-8D28-6CD2D535C99B}" destId="{0B266CD5-5D8A-4F5B-9667-9654822A4A54}" srcOrd="1" destOrd="1" presId="urn:microsoft.com/office/officeart/2005/8/layout/vProcess5"/>
    <dgm:cxn modelId="{2D7520B2-F830-4761-896C-1354D6C051BE}" type="presOf" srcId="{97E6EE7F-7736-4E7A-8E8D-80383E8B5895}" destId="{EF8CEE80-4010-4A9C-8DCC-21B52C27C301}" srcOrd="0" destOrd="0" presId="urn:microsoft.com/office/officeart/2005/8/layout/vProcess5"/>
    <dgm:cxn modelId="{3C7601BD-0579-4755-B4DE-13B3F0912473}" srcId="{5A574A40-1C49-4A05-8B66-28E3BDB21587}" destId="{4BEE0473-EDB7-4DD0-AA62-F9443BBDD75E}" srcOrd="1" destOrd="0" parTransId="{75224166-D28A-44EA-9C95-5823A4468EF8}" sibTransId="{3B14DFE0-9C51-415B-B5B9-845CF89DEA5C}"/>
    <dgm:cxn modelId="{57AAE5D6-D26B-43BC-BEC3-1AE8BD2C480F}" type="presOf" srcId="{3B14DFE0-9C51-415B-B5B9-845CF89DEA5C}" destId="{D51C721E-1C97-4CCC-92D9-299AA6390D9B}" srcOrd="0" destOrd="0" presId="urn:microsoft.com/office/officeart/2005/8/layout/vProcess5"/>
    <dgm:cxn modelId="{6D7F03D9-20F3-4FC1-A1AF-FA9A2DE21E7E}" type="presOf" srcId="{BD5F7B09-201C-4599-8916-708603332331}" destId="{B154698B-EE29-4606-B17E-E85D6E3AB399}" srcOrd="0" destOrd="0" presId="urn:microsoft.com/office/officeart/2005/8/layout/vProcess5"/>
    <dgm:cxn modelId="{CFC9CEDE-5B2E-4DC9-8DED-E3D5104E72C6}" srcId="{5A574A40-1C49-4A05-8B66-28E3BDB21587}" destId="{97E6EE7F-7736-4E7A-8E8D-80383E8B5895}" srcOrd="3" destOrd="0" parTransId="{AFBE80F9-8F21-4C61-B417-E9A35DF33C05}" sibTransId="{7F8E669F-506C-4DC2-99CF-0EB5D8C968E5}"/>
    <dgm:cxn modelId="{957E49FF-D87F-409C-831D-146C17648837}" type="presParOf" srcId="{EBA5AC79-46D7-408E-ABB2-B342718AE1E7}" destId="{FB158A95-8A0A-46D9-8597-B3AABE86F819}" srcOrd="0" destOrd="0" presId="urn:microsoft.com/office/officeart/2005/8/layout/vProcess5"/>
    <dgm:cxn modelId="{AB230D79-F433-47F4-9F9F-16C141BF497B}" type="presParOf" srcId="{EBA5AC79-46D7-408E-ABB2-B342718AE1E7}" destId="{84F5C56A-EA79-4122-A30F-49EF06DD2A49}" srcOrd="1" destOrd="0" presId="urn:microsoft.com/office/officeart/2005/8/layout/vProcess5"/>
    <dgm:cxn modelId="{4584FEA8-C9BA-47F8-A953-7D78E59873B6}" type="presParOf" srcId="{EBA5AC79-46D7-408E-ABB2-B342718AE1E7}" destId="{EAA06990-DAFE-4947-A8D6-1949C4B63E5C}" srcOrd="2" destOrd="0" presId="urn:microsoft.com/office/officeart/2005/8/layout/vProcess5"/>
    <dgm:cxn modelId="{ADE93529-67E1-40C6-807F-DD7DF685C275}" type="presParOf" srcId="{EBA5AC79-46D7-408E-ABB2-B342718AE1E7}" destId="{B154698B-EE29-4606-B17E-E85D6E3AB399}" srcOrd="3" destOrd="0" presId="urn:microsoft.com/office/officeart/2005/8/layout/vProcess5"/>
    <dgm:cxn modelId="{9CFD06BF-4640-4275-8937-AAC62FD01748}" type="presParOf" srcId="{EBA5AC79-46D7-408E-ABB2-B342718AE1E7}" destId="{EF8CEE80-4010-4A9C-8DCC-21B52C27C301}" srcOrd="4" destOrd="0" presId="urn:microsoft.com/office/officeart/2005/8/layout/vProcess5"/>
    <dgm:cxn modelId="{BD3AD1D9-4DED-41CA-982D-C38FAEF8AA25}" type="presParOf" srcId="{EBA5AC79-46D7-408E-ABB2-B342718AE1E7}" destId="{C02621D8-1384-4C65-889C-90472B2CF907}" srcOrd="5" destOrd="0" presId="urn:microsoft.com/office/officeart/2005/8/layout/vProcess5"/>
    <dgm:cxn modelId="{A07E9323-360C-4FAB-9DF3-CFA8BD7D0F44}" type="presParOf" srcId="{EBA5AC79-46D7-408E-ABB2-B342718AE1E7}" destId="{D51C721E-1C97-4CCC-92D9-299AA6390D9B}" srcOrd="6" destOrd="0" presId="urn:microsoft.com/office/officeart/2005/8/layout/vProcess5"/>
    <dgm:cxn modelId="{0CC34A41-D713-4F93-976D-94C5841231C3}" type="presParOf" srcId="{EBA5AC79-46D7-408E-ABB2-B342718AE1E7}" destId="{CF005205-ACF6-412F-A9D0-259440A6B1E1}" srcOrd="7" destOrd="0" presId="urn:microsoft.com/office/officeart/2005/8/layout/vProcess5"/>
    <dgm:cxn modelId="{0560F8A6-CF27-472F-8701-F43F0D0F2983}" type="presParOf" srcId="{EBA5AC79-46D7-408E-ABB2-B342718AE1E7}" destId="{758B9946-0CE6-4EBA-8CF7-E9A8340CCED4}" srcOrd="8" destOrd="0" presId="urn:microsoft.com/office/officeart/2005/8/layout/vProcess5"/>
    <dgm:cxn modelId="{C521D4D9-AEFD-46F4-B6D6-7712DCB1A3D3}" type="presParOf" srcId="{EBA5AC79-46D7-408E-ABB2-B342718AE1E7}" destId="{0B266CD5-5D8A-4F5B-9667-9654822A4A54}" srcOrd="9" destOrd="0" presId="urn:microsoft.com/office/officeart/2005/8/layout/vProcess5"/>
    <dgm:cxn modelId="{D6445F9B-B424-47F8-B744-7917915DDC62}" type="presParOf" srcId="{EBA5AC79-46D7-408E-ABB2-B342718AE1E7}" destId="{D1C129A3-7428-446E-84C7-4E1E64CB17D8}" srcOrd="10" destOrd="0" presId="urn:microsoft.com/office/officeart/2005/8/layout/vProcess5"/>
    <dgm:cxn modelId="{77B4BD71-9AC5-490A-AE38-92DB7F424346}" type="presParOf" srcId="{EBA5AC79-46D7-408E-ABB2-B342718AE1E7}" destId="{F68D0CE4-5299-4221-8612-4D8ACC5181D3}" srcOrd="11"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B75E42B-7498-443C-A13C-D85A50C9B99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644A7AD-511F-42E9-A5B7-830BF49F15B0}">
      <dgm:prSet/>
      <dgm:spPr/>
      <dgm:t>
        <a:bodyPr/>
        <a:lstStyle/>
        <a:p>
          <a:r>
            <a:rPr lang="en-US"/>
            <a:t>Scope creep is an issue for most projects.</a:t>
          </a:r>
        </a:p>
      </dgm:t>
    </dgm:pt>
    <dgm:pt modelId="{7E9961F4-F7C6-4007-B34E-4D25F51E3D37}" type="parTrans" cxnId="{AF69A5AD-FC1F-477B-BE7E-2813D66047A9}">
      <dgm:prSet/>
      <dgm:spPr/>
      <dgm:t>
        <a:bodyPr/>
        <a:lstStyle/>
        <a:p>
          <a:endParaRPr lang="en-US"/>
        </a:p>
      </dgm:t>
    </dgm:pt>
    <dgm:pt modelId="{E5515581-489F-4515-9E44-C005B4E0F66B}" type="sibTrans" cxnId="{AF69A5AD-FC1F-477B-BE7E-2813D66047A9}">
      <dgm:prSet/>
      <dgm:spPr/>
      <dgm:t>
        <a:bodyPr/>
        <a:lstStyle/>
        <a:p>
          <a:endParaRPr lang="en-US"/>
        </a:p>
      </dgm:t>
    </dgm:pt>
    <dgm:pt modelId="{F801D69E-8D19-469D-B2CD-CF0206A62E01}">
      <dgm:prSet/>
      <dgm:spPr/>
      <dgm:t>
        <a:bodyPr/>
        <a:lstStyle/>
        <a:p>
          <a:r>
            <a:rPr lang="en-US"/>
            <a:t>The requirements and features of a project expand without adding additional time or resources.</a:t>
          </a:r>
        </a:p>
      </dgm:t>
    </dgm:pt>
    <dgm:pt modelId="{F157D246-3D84-4540-9EC0-C930DF2D89C1}" type="parTrans" cxnId="{04AF5972-7427-432E-AABB-8EDEA932996B}">
      <dgm:prSet/>
      <dgm:spPr/>
      <dgm:t>
        <a:bodyPr/>
        <a:lstStyle/>
        <a:p>
          <a:endParaRPr lang="en-US"/>
        </a:p>
      </dgm:t>
    </dgm:pt>
    <dgm:pt modelId="{B0B5D2E8-B3E6-43AE-B3D9-46B7284CB3E4}" type="sibTrans" cxnId="{04AF5972-7427-432E-AABB-8EDEA932996B}">
      <dgm:prSet/>
      <dgm:spPr/>
      <dgm:t>
        <a:bodyPr/>
        <a:lstStyle/>
        <a:p>
          <a:endParaRPr lang="en-US"/>
        </a:p>
      </dgm:t>
    </dgm:pt>
    <dgm:pt modelId="{1646EA89-5A18-4FA7-87D9-6DE79371E852}">
      <dgm:prSet/>
      <dgm:spPr/>
      <dgm:t>
        <a:bodyPr/>
        <a:lstStyle/>
        <a:p>
          <a:r>
            <a:rPr lang="en-US"/>
            <a:t>Implementation of Delphi Method is recommended.</a:t>
          </a:r>
        </a:p>
      </dgm:t>
    </dgm:pt>
    <dgm:pt modelId="{AF7A35E5-EB16-4B15-9D3F-FDB66D6812A3}" type="parTrans" cxnId="{1A69EAF4-354B-4F62-B524-20F32FDB6B26}">
      <dgm:prSet/>
      <dgm:spPr/>
      <dgm:t>
        <a:bodyPr/>
        <a:lstStyle/>
        <a:p>
          <a:endParaRPr lang="en-US"/>
        </a:p>
      </dgm:t>
    </dgm:pt>
    <dgm:pt modelId="{46396DA9-22C6-4A8E-9E2D-5A4136ED7ECF}" type="sibTrans" cxnId="{1A69EAF4-354B-4F62-B524-20F32FDB6B26}">
      <dgm:prSet/>
      <dgm:spPr/>
      <dgm:t>
        <a:bodyPr/>
        <a:lstStyle/>
        <a:p>
          <a:endParaRPr lang="en-US"/>
        </a:p>
      </dgm:t>
    </dgm:pt>
    <dgm:pt modelId="{B91C82C9-A738-49DB-860F-20A2AB9BBB52}">
      <dgm:prSet/>
      <dgm:spPr/>
      <dgm:t>
        <a:bodyPr/>
        <a:lstStyle/>
        <a:p>
          <a:r>
            <a:rPr lang="en-US"/>
            <a:t>Allows engagement from all key stakeholders in the project to anonymously answer questions and identify risks within the project.</a:t>
          </a:r>
        </a:p>
      </dgm:t>
    </dgm:pt>
    <dgm:pt modelId="{B93C34A7-9306-4E43-BB1A-4343F0CF5A2B}" type="parTrans" cxnId="{D1718FE1-7A19-4035-A1F1-6A32C4ACE4F3}">
      <dgm:prSet/>
      <dgm:spPr/>
      <dgm:t>
        <a:bodyPr/>
        <a:lstStyle/>
        <a:p>
          <a:endParaRPr lang="en-US"/>
        </a:p>
      </dgm:t>
    </dgm:pt>
    <dgm:pt modelId="{7DD27D61-52D4-44C8-8A7E-743896B332AA}" type="sibTrans" cxnId="{D1718FE1-7A19-4035-A1F1-6A32C4ACE4F3}">
      <dgm:prSet/>
      <dgm:spPr/>
      <dgm:t>
        <a:bodyPr/>
        <a:lstStyle/>
        <a:p>
          <a:endParaRPr lang="en-US"/>
        </a:p>
      </dgm:t>
    </dgm:pt>
    <dgm:pt modelId="{0014D2DD-C4C1-4A27-BC9E-93693EFB05C8}">
      <dgm:prSet/>
      <dgm:spPr/>
      <dgm:t>
        <a:bodyPr/>
        <a:lstStyle/>
        <a:p>
          <a:r>
            <a:rPr lang="en-US"/>
            <a:t>Steps: Defining the problem, assemble a panel of experts and key stakeholders, participate in an anonymous survey to provide their feedback, initial responses are gathered and put to the panel for questioning, repeat until risks are identified.</a:t>
          </a:r>
        </a:p>
      </dgm:t>
    </dgm:pt>
    <dgm:pt modelId="{4882A089-777C-49CF-9E36-ADFB7559C385}" type="parTrans" cxnId="{E62D0FFD-DF98-4B26-8A13-72C8E7408A9F}">
      <dgm:prSet/>
      <dgm:spPr/>
      <dgm:t>
        <a:bodyPr/>
        <a:lstStyle/>
        <a:p>
          <a:endParaRPr lang="en-US"/>
        </a:p>
      </dgm:t>
    </dgm:pt>
    <dgm:pt modelId="{A8440372-9D30-4AD3-BAF9-3D41F0019BF2}" type="sibTrans" cxnId="{E62D0FFD-DF98-4B26-8A13-72C8E7408A9F}">
      <dgm:prSet/>
      <dgm:spPr/>
      <dgm:t>
        <a:bodyPr/>
        <a:lstStyle/>
        <a:p>
          <a:endParaRPr lang="en-US"/>
        </a:p>
      </dgm:t>
    </dgm:pt>
    <dgm:pt modelId="{B2FB01EA-708E-423B-8127-D209BE76A1C7}" type="pres">
      <dgm:prSet presAssocID="{6B75E42B-7498-443C-A13C-D85A50C9B995}" presName="root" presStyleCnt="0">
        <dgm:presLayoutVars>
          <dgm:dir/>
          <dgm:resizeHandles val="exact"/>
        </dgm:presLayoutVars>
      </dgm:prSet>
      <dgm:spPr/>
    </dgm:pt>
    <dgm:pt modelId="{3034F278-C9C9-4877-A0B4-ED11CCBD42BA}" type="pres">
      <dgm:prSet presAssocID="{2644A7AD-511F-42E9-A5B7-830BF49F15B0}" presName="compNode" presStyleCnt="0"/>
      <dgm:spPr/>
    </dgm:pt>
    <dgm:pt modelId="{C24012F6-5751-4962-83E6-C1E258C3048F}" type="pres">
      <dgm:prSet presAssocID="{2644A7AD-511F-42E9-A5B7-830BF49F15B0}" presName="bgRect" presStyleLbl="bgShp" presStyleIdx="0" presStyleCnt="3"/>
      <dgm:spPr/>
    </dgm:pt>
    <dgm:pt modelId="{DF9F7907-5C4D-4E17-A115-E24464F06EBF}" type="pres">
      <dgm:prSet presAssocID="{2644A7AD-511F-42E9-A5B7-830BF49F15B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esentation with Checklist"/>
        </a:ext>
      </dgm:extLst>
    </dgm:pt>
    <dgm:pt modelId="{47936F0B-E9A1-4710-967A-9DC898981093}" type="pres">
      <dgm:prSet presAssocID="{2644A7AD-511F-42E9-A5B7-830BF49F15B0}" presName="spaceRect" presStyleCnt="0"/>
      <dgm:spPr/>
    </dgm:pt>
    <dgm:pt modelId="{A1C6066D-D230-4DEA-A1BE-3B65C5FB209B}" type="pres">
      <dgm:prSet presAssocID="{2644A7AD-511F-42E9-A5B7-830BF49F15B0}" presName="parTx" presStyleLbl="revTx" presStyleIdx="0" presStyleCnt="5">
        <dgm:presLayoutVars>
          <dgm:chMax val="0"/>
          <dgm:chPref val="0"/>
        </dgm:presLayoutVars>
      </dgm:prSet>
      <dgm:spPr/>
    </dgm:pt>
    <dgm:pt modelId="{00F17131-6C4A-4A06-9EDA-30E8FDCAF1DF}" type="pres">
      <dgm:prSet presAssocID="{2644A7AD-511F-42E9-A5B7-830BF49F15B0}" presName="desTx" presStyleLbl="revTx" presStyleIdx="1" presStyleCnt="5">
        <dgm:presLayoutVars/>
      </dgm:prSet>
      <dgm:spPr/>
    </dgm:pt>
    <dgm:pt modelId="{5CCD93BA-B834-48ED-A3A1-0F8788B074A1}" type="pres">
      <dgm:prSet presAssocID="{E5515581-489F-4515-9E44-C005B4E0F66B}" presName="sibTrans" presStyleCnt="0"/>
      <dgm:spPr/>
    </dgm:pt>
    <dgm:pt modelId="{8CED3A70-B327-4A93-965A-29E614943F7D}" type="pres">
      <dgm:prSet presAssocID="{1646EA89-5A18-4FA7-87D9-6DE79371E852}" presName="compNode" presStyleCnt="0"/>
      <dgm:spPr/>
    </dgm:pt>
    <dgm:pt modelId="{8D598FD9-53A1-4AE0-BEC8-F241E099D18B}" type="pres">
      <dgm:prSet presAssocID="{1646EA89-5A18-4FA7-87D9-6DE79371E852}" presName="bgRect" presStyleLbl="bgShp" presStyleIdx="1" presStyleCnt="3"/>
      <dgm:spPr/>
    </dgm:pt>
    <dgm:pt modelId="{AB9CBC3E-9925-4CA3-A554-04E2682FF924}" type="pres">
      <dgm:prSet presAssocID="{1646EA89-5A18-4FA7-87D9-6DE79371E85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60E069DB-FEC4-42FC-8F61-141A0A209032}" type="pres">
      <dgm:prSet presAssocID="{1646EA89-5A18-4FA7-87D9-6DE79371E852}" presName="spaceRect" presStyleCnt="0"/>
      <dgm:spPr/>
    </dgm:pt>
    <dgm:pt modelId="{675142CE-A381-49EC-8443-3E10043C3967}" type="pres">
      <dgm:prSet presAssocID="{1646EA89-5A18-4FA7-87D9-6DE79371E852}" presName="parTx" presStyleLbl="revTx" presStyleIdx="2" presStyleCnt="5">
        <dgm:presLayoutVars>
          <dgm:chMax val="0"/>
          <dgm:chPref val="0"/>
        </dgm:presLayoutVars>
      </dgm:prSet>
      <dgm:spPr/>
    </dgm:pt>
    <dgm:pt modelId="{1E70B810-5BB7-4FF2-8FCA-435B3995C45F}" type="pres">
      <dgm:prSet presAssocID="{1646EA89-5A18-4FA7-87D9-6DE79371E852}" presName="desTx" presStyleLbl="revTx" presStyleIdx="3" presStyleCnt="5">
        <dgm:presLayoutVars/>
      </dgm:prSet>
      <dgm:spPr/>
    </dgm:pt>
    <dgm:pt modelId="{41E2E385-AA50-4061-AD0E-3E1C9A2006AB}" type="pres">
      <dgm:prSet presAssocID="{46396DA9-22C6-4A8E-9E2D-5A4136ED7ECF}" presName="sibTrans" presStyleCnt="0"/>
      <dgm:spPr/>
    </dgm:pt>
    <dgm:pt modelId="{391F0353-689F-413C-87B2-B47FCD0250A0}" type="pres">
      <dgm:prSet presAssocID="{0014D2DD-C4C1-4A27-BC9E-93693EFB05C8}" presName="compNode" presStyleCnt="0"/>
      <dgm:spPr/>
    </dgm:pt>
    <dgm:pt modelId="{0A26F7CC-2FC9-4ED7-BA47-A692DE71F41A}" type="pres">
      <dgm:prSet presAssocID="{0014D2DD-C4C1-4A27-BC9E-93693EFB05C8}" presName="bgRect" presStyleLbl="bgShp" presStyleIdx="2" presStyleCnt="3"/>
      <dgm:spPr/>
    </dgm:pt>
    <dgm:pt modelId="{E2EF10FC-95FF-4182-A2E7-2D53A568FFF4}" type="pres">
      <dgm:prSet presAssocID="{0014D2DD-C4C1-4A27-BC9E-93693EFB05C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s"/>
        </a:ext>
      </dgm:extLst>
    </dgm:pt>
    <dgm:pt modelId="{9DFDA459-F63B-4C83-848C-E0794AAC6BCE}" type="pres">
      <dgm:prSet presAssocID="{0014D2DD-C4C1-4A27-BC9E-93693EFB05C8}" presName="spaceRect" presStyleCnt="0"/>
      <dgm:spPr/>
    </dgm:pt>
    <dgm:pt modelId="{ED7F1A5A-C546-4B6D-BDF2-222AA550BE53}" type="pres">
      <dgm:prSet presAssocID="{0014D2DD-C4C1-4A27-BC9E-93693EFB05C8}" presName="parTx" presStyleLbl="revTx" presStyleIdx="4" presStyleCnt="5">
        <dgm:presLayoutVars>
          <dgm:chMax val="0"/>
          <dgm:chPref val="0"/>
        </dgm:presLayoutVars>
      </dgm:prSet>
      <dgm:spPr/>
    </dgm:pt>
  </dgm:ptLst>
  <dgm:cxnLst>
    <dgm:cxn modelId="{4F44D129-A777-446E-8DC8-8BBBA5AB1D8A}" type="presOf" srcId="{2644A7AD-511F-42E9-A5B7-830BF49F15B0}" destId="{A1C6066D-D230-4DEA-A1BE-3B65C5FB209B}" srcOrd="0" destOrd="0" presId="urn:microsoft.com/office/officeart/2018/2/layout/IconVerticalSolidList"/>
    <dgm:cxn modelId="{38664B69-D13E-4A04-B491-EDF7FA4A5F92}" type="presOf" srcId="{B91C82C9-A738-49DB-860F-20A2AB9BBB52}" destId="{1E70B810-5BB7-4FF2-8FCA-435B3995C45F}" srcOrd="0" destOrd="0" presId="urn:microsoft.com/office/officeart/2018/2/layout/IconVerticalSolidList"/>
    <dgm:cxn modelId="{1B013E51-9EE7-43A5-B56C-4BA18FA07686}" type="presOf" srcId="{0014D2DD-C4C1-4A27-BC9E-93693EFB05C8}" destId="{ED7F1A5A-C546-4B6D-BDF2-222AA550BE53}" srcOrd="0" destOrd="0" presId="urn:microsoft.com/office/officeart/2018/2/layout/IconVerticalSolidList"/>
    <dgm:cxn modelId="{04AF5972-7427-432E-AABB-8EDEA932996B}" srcId="{2644A7AD-511F-42E9-A5B7-830BF49F15B0}" destId="{F801D69E-8D19-469D-B2CD-CF0206A62E01}" srcOrd="0" destOrd="0" parTransId="{F157D246-3D84-4540-9EC0-C930DF2D89C1}" sibTransId="{B0B5D2E8-B3E6-43AE-B3D9-46B7284CB3E4}"/>
    <dgm:cxn modelId="{020CD09E-2552-4E33-9607-53903F7F9369}" type="presOf" srcId="{6B75E42B-7498-443C-A13C-D85A50C9B995}" destId="{B2FB01EA-708E-423B-8127-D209BE76A1C7}" srcOrd="0" destOrd="0" presId="urn:microsoft.com/office/officeart/2018/2/layout/IconVerticalSolidList"/>
    <dgm:cxn modelId="{AF69A5AD-FC1F-477B-BE7E-2813D66047A9}" srcId="{6B75E42B-7498-443C-A13C-D85A50C9B995}" destId="{2644A7AD-511F-42E9-A5B7-830BF49F15B0}" srcOrd="0" destOrd="0" parTransId="{7E9961F4-F7C6-4007-B34E-4D25F51E3D37}" sibTransId="{E5515581-489F-4515-9E44-C005B4E0F66B}"/>
    <dgm:cxn modelId="{F508F6D0-854F-43EA-AAFB-6ECBE7D8E511}" type="presOf" srcId="{1646EA89-5A18-4FA7-87D9-6DE79371E852}" destId="{675142CE-A381-49EC-8443-3E10043C3967}" srcOrd="0" destOrd="0" presId="urn:microsoft.com/office/officeart/2018/2/layout/IconVerticalSolidList"/>
    <dgm:cxn modelId="{06A213D1-2C20-4F85-B96D-EBA78A8064B8}" type="presOf" srcId="{F801D69E-8D19-469D-B2CD-CF0206A62E01}" destId="{00F17131-6C4A-4A06-9EDA-30E8FDCAF1DF}" srcOrd="0" destOrd="0" presId="urn:microsoft.com/office/officeart/2018/2/layout/IconVerticalSolidList"/>
    <dgm:cxn modelId="{D1718FE1-7A19-4035-A1F1-6A32C4ACE4F3}" srcId="{1646EA89-5A18-4FA7-87D9-6DE79371E852}" destId="{B91C82C9-A738-49DB-860F-20A2AB9BBB52}" srcOrd="0" destOrd="0" parTransId="{B93C34A7-9306-4E43-BB1A-4343F0CF5A2B}" sibTransId="{7DD27D61-52D4-44C8-8A7E-743896B332AA}"/>
    <dgm:cxn modelId="{1A69EAF4-354B-4F62-B524-20F32FDB6B26}" srcId="{6B75E42B-7498-443C-A13C-D85A50C9B995}" destId="{1646EA89-5A18-4FA7-87D9-6DE79371E852}" srcOrd="1" destOrd="0" parTransId="{AF7A35E5-EB16-4B15-9D3F-FDB66D6812A3}" sibTransId="{46396DA9-22C6-4A8E-9E2D-5A4136ED7ECF}"/>
    <dgm:cxn modelId="{E62D0FFD-DF98-4B26-8A13-72C8E7408A9F}" srcId="{6B75E42B-7498-443C-A13C-D85A50C9B995}" destId="{0014D2DD-C4C1-4A27-BC9E-93693EFB05C8}" srcOrd="2" destOrd="0" parTransId="{4882A089-777C-49CF-9E36-ADFB7559C385}" sibTransId="{A8440372-9D30-4AD3-BAF9-3D41F0019BF2}"/>
    <dgm:cxn modelId="{AD10EF0F-E0F5-4ECC-87CE-83AF8AB05B26}" type="presParOf" srcId="{B2FB01EA-708E-423B-8127-D209BE76A1C7}" destId="{3034F278-C9C9-4877-A0B4-ED11CCBD42BA}" srcOrd="0" destOrd="0" presId="urn:microsoft.com/office/officeart/2018/2/layout/IconVerticalSolidList"/>
    <dgm:cxn modelId="{3F81A8C3-D4E2-4380-9D5A-3C4F645D4B51}" type="presParOf" srcId="{3034F278-C9C9-4877-A0B4-ED11CCBD42BA}" destId="{C24012F6-5751-4962-83E6-C1E258C3048F}" srcOrd="0" destOrd="0" presId="urn:microsoft.com/office/officeart/2018/2/layout/IconVerticalSolidList"/>
    <dgm:cxn modelId="{27B813D0-CF3D-455B-8A2F-1F3B2A2C53F0}" type="presParOf" srcId="{3034F278-C9C9-4877-A0B4-ED11CCBD42BA}" destId="{DF9F7907-5C4D-4E17-A115-E24464F06EBF}" srcOrd="1" destOrd="0" presId="urn:microsoft.com/office/officeart/2018/2/layout/IconVerticalSolidList"/>
    <dgm:cxn modelId="{99F3A8AB-A55A-4A9D-A882-359CE3461A74}" type="presParOf" srcId="{3034F278-C9C9-4877-A0B4-ED11CCBD42BA}" destId="{47936F0B-E9A1-4710-967A-9DC898981093}" srcOrd="2" destOrd="0" presId="urn:microsoft.com/office/officeart/2018/2/layout/IconVerticalSolidList"/>
    <dgm:cxn modelId="{0306EC2A-0969-468E-A5A5-870979584013}" type="presParOf" srcId="{3034F278-C9C9-4877-A0B4-ED11CCBD42BA}" destId="{A1C6066D-D230-4DEA-A1BE-3B65C5FB209B}" srcOrd="3" destOrd="0" presId="urn:microsoft.com/office/officeart/2018/2/layout/IconVerticalSolidList"/>
    <dgm:cxn modelId="{AF3B4ED8-C329-4E6C-B408-CFB86C91E0DC}" type="presParOf" srcId="{3034F278-C9C9-4877-A0B4-ED11CCBD42BA}" destId="{00F17131-6C4A-4A06-9EDA-30E8FDCAF1DF}" srcOrd="4" destOrd="0" presId="urn:microsoft.com/office/officeart/2018/2/layout/IconVerticalSolidList"/>
    <dgm:cxn modelId="{BD9D3D9D-C8C5-4192-BD8D-197212929F64}" type="presParOf" srcId="{B2FB01EA-708E-423B-8127-D209BE76A1C7}" destId="{5CCD93BA-B834-48ED-A3A1-0F8788B074A1}" srcOrd="1" destOrd="0" presId="urn:microsoft.com/office/officeart/2018/2/layout/IconVerticalSolidList"/>
    <dgm:cxn modelId="{4ADC4A1C-31AA-46AC-BBF4-31BD24092C76}" type="presParOf" srcId="{B2FB01EA-708E-423B-8127-D209BE76A1C7}" destId="{8CED3A70-B327-4A93-965A-29E614943F7D}" srcOrd="2" destOrd="0" presId="urn:microsoft.com/office/officeart/2018/2/layout/IconVerticalSolidList"/>
    <dgm:cxn modelId="{B034D812-1BE4-493A-9C9F-229C4CE86710}" type="presParOf" srcId="{8CED3A70-B327-4A93-965A-29E614943F7D}" destId="{8D598FD9-53A1-4AE0-BEC8-F241E099D18B}" srcOrd="0" destOrd="0" presId="urn:microsoft.com/office/officeart/2018/2/layout/IconVerticalSolidList"/>
    <dgm:cxn modelId="{5CCC9AEB-E4C0-4472-BB13-FE68685EF34B}" type="presParOf" srcId="{8CED3A70-B327-4A93-965A-29E614943F7D}" destId="{AB9CBC3E-9925-4CA3-A554-04E2682FF924}" srcOrd="1" destOrd="0" presId="urn:microsoft.com/office/officeart/2018/2/layout/IconVerticalSolidList"/>
    <dgm:cxn modelId="{F8764948-0A80-4A75-AFBE-B84879E59A0D}" type="presParOf" srcId="{8CED3A70-B327-4A93-965A-29E614943F7D}" destId="{60E069DB-FEC4-42FC-8F61-141A0A209032}" srcOrd="2" destOrd="0" presId="urn:microsoft.com/office/officeart/2018/2/layout/IconVerticalSolidList"/>
    <dgm:cxn modelId="{F8FE5105-8E1C-486B-831C-A45C37DC9A70}" type="presParOf" srcId="{8CED3A70-B327-4A93-965A-29E614943F7D}" destId="{675142CE-A381-49EC-8443-3E10043C3967}" srcOrd="3" destOrd="0" presId="urn:microsoft.com/office/officeart/2018/2/layout/IconVerticalSolidList"/>
    <dgm:cxn modelId="{8260488C-DEE7-4BFC-8F30-CD12863C8FC5}" type="presParOf" srcId="{8CED3A70-B327-4A93-965A-29E614943F7D}" destId="{1E70B810-5BB7-4FF2-8FCA-435B3995C45F}" srcOrd="4" destOrd="0" presId="urn:microsoft.com/office/officeart/2018/2/layout/IconVerticalSolidList"/>
    <dgm:cxn modelId="{8A825F0D-C245-4504-BAAB-010EC406B3C8}" type="presParOf" srcId="{B2FB01EA-708E-423B-8127-D209BE76A1C7}" destId="{41E2E385-AA50-4061-AD0E-3E1C9A2006AB}" srcOrd="3" destOrd="0" presId="urn:microsoft.com/office/officeart/2018/2/layout/IconVerticalSolidList"/>
    <dgm:cxn modelId="{2BC604D7-8B97-4307-98CB-C6629EBCE68C}" type="presParOf" srcId="{B2FB01EA-708E-423B-8127-D209BE76A1C7}" destId="{391F0353-689F-413C-87B2-B47FCD0250A0}" srcOrd="4" destOrd="0" presId="urn:microsoft.com/office/officeart/2018/2/layout/IconVerticalSolidList"/>
    <dgm:cxn modelId="{EE7E28ED-149C-43EF-B1CF-15F97F4C1C51}" type="presParOf" srcId="{391F0353-689F-413C-87B2-B47FCD0250A0}" destId="{0A26F7CC-2FC9-4ED7-BA47-A692DE71F41A}" srcOrd="0" destOrd="0" presId="urn:microsoft.com/office/officeart/2018/2/layout/IconVerticalSolidList"/>
    <dgm:cxn modelId="{6542DFE4-7689-488F-B280-1F15EE1FEF09}" type="presParOf" srcId="{391F0353-689F-413C-87B2-B47FCD0250A0}" destId="{E2EF10FC-95FF-4182-A2E7-2D53A568FFF4}" srcOrd="1" destOrd="0" presId="urn:microsoft.com/office/officeart/2018/2/layout/IconVerticalSolidList"/>
    <dgm:cxn modelId="{C6D3A289-D23B-42D8-88E6-4FBE916A403B}" type="presParOf" srcId="{391F0353-689F-413C-87B2-B47FCD0250A0}" destId="{9DFDA459-F63B-4C83-848C-E0794AAC6BCE}" srcOrd="2" destOrd="0" presId="urn:microsoft.com/office/officeart/2018/2/layout/IconVerticalSolidList"/>
    <dgm:cxn modelId="{FE3B939C-40E6-4964-BAEC-52A7AD3C0339}" type="presParOf" srcId="{391F0353-689F-413C-87B2-B47FCD0250A0}" destId="{ED7F1A5A-C546-4B6D-BDF2-222AA550BE5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00DC62C-C0B3-4D25-812D-B8DF7E4DE90A}" type="doc">
      <dgm:prSet loTypeId="urn:microsoft.com/office/officeart/2005/8/layout/vList5" loCatId="list" qsTypeId="urn:microsoft.com/office/officeart/2005/8/quickstyle/simple1" qsCatId="simple" csTypeId="urn:microsoft.com/office/officeart/2005/8/colors/colorful1" csCatId="colorful"/>
      <dgm:spPr/>
      <dgm:t>
        <a:bodyPr/>
        <a:lstStyle/>
        <a:p>
          <a:endParaRPr lang="en-US"/>
        </a:p>
      </dgm:t>
    </dgm:pt>
    <dgm:pt modelId="{A28D214E-71E4-436F-B24D-D02818AE2A1E}">
      <dgm:prSet/>
      <dgm:spPr/>
      <dgm:t>
        <a:bodyPr/>
        <a:lstStyle/>
        <a:p>
          <a:r>
            <a:rPr lang="en-US"/>
            <a:t>Expert Interviews with key stakeholders.</a:t>
          </a:r>
        </a:p>
      </dgm:t>
    </dgm:pt>
    <dgm:pt modelId="{FF1EBADE-B979-4BDA-8155-A219CCC9F8BC}" type="parTrans" cxnId="{547B2381-BEBE-4EAA-9DAA-F9A8335C1705}">
      <dgm:prSet/>
      <dgm:spPr/>
      <dgm:t>
        <a:bodyPr/>
        <a:lstStyle/>
        <a:p>
          <a:endParaRPr lang="en-US"/>
        </a:p>
      </dgm:t>
    </dgm:pt>
    <dgm:pt modelId="{0B6C97EE-2F4A-4674-B575-96E3966256E8}" type="sibTrans" cxnId="{547B2381-BEBE-4EAA-9DAA-F9A8335C1705}">
      <dgm:prSet/>
      <dgm:spPr/>
      <dgm:t>
        <a:bodyPr/>
        <a:lstStyle/>
        <a:p>
          <a:endParaRPr lang="en-US"/>
        </a:p>
      </dgm:t>
    </dgm:pt>
    <dgm:pt modelId="{D99CFE0C-3A44-4363-B6B1-881872C42208}">
      <dgm:prSet/>
      <dgm:spPr/>
      <dgm:t>
        <a:bodyPr/>
        <a:lstStyle/>
        <a:p>
          <a:r>
            <a:rPr lang="en-US"/>
            <a:t>AI engineers, security, software engineers, mobile developers, compliance.</a:t>
          </a:r>
        </a:p>
      </dgm:t>
    </dgm:pt>
    <dgm:pt modelId="{0F2D5980-1D81-4FE0-A0D9-A961FE827A99}" type="parTrans" cxnId="{03B1AE34-5B55-44A3-907A-252F57115951}">
      <dgm:prSet/>
      <dgm:spPr/>
      <dgm:t>
        <a:bodyPr/>
        <a:lstStyle/>
        <a:p>
          <a:endParaRPr lang="en-US"/>
        </a:p>
      </dgm:t>
    </dgm:pt>
    <dgm:pt modelId="{DA7A8A73-2B59-4ED5-BC3B-B5C7719815AA}" type="sibTrans" cxnId="{03B1AE34-5B55-44A3-907A-252F57115951}">
      <dgm:prSet/>
      <dgm:spPr/>
      <dgm:t>
        <a:bodyPr/>
        <a:lstStyle/>
        <a:p>
          <a:endParaRPr lang="en-US"/>
        </a:p>
      </dgm:t>
    </dgm:pt>
    <dgm:pt modelId="{8D8D36FA-02CF-4F27-A384-8E5504FC30A6}">
      <dgm:prSet/>
      <dgm:spPr/>
      <dgm:t>
        <a:bodyPr/>
        <a:lstStyle/>
        <a:p>
          <a:r>
            <a:rPr lang="en-US"/>
            <a:t>Historical project data reviews.</a:t>
          </a:r>
        </a:p>
      </dgm:t>
    </dgm:pt>
    <dgm:pt modelId="{273C441C-347D-4355-B38F-2A1B9F32D3FA}" type="parTrans" cxnId="{6DB9F0D3-D8AF-41DC-87F9-3656ACE8733E}">
      <dgm:prSet/>
      <dgm:spPr/>
      <dgm:t>
        <a:bodyPr/>
        <a:lstStyle/>
        <a:p>
          <a:endParaRPr lang="en-US"/>
        </a:p>
      </dgm:t>
    </dgm:pt>
    <dgm:pt modelId="{A32E8453-59C0-4CCB-8BAE-A127D7E3DA6F}" type="sibTrans" cxnId="{6DB9F0D3-D8AF-41DC-87F9-3656ACE8733E}">
      <dgm:prSet/>
      <dgm:spPr/>
      <dgm:t>
        <a:bodyPr/>
        <a:lstStyle/>
        <a:p>
          <a:endParaRPr lang="en-US"/>
        </a:p>
      </dgm:t>
    </dgm:pt>
    <dgm:pt modelId="{D60EEC35-3308-48CD-8E6D-DD7124769B1D}">
      <dgm:prSet/>
      <dgm:spPr/>
      <dgm:t>
        <a:bodyPr/>
        <a:lstStyle/>
        <a:p>
          <a:r>
            <a:rPr lang="en-US"/>
            <a:t>Past projects highlight scope creep when mobile development is involved.</a:t>
          </a:r>
        </a:p>
      </dgm:t>
    </dgm:pt>
    <dgm:pt modelId="{3D390D2A-E19E-474D-9CFB-A84532B715CF}" type="parTrans" cxnId="{93E0D90F-BD1E-4DDB-AA2F-1F898053A119}">
      <dgm:prSet/>
      <dgm:spPr/>
      <dgm:t>
        <a:bodyPr/>
        <a:lstStyle/>
        <a:p>
          <a:endParaRPr lang="en-US"/>
        </a:p>
      </dgm:t>
    </dgm:pt>
    <dgm:pt modelId="{17363B84-B222-4A9D-92F8-3CA4CAABB84E}" type="sibTrans" cxnId="{93E0D90F-BD1E-4DDB-AA2F-1F898053A119}">
      <dgm:prSet/>
      <dgm:spPr/>
      <dgm:t>
        <a:bodyPr/>
        <a:lstStyle/>
        <a:p>
          <a:endParaRPr lang="en-US"/>
        </a:p>
      </dgm:t>
    </dgm:pt>
    <dgm:pt modelId="{6F783877-9EE5-4725-A25D-C64C129FD7E8}">
      <dgm:prSet/>
      <dgm:spPr/>
      <dgm:t>
        <a:bodyPr/>
        <a:lstStyle/>
        <a:p>
          <a:r>
            <a:rPr lang="en-US"/>
            <a:t>Risk assessment workshops were conducted.</a:t>
          </a:r>
        </a:p>
      </dgm:t>
    </dgm:pt>
    <dgm:pt modelId="{23AE9427-CBFD-42B9-A7D4-C0A1078C96DE}" type="parTrans" cxnId="{8082982F-7422-4EA9-9D9B-38A5DA943802}">
      <dgm:prSet/>
      <dgm:spPr/>
      <dgm:t>
        <a:bodyPr/>
        <a:lstStyle/>
        <a:p>
          <a:endParaRPr lang="en-US"/>
        </a:p>
      </dgm:t>
    </dgm:pt>
    <dgm:pt modelId="{65B0ABCD-D50B-463C-BDB9-DCC0B0D0AA6B}" type="sibTrans" cxnId="{8082982F-7422-4EA9-9D9B-38A5DA943802}">
      <dgm:prSet/>
      <dgm:spPr/>
      <dgm:t>
        <a:bodyPr/>
        <a:lstStyle/>
        <a:p>
          <a:endParaRPr lang="en-US"/>
        </a:p>
      </dgm:t>
    </dgm:pt>
    <dgm:pt modelId="{7128FCC2-400A-4823-BCAA-1E01F411ADB6}">
      <dgm:prSet/>
      <dgm:spPr/>
      <dgm:t>
        <a:bodyPr/>
        <a:lstStyle/>
        <a:p>
          <a:r>
            <a:rPr lang="en-US"/>
            <a:t>Brainstorming of risks collectively with key stakeholders.</a:t>
          </a:r>
        </a:p>
      </dgm:t>
    </dgm:pt>
    <dgm:pt modelId="{F343232F-6DE6-4982-B016-2FEA00B29A56}" type="parTrans" cxnId="{1DA7D908-8484-40EC-9DD7-6BEFC6B73002}">
      <dgm:prSet/>
      <dgm:spPr/>
      <dgm:t>
        <a:bodyPr/>
        <a:lstStyle/>
        <a:p>
          <a:endParaRPr lang="en-US"/>
        </a:p>
      </dgm:t>
    </dgm:pt>
    <dgm:pt modelId="{01DB62BF-C2DE-41F9-A4B6-62E1CD32D898}" type="sibTrans" cxnId="{1DA7D908-8484-40EC-9DD7-6BEFC6B73002}">
      <dgm:prSet/>
      <dgm:spPr/>
      <dgm:t>
        <a:bodyPr/>
        <a:lstStyle/>
        <a:p>
          <a:endParaRPr lang="en-US"/>
        </a:p>
      </dgm:t>
    </dgm:pt>
    <dgm:pt modelId="{7FB665D2-AF41-430B-B7F0-A940FC09BEB5}">
      <dgm:prSet/>
      <dgm:spPr/>
      <dgm:t>
        <a:bodyPr/>
        <a:lstStyle/>
        <a:p>
          <a:r>
            <a:rPr lang="en-US"/>
            <a:t>Industry frameworks were consulted.</a:t>
          </a:r>
        </a:p>
      </dgm:t>
    </dgm:pt>
    <dgm:pt modelId="{AD9CE5F3-11E3-4D97-9CE6-6F62A8E1C654}" type="parTrans" cxnId="{788F9463-DB47-406E-BB7F-8719A60388E0}">
      <dgm:prSet/>
      <dgm:spPr/>
      <dgm:t>
        <a:bodyPr/>
        <a:lstStyle/>
        <a:p>
          <a:endParaRPr lang="en-US"/>
        </a:p>
      </dgm:t>
    </dgm:pt>
    <dgm:pt modelId="{FDE97665-1C67-4328-AABB-AC92E27352B5}" type="sibTrans" cxnId="{788F9463-DB47-406E-BB7F-8719A60388E0}">
      <dgm:prSet/>
      <dgm:spPr/>
      <dgm:t>
        <a:bodyPr/>
        <a:lstStyle/>
        <a:p>
          <a:endParaRPr lang="en-US"/>
        </a:p>
      </dgm:t>
    </dgm:pt>
    <dgm:pt modelId="{5B2863EE-0647-44E3-A57D-AC9CB2A063CB}">
      <dgm:prSet/>
      <dgm:spPr/>
      <dgm:t>
        <a:bodyPr/>
        <a:lstStyle/>
        <a:p>
          <a:r>
            <a:rPr lang="en-US"/>
            <a:t>NIST AI Risk Management Framework &amp; IBM AI Risk Management.</a:t>
          </a:r>
        </a:p>
      </dgm:t>
    </dgm:pt>
    <dgm:pt modelId="{525F2CC9-9270-4662-8AA9-D73CD9A5A13C}" type="parTrans" cxnId="{46A2B89E-8723-42DE-BCDD-9A7BAA6998EE}">
      <dgm:prSet/>
      <dgm:spPr/>
      <dgm:t>
        <a:bodyPr/>
        <a:lstStyle/>
        <a:p>
          <a:endParaRPr lang="en-US"/>
        </a:p>
      </dgm:t>
    </dgm:pt>
    <dgm:pt modelId="{68EB43E8-E439-48CD-9C7B-7A476F0B859D}" type="sibTrans" cxnId="{46A2B89E-8723-42DE-BCDD-9A7BAA6998EE}">
      <dgm:prSet/>
      <dgm:spPr/>
      <dgm:t>
        <a:bodyPr/>
        <a:lstStyle/>
        <a:p>
          <a:endParaRPr lang="en-US"/>
        </a:p>
      </dgm:t>
    </dgm:pt>
    <dgm:pt modelId="{32E5ABE9-A60A-4D5E-ADED-CE6CFC434AB4}">
      <dgm:prSet/>
      <dgm:spPr/>
      <dgm:t>
        <a:bodyPr/>
        <a:lstStyle/>
        <a:p>
          <a:r>
            <a:rPr lang="en-US"/>
            <a:t>Central repository of risks in risk register.</a:t>
          </a:r>
        </a:p>
      </dgm:t>
    </dgm:pt>
    <dgm:pt modelId="{9C77DF6E-3324-49A5-8C4B-67B411C08F20}" type="parTrans" cxnId="{D90AFBF6-CAFE-41D1-9D37-D9686470D10B}">
      <dgm:prSet/>
      <dgm:spPr/>
      <dgm:t>
        <a:bodyPr/>
        <a:lstStyle/>
        <a:p>
          <a:endParaRPr lang="en-US"/>
        </a:p>
      </dgm:t>
    </dgm:pt>
    <dgm:pt modelId="{E125EB7E-31E3-490B-B7A1-DACAC5AE2B30}" type="sibTrans" cxnId="{D90AFBF6-CAFE-41D1-9D37-D9686470D10B}">
      <dgm:prSet/>
      <dgm:spPr/>
      <dgm:t>
        <a:bodyPr/>
        <a:lstStyle/>
        <a:p>
          <a:endParaRPr lang="en-US"/>
        </a:p>
      </dgm:t>
    </dgm:pt>
    <dgm:pt modelId="{92EDCA90-B61A-4B1F-8A75-881FD8ED027B}" type="pres">
      <dgm:prSet presAssocID="{E00DC62C-C0B3-4D25-812D-B8DF7E4DE90A}" presName="Name0" presStyleCnt="0">
        <dgm:presLayoutVars>
          <dgm:dir/>
          <dgm:animLvl val="lvl"/>
          <dgm:resizeHandles val="exact"/>
        </dgm:presLayoutVars>
      </dgm:prSet>
      <dgm:spPr/>
    </dgm:pt>
    <dgm:pt modelId="{CD1EC86F-55BE-44F4-826E-1F08EA401179}" type="pres">
      <dgm:prSet presAssocID="{A28D214E-71E4-436F-B24D-D02818AE2A1E}" presName="linNode" presStyleCnt="0"/>
      <dgm:spPr/>
    </dgm:pt>
    <dgm:pt modelId="{4AEA90F0-57B3-429B-B83C-363E49E45C53}" type="pres">
      <dgm:prSet presAssocID="{A28D214E-71E4-436F-B24D-D02818AE2A1E}" presName="parentText" presStyleLbl="node1" presStyleIdx="0" presStyleCnt="5">
        <dgm:presLayoutVars>
          <dgm:chMax val="1"/>
          <dgm:bulletEnabled val="1"/>
        </dgm:presLayoutVars>
      </dgm:prSet>
      <dgm:spPr/>
    </dgm:pt>
    <dgm:pt modelId="{F0CB9542-8924-48D8-B9B2-8668CDDD5E1D}" type="pres">
      <dgm:prSet presAssocID="{A28D214E-71E4-436F-B24D-D02818AE2A1E}" presName="descendantText" presStyleLbl="alignAccFollowNode1" presStyleIdx="0" presStyleCnt="4">
        <dgm:presLayoutVars>
          <dgm:bulletEnabled val="1"/>
        </dgm:presLayoutVars>
      </dgm:prSet>
      <dgm:spPr/>
    </dgm:pt>
    <dgm:pt modelId="{68FD56AB-0E66-44E1-A810-0CBC4967FF3E}" type="pres">
      <dgm:prSet presAssocID="{0B6C97EE-2F4A-4674-B575-96E3966256E8}" presName="sp" presStyleCnt="0"/>
      <dgm:spPr/>
    </dgm:pt>
    <dgm:pt modelId="{3CC8AD53-E1CC-4842-B87F-E273B5806513}" type="pres">
      <dgm:prSet presAssocID="{8D8D36FA-02CF-4F27-A384-8E5504FC30A6}" presName="linNode" presStyleCnt="0"/>
      <dgm:spPr/>
    </dgm:pt>
    <dgm:pt modelId="{AB581673-9813-4FE7-8FCB-8C33CB345270}" type="pres">
      <dgm:prSet presAssocID="{8D8D36FA-02CF-4F27-A384-8E5504FC30A6}" presName="parentText" presStyleLbl="node1" presStyleIdx="1" presStyleCnt="5">
        <dgm:presLayoutVars>
          <dgm:chMax val="1"/>
          <dgm:bulletEnabled val="1"/>
        </dgm:presLayoutVars>
      </dgm:prSet>
      <dgm:spPr/>
    </dgm:pt>
    <dgm:pt modelId="{D9CD3A04-1856-494A-80D0-107446F4C3A4}" type="pres">
      <dgm:prSet presAssocID="{8D8D36FA-02CF-4F27-A384-8E5504FC30A6}" presName="descendantText" presStyleLbl="alignAccFollowNode1" presStyleIdx="1" presStyleCnt="4">
        <dgm:presLayoutVars>
          <dgm:bulletEnabled val="1"/>
        </dgm:presLayoutVars>
      </dgm:prSet>
      <dgm:spPr/>
    </dgm:pt>
    <dgm:pt modelId="{86CC72B3-DA64-4BFB-AF4B-8035D312B242}" type="pres">
      <dgm:prSet presAssocID="{A32E8453-59C0-4CCB-8BAE-A127D7E3DA6F}" presName="sp" presStyleCnt="0"/>
      <dgm:spPr/>
    </dgm:pt>
    <dgm:pt modelId="{F08C353D-04FB-496A-AD5C-F8A577E27C31}" type="pres">
      <dgm:prSet presAssocID="{6F783877-9EE5-4725-A25D-C64C129FD7E8}" presName="linNode" presStyleCnt="0"/>
      <dgm:spPr/>
    </dgm:pt>
    <dgm:pt modelId="{26275A58-9F0D-46B6-997B-C9FEC2153BE7}" type="pres">
      <dgm:prSet presAssocID="{6F783877-9EE5-4725-A25D-C64C129FD7E8}" presName="parentText" presStyleLbl="node1" presStyleIdx="2" presStyleCnt="5">
        <dgm:presLayoutVars>
          <dgm:chMax val="1"/>
          <dgm:bulletEnabled val="1"/>
        </dgm:presLayoutVars>
      </dgm:prSet>
      <dgm:spPr/>
    </dgm:pt>
    <dgm:pt modelId="{FA6D68B4-C127-4448-BDAF-2220C193165C}" type="pres">
      <dgm:prSet presAssocID="{6F783877-9EE5-4725-A25D-C64C129FD7E8}" presName="descendantText" presStyleLbl="alignAccFollowNode1" presStyleIdx="2" presStyleCnt="4">
        <dgm:presLayoutVars>
          <dgm:bulletEnabled val="1"/>
        </dgm:presLayoutVars>
      </dgm:prSet>
      <dgm:spPr/>
    </dgm:pt>
    <dgm:pt modelId="{D16B89E9-6FA3-4229-9792-7290690E8576}" type="pres">
      <dgm:prSet presAssocID="{65B0ABCD-D50B-463C-BDB9-DCC0B0D0AA6B}" presName="sp" presStyleCnt="0"/>
      <dgm:spPr/>
    </dgm:pt>
    <dgm:pt modelId="{E60F26A5-5AA2-4F44-A8C7-570692EEC29D}" type="pres">
      <dgm:prSet presAssocID="{7FB665D2-AF41-430B-B7F0-A940FC09BEB5}" presName="linNode" presStyleCnt="0"/>
      <dgm:spPr/>
    </dgm:pt>
    <dgm:pt modelId="{D63CF338-8F37-4DCE-82B0-AD279F1BA8CC}" type="pres">
      <dgm:prSet presAssocID="{7FB665D2-AF41-430B-B7F0-A940FC09BEB5}" presName="parentText" presStyleLbl="node1" presStyleIdx="3" presStyleCnt="5">
        <dgm:presLayoutVars>
          <dgm:chMax val="1"/>
          <dgm:bulletEnabled val="1"/>
        </dgm:presLayoutVars>
      </dgm:prSet>
      <dgm:spPr/>
    </dgm:pt>
    <dgm:pt modelId="{D04778D4-E95B-40F2-9129-CE1019A51609}" type="pres">
      <dgm:prSet presAssocID="{7FB665D2-AF41-430B-B7F0-A940FC09BEB5}" presName="descendantText" presStyleLbl="alignAccFollowNode1" presStyleIdx="3" presStyleCnt="4">
        <dgm:presLayoutVars>
          <dgm:bulletEnabled val="1"/>
        </dgm:presLayoutVars>
      </dgm:prSet>
      <dgm:spPr/>
    </dgm:pt>
    <dgm:pt modelId="{CC650E97-2D9E-4656-835C-441E75797742}" type="pres">
      <dgm:prSet presAssocID="{FDE97665-1C67-4328-AABB-AC92E27352B5}" presName="sp" presStyleCnt="0"/>
      <dgm:spPr/>
    </dgm:pt>
    <dgm:pt modelId="{1699E4A8-1AA2-46F7-89AF-FFBEAD838AF4}" type="pres">
      <dgm:prSet presAssocID="{32E5ABE9-A60A-4D5E-ADED-CE6CFC434AB4}" presName="linNode" presStyleCnt="0"/>
      <dgm:spPr/>
    </dgm:pt>
    <dgm:pt modelId="{5440462F-2EF2-4E2C-8CDA-5022C8417A76}" type="pres">
      <dgm:prSet presAssocID="{32E5ABE9-A60A-4D5E-ADED-CE6CFC434AB4}" presName="parentText" presStyleLbl="node1" presStyleIdx="4" presStyleCnt="5">
        <dgm:presLayoutVars>
          <dgm:chMax val="1"/>
          <dgm:bulletEnabled val="1"/>
        </dgm:presLayoutVars>
      </dgm:prSet>
      <dgm:spPr/>
    </dgm:pt>
  </dgm:ptLst>
  <dgm:cxnLst>
    <dgm:cxn modelId="{1DA7D908-8484-40EC-9DD7-6BEFC6B73002}" srcId="{6F783877-9EE5-4725-A25D-C64C129FD7E8}" destId="{7128FCC2-400A-4823-BCAA-1E01F411ADB6}" srcOrd="0" destOrd="0" parTransId="{F343232F-6DE6-4982-B016-2FEA00B29A56}" sibTransId="{01DB62BF-C2DE-41F9-A4B6-62E1CD32D898}"/>
    <dgm:cxn modelId="{93E0D90F-BD1E-4DDB-AA2F-1F898053A119}" srcId="{8D8D36FA-02CF-4F27-A384-8E5504FC30A6}" destId="{D60EEC35-3308-48CD-8E6D-DD7124769B1D}" srcOrd="0" destOrd="0" parTransId="{3D390D2A-E19E-474D-9CFB-A84532B715CF}" sibTransId="{17363B84-B222-4A9D-92F8-3CA4CAABB84E}"/>
    <dgm:cxn modelId="{8082982F-7422-4EA9-9D9B-38A5DA943802}" srcId="{E00DC62C-C0B3-4D25-812D-B8DF7E4DE90A}" destId="{6F783877-9EE5-4725-A25D-C64C129FD7E8}" srcOrd="2" destOrd="0" parTransId="{23AE9427-CBFD-42B9-A7D4-C0A1078C96DE}" sibTransId="{65B0ABCD-D50B-463C-BDB9-DCC0B0D0AA6B}"/>
    <dgm:cxn modelId="{03B1AE34-5B55-44A3-907A-252F57115951}" srcId="{A28D214E-71E4-436F-B24D-D02818AE2A1E}" destId="{D99CFE0C-3A44-4363-B6B1-881872C42208}" srcOrd="0" destOrd="0" parTransId="{0F2D5980-1D81-4FE0-A0D9-A961FE827A99}" sibTransId="{DA7A8A73-2B59-4ED5-BC3B-B5C7719815AA}"/>
    <dgm:cxn modelId="{788F9463-DB47-406E-BB7F-8719A60388E0}" srcId="{E00DC62C-C0B3-4D25-812D-B8DF7E4DE90A}" destId="{7FB665D2-AF41-430B-B7F0-A940FC09BEB5}" srcOrd="3" destOrd="0" parTransId="{AD9CE5F3-11E3-4D97-9CE6-6F62A8E1C654}" sibTransId="{FDE97665-1C67-4328-AABB-AC92E27352B5}"/>
    <dgm:cxn modelId="{4C276A64-4A56-4FAD-9A0B-9CA3634EF98C}" type="presOf" srcId="{D60EEC35-3308-48CD-8E6D-DD7124769B1D}" destId="{D9CD3A04-1856-494A-80D0-107446F4C3A4}" srcOrd="0" destOrd="0" presId="urn:microsoft.com/office/officeart/2005/8/layout/vList5"/>
    <dgm:cxn modelId="{BEE87D73-2417-4702-870B-CF9A6C5A9A29}" type="presOf" srcId="{7FB665D2-AF41-430B-B7F0-A940FC09BEB5}" destId="{D63CF338-8F37-4DCE-82B0-AD279F1BA8CC}" srcOrd="0" destOrd="0" presId="urn:microsoft.com/office/officeart/2005/8/layout/vList5"/>
    <dgm:cxn modelId="{547B2381-BEBE-4EAA-9DAA-F9A8335C1705}" srcId="{E00DC62C-C0B3-4D25-812D-B8DF7E4DE90A}" destId="{A28D214E-71E4-436F-B24D-D02818AE2A1E}" srcOrd="0" destOrd="0" parTransId="{FF1EBADE-B979-4BDA-8155-A219CCC9F8BC}" sibTransId="{0B6C97EE-2F4A-4674-B575-96E3966256E8}"/>
    <dgm:cxn modelId="{46A2B89E-8723-42DE-BCDD-9A7BAA6998EE}" srcId="{7FB665D2-AF41-430B-B7F0-A940FC09BEB5}" destId="{5B2863EE-0647-44E3-A57D-AC9CB2A063CB}" srcOrd="0" destOrd="0" parTransId="{525F2CC9-9270-4662-8AA9-D73CD9A5A13C}" sibTransId="{68EB43E8-E439-48CD-9C7B-7A476F0B859D}"/>
    <dgm:cxn modelId="{7689B0AA-3C25-4CB2-B1A2-9F15354921C3}" type="presOf" srcId="{D99CFE0C-3A44-4363-B6B1-881872C42208}" destId="{F0CB9542-8924-48D8-B9B2-8668CDDD5E1D}" srcOrd="0" destOrd="0" presId="urn:microsoft.com/office/officeart/2005/8/layout/vList5"/>
    <dgm:cxn modelId="{651A61BF-DEE2-454F-B133-ADA5B0248E7C}" type="presOf" srcId="{5B2863EE-0647-44E3-A57D-AC9CB2A063CB}" destId="{D04778D4-E95B-40F2-9129-CE1019A51609}" srcOrd="0" destOrd="0" presId="urn:microsoft.com/office/officeart/2005/8/layout/vList5"/>
    <dgm:cxn modelId="{975032C0-7499-4871-9B60-25B652BCA006}" type="presOf" srcId="{6F783877-9EE5-4725-A25D-C64C129FD7E8}" destId="{26275A58-9F0D-46B6-997B-C9FEC2153BE7}" srcOrd="0" destOrd="0" presId="urn:microsoft.com/office/officeart/2005/8/layout/vList5"/>
    <dgm:cxn modelId="{6DB9F0D3-D8AF-41DC-87F9-3656ACE8733E}" srcId="{E00DC62C-C0B3-4D25-812D-B8DF7E4DE90A}" destId="{8D8D36FA-02CF-4F27-A384-8E5504FC30A6}" srcOrd="1" destOrd="0" parTransId="{273C441C-347D-4355-B38F-2A1B9F32D3FA}" sibTransId="{A32E8453-59C0-4CCB-8BAE-A127D7E3DA6F}"/>
    <dgm:cxn modelId="{EBB1F0DE-4A94-4CEB-AB2E-0FF6BDD08B69}" type="presOf" srcId="{A28D214E-71E4-436F-B24D-D02818AE2A1E}" destId="{4AEA90F0-57B3-429B-B83C-363E49E45C53}" srcOrd="0" destOrd="0" presId="urn:microsoft.com/office/officeart/2005/8/layout/vList5"/>
    <dgm:cxn modelId="{F16808E4-D0C6-4B8D-8FAF-9C4065F9E2C1}" type="presOf" srcId="{32E5ABE9-A60A-4D5E-ADED-CE6CFC434AB4}" destId="{5440462F-2EF2-4E2C-8CDA-5022C8417A76}" srcOrd="0" destOrd="0" presId="urn:microsoft.com/office/officeart/2005/8/layout/vList5"/>
    <dgm:cxn modelId="{CAE6B0F1-1D63-4426-823F-B025BA73EAF0}" type="presOf" srcId="{7128FCC2-400A-4823-BCAA-1E01F411ADB6}" destId="{FA6D68B4-C127-4448-BDAF-2220C193165C}" srcOrd="0" destOrd="0" presId="urn:microsoft.com/office/officeart/2005/8/layout/vList5"/>
    <dgm:cxn modelId="{C95829F3-D2E1-4EA0-8E0B-89795AFE4ADA}" type="presOf" srcId="{E00DC62C-C0B3-4D25-812D-B8DF7E4DE90A}" destId="{92EDCA90-B61A-4B1F-8A75-881FD8ED027B}" srcOrd="0" destOrd="0" presId="urn:microsoft.com/office/officeart/2005/8/layout/vList5"/>
    <dgm:cxn modelId="{D90AFBF6-CAFE-41D1-9D37-D9686470D10B}" srcId="{E00DC62C-C0B3-4D25-812D-B8DF7E4DE90A}" destId="{32E5ABE9-A60A-4D5E-ADED-CE6CFC434AB4}" srcOrd="4" destOrd="0" parTransId="{9C77DF6E-3324-49A5-8C4B-67B411C08F20}" sibTransId="{E125EB7E-31E3-490B-B7A1-DACAC5AE2B30}"/>
    <dgm:cxn modelId="{81F3D3FD-E311-44E9-B771-4F43D29498EB}" type="presOf" srcId="{8D8D36FA-02CF-4F27-A384-8E5504FC30A6}" destId="{AB581673-9813-4FE7-8FCB-8C33CB345270}" srcOrd="0" destOrd="0" presId="urn:microsoft.com/office/officeart/2005/8/layout/vList5"/>
    <dgm:cxn modelId="{6599B1EA-896C-4274-BCA0-9A9BD3EBEAC0}" type="presParOf" srcId="{92EDCA90-B61A-4B1F-8A75-881FD8ED027B}" destId="{CD1EC86F-55BE-44F4-826E-1F08EA401179}" srcOrd="0" destOrd="0" presId="urn:microsoft.com/office/officeart/2005/8/layout/vList5"/>
    <dgm:cxn modelId="{915DD332-E3A2-4F22-9B12-4D92C3E3702E}" type="presParOf" srcId="{CD1EC86F-55BE-44F4-826E-1F08EA401179}" destId="{4AEA90F0-57B3-429B-B83C-363E49E45C53}" srcOrd="0" destOrd="0" presId="urn:microsoft.com/office/officeart/2005/8/layout/vList5"/>
    <dgm:cxn modelId="{5F1A23CC-4442-4116-BFB6-D6FC148E778E}" type="presParOf" srcId="{CD1EC86F-55BE-44F4-826E-1F08EA401179}" destId="{F0CB9542-8924-48D8-B9B2-8668CDDD5E1D}" srcOrd="1" destOrd="0" presId="urn:microsoft.com/office/officeart/2005/8/layout/vList5"/>
    <dgm:cxn modelId="{DD307F9E-D86A-4418-847F-A692D06652F1}" type="presParOf" srcId="{92EDCA90-B61A-4B1F-8A75-881FD8ED027B}" destId="{68FD56AB-0E66-44E1-A810-0CBC4967FF3E}" srcOrd="1" destOrd="0" presId="urn:microsoft.com/office/officeart/2005/8/layout/vList5"/>
    <dgm:cxn modelId="{9D6FF803-242F-440C-A1F2-1F63E61ED710}" type="presParOf" srcId="{92EDCA90-B61A-4B1F-8A75-881FD8ED027B}" destId="{3CC8AD53-E1CC-4842-B87F-E273B5806513}" srcOrd="2" destOrd="0" presId="urn:microsoft.com/office/officeart/2005/8/layout/vList5"/>
    <dgm:cxn modelId="{F7BCFB84-13FB-46FD-B7AF-53D25E4BDC26}" type="presParOf" srcId="{3CC8AD53-E1CC-4842-B87F-E273B5806513}" destId="{AB581673-9813-4FE7-8FCB-8C33CB345270}" srcOrd="0" destOrd="0" presId="urn:microsoft.com/office/officeart/2005/8/layout/vList5"/>
    <dgm:cxn modelId="{E3A00BF0-0D81-49D1-B40C-F6B842D68738}" type="presParOf" srcId="{3CC8AD53-E1CC-4842-B87F-E273B5806513}" destId="{D9CD3A04-1856-494A-80D0-107446F4C3A4}" srcOrd="1" destOrd="0" presId="urn:microsoft.com/office/officeart/2005/8/layout/vList5"/>
    <dgm:cxn modelId="{1ED9C560-2280-4590-AB12-97CE64728DCE}" type="presParOf" srcId="{92EDCA90-B61A-4B1F-8A75-881FD8ED027B}" destId="{86CC72B3-DA64-4BFB-AF4B-8035D312B242}" srcOrd="3" destOrd="0" presId="urn:microsoft.com/office/officeart/2005/8/layout/vList5"/>
    <dgm:cxn modelId="{C6C954FD-8676-4D05-AA29-33214D7E9B2D}" type="presParOf" srcId="{92EDCA90-B61A-4B1F-8A75-881FD8ED027B}" destId="{F08C353D-04FB-496A-AD5C-F8A577E27C31}" srcOrd="4" destOrd="0" presId="urn:microsoft.com/office/officeart/2005/8/layout/vList5"/>
    <dgm:cxn modelId="{1360DDCF-E861-414E-8E34-0A04F8D31384}" type="presParOf" srcId="{F08C353D-04FB-496A-AD5C-F8A577E27C31}" destId="{26275A58-9F0D-46B6-997B-C9FEC2153BE7}" srcOrd="0" destOrd="0" presId="urn:microsoft.com/office/officeart/2005/8/layout/vList5"/>
    <dgm:cxn modelId="{7DFDDB99-DB04-4B40-AF34-1608D843A70B}" type="presParOf" srcId="{F08C353D-04FB-496A-AD5C-F8A577E27C31}" destId="{FA6D68B4-C127-4448-BDAF-2220C193165C}" srcOrd="1" destOrd="0" presId="urn:microsoft.com/office/officeart/2005/8/layout/vList5"/>
    <dgm:cxn modelId="{865207F3-3F69-4C5B-9FC0-9CC11F95B259}" type="presParOf" srcId="{92EDCA90-B61A-4B1F-8A75-881FD8ED027B}" destId="{D16B89E9-6FA3-4229-9792-7290690E8576}" srcOrd="5" destOrd="0" presId="urn:microsoft.com/office/officeart/2005/8/layout/vList5"/>
    <dgm:cxn modelId="{FD184E4A-55D1-41EE-B1F9-31FC57A8806E}" type="presParOf" srcId="{92EDCA90-B61A-4B1F-8A75-881FD8ED027B}" destId="{E60F26A5-5AA2-4F44-A8C7-570692EEC29D}" srcOrd="6" destOrd="0" presId="urn:microsoft.com/office/officeart/2005/8/layout/vList5"/>
    <dgm:cxn modelId="{A7E8098F-EC90-4AFC-9E9B-C642539A94D8}" type="presParOf" srcId="{E60F26A5-5AA2-4F44-A8C7-570692EEC29D}" destId="{D63CF338-8F37-4DCE-82B0-AD279F1BA8CC}" srcOrd="0" destOrd="0" presId="urn:microsoft.com/office/officeart/2005/8/layout/vList5"/>
    <dgm:cxn modelId="{3E561BDB-7DB6-4F9C-BF28-D0524606D23A}" type="presParOf" srcId="{E60F26A5-5AA2-4F44-A8C7-570692EEC29D}" destId="{D04778D4-E95B-40F2-9129-CE1019A51609}" srcOrd="1" destOrd="0" presId="urn:microsoft.com/office/officeart/2005/8/layout/vList5"/>
    <dgm:cxn modelId="{BFFF0068-A5E1-4084-ABB3-19F41A516A63}" type="presParOf" srcId="{92EDCA90-B61A-4B1F-8A75-881FD8ED027B}" destId="{CC650E97-2D9E-4656-835C-441E75797742}" srcOrd="7" destOrd="0" presId="urn:microsoft.com/office/officeart/2005/8/layout/vList5"/>
    <dgm:cxn modelId="{21D66124-BD03-43F2-9EA1-546E4E773C22}" type="presParOf" srcId="{92EDCA90-B61A-4B1F-8A75-881FD8ED027B}" destId="{1699E4A8-1AA2-46F7-89AF-FFBEAD838AF4}" srcOrd="8" destOrd="0" presId="urn:microsoft.com/office/officeart/2005/8/layout/vList5"/>
    <dgm:cxn modelId="{789FBD60-0537-470D-9590-EF20CAB42832}" type="presParOf" srcId="{1699E4A8-1AA2-46F7-89AF-FFBEAD838AF4}" destId="{5440462F-2EF2-4E2C-8CDA-5022C8417A76}"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644AC77-4AC8-4E40-A8D9-ED3DC3325E51}" type="doc">
      <dgm:prSet loTypeId="urn:microsoft.com/office/officeart/2018/2/layout/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1797BDCC-0D61-4A38-9573-CBC6A6479856}">
      <dgm:prSet/>
      <dgm:spPr/>
      <dgm:t>
        <a:bodyPr/>
        <a:lstStyle/>
        <a:p>
          <a:pPr>
            <a:lnSpc>
              <a:spcPct val="100000"/>
            </a:lnSpc>
            <a:defRPr b="1"/>
          </a:pPr>
          <a:r>
            <a:rPr lang="en-US"/>
            <a:t>Data Privacy</a:t>
          </a:r>
        </a:p>
      </dgm:t>
    </dgm:pt>
    <dgm:pt modelId="{14EBBC03-A824-460F-8782-A0D8AD4365A0}" type="parTrans" cxnId="{444F01C5-BF21-4D8D-9B2D-BD3E1D106830}">
      <dgm:prSet/>
      <dgm:spPr/>
      <dgm:t>
        <a:bodyPr/>
        <a:lstStyle/>
        <a:p>
          <a:endParaRPr lang="en-US"/>
        </a:p>
      </dgm:t>
    </dgm:pt>
    <dgm:pt modelId="{F9B0CFF3-7F56-4436-BDD7-1B0984749BEB}" type="sibTrans" cxnId="{444F01C5-BF21-4D8D-9B2D-BD3E1D106830}">
      <dgm:prSet/>
      <dgm:spPr/>
      <dgm:t>
        <a:bodyPr/>
        <a:lstStyle/>
        <a:p>
          <a:endParaRPr lang="en-US"/>
        </a:p>
      </dgm:t>
    </dgm:pt>
    <dgm:pt modelId="{7CF72339-C732-4D06-8335-54E0E5B47FD1}">
      <dgm:prSet/>
      <dgm:spPr/>
      <dgm:t>
        <a:bodyPr/>
        <a:lstStyle/>
        <a:p>
          <a:pPr>
            <a:lnSpc>
              <a:spcPct val="100000"/>
            </a:lnSpc>
          </a:pPr>
          <a:r>
            <a:rPr lang="en-US"/>
            <a:t>Large volume of customer data is required.</a:t>
          </a:r>
        </a:p>
      </dgm:t>
    </dgm:pt>
    <dgm:pt modelId="{A5EB80CE-763E-4B52-B0BE-8485D9D79D3F}" type="parTrans" cxnId="{65960F4A-85DE-4C43-AF32-4AF379DCF14E}">
      <dgm:prSet/>
      <dgm:spPr/>
      <dgm:t>
        <a:bodyPr/>
        <a:lstStyle/>
        <a:p>
          <a:endParaRPr lang="en-US"/>
        </a:p>
      </dgm:t>
    </dgm:pt>
    <dgm:pt modelId="{9ED17820-2A89-4223-9C70-EDA7EA2D7F98}" type="sibTrans" cxnId="{65960F4A-85DE-4C43-AF32-4AF379DCF14E}">
      <dgm:prSet/>
      <dgm:spPr/>
      <dgm:t>
        <a:bodyPr/>
        <a:lstStyle/>
        <a:p>
          <a:endParaRPr lang="en-US"/>
        </a:p>
      </dgm:t>
    </dgm:pt>
    <dgm:pt modelId="{B5A8D04B-FD10-4DD8-B9B1-6A41FBED3AFC}">
      <dgm:prSet/>
      <dgm:spPr/>
      <dgm:t>
        <a:bodyPr/>
        <a:lstStyle/>
        <a:p>
          <a:pPr>
            <a:lnSpc>
              <a:spcPct val="100000"/>
            </a:lnSpc>
          </a:pPr>
          <a:r>
            <a:rPr lang="en-US"/>
            <a:t>Mismanagement leads to loss of customer trust, regulatory fines and violations, and overall harm to the reputation of the company.</a:t>
          </a:r>
        </a:p>
      </dgm:t>
    </dgm:pt>
    <dgm:pt modelId="{0B8B9DD1-385D-4780-A5C0-2709E05980A3}" type="parTrans" cxnId="{0B3EE85B-7C91-468A-9C8B-260C8AC7B578}">
      <dgm:prSet/>
      <dgm:spPr/>
      <dgm:t>
        <a:bodyPr/>
        <a:lstStyle/>
        <a:p>
          <a:endParaRPr lang="en-US"/>
        </a:p>
      </dgm:t>
    </dgm:pt>
    <dgm:pt modelId="{81CBA7AA-5E73-4DA2-B869-2DBAE24BBFD0}" type="sibTrans" cxnId="{0B3EE85B-7C91-468A-9C8B-260C8AC7B578}">
      <dgm:prSet/>
      <dgm:spPr/>
      <dgm:t>
        <a:bodyPr/>
        <a:lstStyle/>
        <a:p>
          <a:endParaRPr lang="en-US"/>
        </a:p>
      </dgm:t>
    </dgm:pt>
    <dgm:pt modelId="{82144782-3C54-40A0-A0F2-99EF9B52952A}">
      <dgm:prSet/>
      <dgm:spPr/>
      <dgm:t>
        <a:bodyPr/>
        <a:lstStyle/>
        <a:p>
          <a:pPr>
            <a:lnSpc>
              <a:spcPct val="100000"/>
            </a:lnSpc>
            <a:defRPr b="1"/>
          </a:pPr>
          <a:r>
            <a:rPr lang="en-US"/>
            <a:t>Algorithm Behavior</a:t>
          </a:r>
        </a:p>
      </dgm:t>
    </dgm:pt>
    <dgm:pt modelId="{58A92BF7-60AB-4E05-99C5-EACD8E6E6310}" type="parTrans" cxnId="{ED77753A-E0B4-45EC-A661-1979482CE30F}">
      <dgm:prSet/>
      <dgm:spPr/>
      <dgm:t>
        <a:bodyPr/>
        <a:lstStyle/>
        <a:p>
          <a:endParaRPr lang="en-US"/>
        </a:p>
      </dgm:t>
    </dgm:pt>
    <dgm:pt modelId="{4D59A636-4DF9-499E-BF98-1B75C2313873}" type="sibTrans" cxnId="{ED77753A-E0B4-45EC-A661-1979482CE30F}">
      <dgm:prSet/>
      <dgm:spPr/>
      <dgm:t>
        <a:bodyPr/>
        <a:lstStyle/>
        <a:p>
          <a:endParaRPr lang="en-US"/>
        </a:p>
      </dgm:t>
    </dgm:pt>
    <dgm:pt modelId="{18224F09-CB13-42AF-9580-7C4A5AF02A2F}">
      <dgm:prSet/>
      <dgm:spPr/>
      <dgm:t>
        <a:bodyPr/>
        <a:lstStyle/>
        <a:p>
          <a:pPr>
            <a:lnSpc>
              <a:spcPct val="100000"/>
            </a:lnSpc>
          </a:pPr>
          <a:r>
            <a:rPr lang="en-US"/>
            <a:t>Sometimes produce strange or inaccurate results.</a:t>
          </a:r>
        </a:p>
      </dgm:t>
    </dgm:pt>
    <dgm:pt modelId="{F06AA079-E194-45EB-B311-3C761AF0171C}" type="parTrans" cxnId="{266244DF-266A-4D48-820E-21E0564F734F}">
      <dgm:prSet/>
      <dgm:spPr/>
      <dgm:t>
        <a:bodyPr/>
        <a:lstStyle/>
        <a:p>
          <a:endParaRPr lang="en-US"/>
        </a:p>
      </dgm:t>
    </dgm:pt>
    <dgm:pt modelId="{759124CD-52A3-4FFF-8484-BB1B812EDD79}" type="sibTrans" cxnId="{266244DF-266A-4D48-820E-21E0564F734F}">
      <dgm:prSet/>
      <dgm:spPr/>
      <dgm:t>
        <a:bodyPr/>
        <a:lstStyle/>
        <a:p>
          <a:endParaRPr lang="en-US"/>
        </a:p>
      </dgm:t>
    </dgm:pt>
    <dgm:pt modelId="{E1A7451D-1C1F-40E1-8AE1-F06C22B6453E}">
      <dgm:prSet/>
      <dgm:spPr/>
      <dgm:t>
        <a:bodyPr/>
        <a:lstStyle/>
        <a:p>
          <a:pPr>
            <a:lnSpc>
              <a:spcPct val="100000"/>
            </a:lnSpc>
          </a:pPr>
          <a:r>
            <a:rPr lang="en-US"/>
            <a:t>Lead to disruptions in service among other negatives.</a:t>
          </a:r>
        </a:p>
      </dgm:t>
    </dgm:pt>
    <dgm:pt modelId="{2BE2FA90-48D1-4CCA-AA49-AF2703F1DC71}" type="parTrans" cxnId="{8D09F3B4-2329-41E1-BEDF-FD4BE86A023F}">
      <dgm:prSet/>
      <dgm:spPr/>
      <dgm:t>
        <a:bodyPr/>
        <a:lstStyle/>
        <a:p>
          <a:endParaRPr lang="en-US"/>
        </a:p>
      </dgm:t>
    </dgm:pt>
    <dgm:pt modelId="{4B897ED2-7D79-4F89-9CEE-49A4F7D7C552}" type="sibTrans" cxnId="{8D09F3B4-2329-41E1-BEDF-FD4BE86A023F}">
      <dgm:prSet/>
      <dgm:spPr/>
      <dgm:t>
        <a:bodyPr/>
        <a:lstStyle/>
        <a:p>
          <a:endParaRPr lang="en-US"/>
        </a:p>
      </dgm:t>
    </dgm:pt>
    <dgm:pt modelId="{2A22295A-5FFF-4324-A72E-A0E9348E4499}">
      <dgm:prSet/>
      <dgm:spPr/>
      <dgm:t>
        <a:bodyPr/>
        <a:lstStyle/>
        <a:p>
          <a:pPr>
            <a:lnSpc>
              <a:spcPct val="100000"/>
            </a:lnSpc>
            <a:defRPr b="1"/>
          </a:pPr>
          <a:r>
            <a:rPr lang="en-US"/>
            <a:t>Integration Complexity</a:t>
          </a:r>
        </a:p>
      </dgm:t>
    </dgm:pt>
    <dgm:pt modelId="{7A271490-FD16-452E-AF6B-4B94B5608A07}" type="parTrans" cxnId="{A5534663-9F9B-4724-9E2A-7BF6D85119CA}">
      <dgm:prSet/>
      <dgm:spPr/>
      <dgm:t>
        <a:bodyPr/>
        <a:lstStyle/>
        <a:p>
          <a:endParaRPr lang="en-US"/>
        </a:p>
      </dgm:t>
    </dgm:pt>
    <dgm:pt modelId="{929DF0F7-0C09-4189-A61B-B39121A8B913}" type="sibTrans" cxnId="{A5534663-9F9B-4724-9E2A-7BF6D85119CA}">
      <dgm:prSet/>
      <dgm:spPr/>
      <dgm:t>
        <a:bodyPr/>
        <a:lstStyle/>
        <a:p>
          <a:endParaRPr lang="en-US"/>
        </a:p>
      </dgm:t>
    </dgm:pt>
    <dgm:pt modelId="{26A2C29A-E9D7-46BB-814E-F454F33FAF92}">
      <dgm:prSet/>
      <dgm:spPr/>
      <dgm:t>
        <a:bodyPr/>
        <a:lstStyle/>
        <a:p>
          <a:pPr>
            <a:lnSpc>
              <a:spcPct val="100000"/>
            </a:lnSpc>
          </a:pPr>
          <a:r>
            <a:rPr lang="en-US"/>
            <a:t>Can be compatibility issues with legacy systems.</a:t>
          </a:r>
        </a:p>
      </dgm:t>
    </dgm:pt>
    <dgm:pt modelId="{2AB06772-DA1F-4DAB-A337-B3305FA1A9EB}" type="parTrans" cxnId="{BB8D8F5A-4334-4D95-8995-7EA08C75CDD7}">
      <dgm:prSet/>
      <dgm:spPr/>
      <dgm:t>
        <a:bodyPr/>
        <a:lstStyle/>
        <a:p>
          <a:endParaRPr lang="en-US"/>
        </a:p>
      </dgm:t>
    </dgm:pt>
    <dgm:pt modelId="{6EBDDF2C-1D2D-42BE-AD36-75E9E15EB66D}" type="sibTrans" cxnId="{BB8D8F5A-4334-4D95-8995-7EA08C75CDD7}">
      <dgm:prSet/>
      <dgm:spPr/>
      <dgm:t>
        <a:bodyPr/>
        <a:lstStyle/>
        <a:p>
          <a:endParaRPr lang="en-US"/>
        </a:p>
      </dgm:t>
    </dgm:pt>
    <dgm:pt modelId="{370C671F-6A17-4F8B-AAD8-182273CCA0B6}">
      <dgm:prSet/>
      <dgm:spPr/>
      <dgm:t>
        <a:bodyPr/>
        <a:lstStyle/>
        <a:p>
          <a:pPr>
            <a:lnSpc>
              <a:spcPct val="100000"/>
            </a:lnSpc>
          </a:pPr>
          <a:r>
            <a:rPr lang="en-US"/>
            <a:t>Lead to delays in implementation.</a:t>
          </a:r>
        </a:p>
      </dgm:t>
    </dgm:pt>
    <dgm:pt modelId="{D72EE47D-8568-4F74-9B06-589D49EAF452}" type="parTrans" cxnId="{7D88C5D4-1B6C-413D-B58E-6C468DBF738A}">
      <dgm:prSet/>
      <dgm:spPr/>
      <dgm:t>
        <a:bodyPr/>
        <a:lstStyle/>
        <a:p>
          <a:endParaRPr lang="en-US"/>
        </a:p>
      </dgm:t>
    </dgm:pt>
    <dgm:pt modelId="{D59BAA5A-5A2A-4823-BAE7-652F83C5C13C}" type="sibTrans" cxnId="{7D88C5D4-1B6C-413D-B58E-6C468DBF738A}">
      <dgm:prSet/>
      <dgm:spPr/>
      <dgm:t>
        <a:bodyPr/>
        <a:lstStyle/>
        <a:p>
          <a:endParaRPr lang="en-US"/>
        </a:p>
      </dgm:t>
    </dgm:pt>
    <dgm:pt modelId="{DB42DCDA-A3E9-4EA4-95F8-FD6B3C389C07}" type="pres">
      <dgm:prSet presAssocID="{1644AC77-4AC8-4E40-A8D9-ED3DC3325E51}" presName="root" presStyleCnt="0">
        <dgm:presLayoutVars>
          <dgm:dir/>
          <dgm:resizeHandles val="exact"/>
        </dgm:presLayoutVars>
      </dgm:prSet>
      <dgm:spPr/>
    </dgm:pt>
    <dgm:pt modelId="{7A160383-E8D3-4190-8090-083D4691BFEE}" type="pres">
      <dgm:prSet presAssocID="{1797BDCC-0D61-4A38-9573-CBC6A6479856}" presName="compNode" presStyleCnt="0"/>
      <dgm:spPr/>
    </dgm:pt>
    <dgm:pt modelId="{6C004BC1-DB1F-43A3-BC8C-AEA64E3C580F}" type="pres">
      <dgm:prSet presAssocID="{1797BDCC-0D61-4A38-9573-CBC6A647985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avel"/>
        </a:ext>
      </dgm:extLst>
    </dgm:pt>
    <dgm:pt modelId="{ABD426A0-C3F3-4BC8-BA06-D6022CBDD0E5}" type="pres">
      <dgm:prSet presAssocID="{1797BDCC-0D61-4A38-9573-CBC6A6479856}" presName="iconSpace" presStyleCnt="0"/>
      <dgm:spPr/>
    </dgm:pt>
    <dgm:pt modelId="{E3CE1C3C-4212-4FC7-8326-1E3E7607F709}" type="pres">
      <dgm:prSet presAssocID="{1797BDCC-0D61-4A38-9573-CBC6A6479856}" presName="parTx" presStyleLbl="revTx" presStyleIdx="0" presStyleCnt="6">
        <dgm:presLayoutVars>
          <dgm:chMax val="0"/>
          <dgm:chPref val="0"/>
        </dgm:presLayoutVars>
      </dgm:prSet>
      <dgm:spPr/>
    </dgm:pt>
    <dgm:pt modelId="{BF4A9898-A8E7-4642-9D7F-16D6B6DF91CF}" type="pres">
      <dgm:prSet presAssocID="{1797BDCC-0D61-4A38-9573-CBC6A6479856}" presName="txSpace" presStyleCnt="0"/>
      <dgm:spPr/>
    </dgm:pt>
    <dgm:pt modelId="{EBD85AB2-A4C0-46CB-A69B-EFD3A4367CF8}" type="pres">
      <dgm:prSet presAssocID="{1797BDCC-0D61-4A38-9573-CBC6A6479856}" presName="desTx" presStyleLbl="revTx" presStyleIdx="1" presStyleCnt="6">
        <dgm:presLayoutVars/>
      </dgm:prSet>
      <dgm:spPr/>
    </dgm:pt>
    <dgm:pt modelId="{6B704FBE-4930-4C4C-838C-EA88FDCF09E9}" type="pres">
      <dgm:prSet presAssocID="{F9B0CFF3-7F56-4436-BDD7-1B0984749BEB}" presName="sibTrans" presStyleCnt="0"/>
      <dgm:spPr/>
    </dgm:pt>
    <dgm:pt modelId="{A405A1CC-4F41-442B-B9F7-CF1D3C172B54}" type="pres">
      <dgm:prSet presAssocID="{82144782-3C54-40A0-A0F2-99EF9B52952A}" presName="compNode" presStyleCnt="0"/>
      <dgm:spPr/>
    </dgm:pt>
    <dgm:pt modelId="{65AF1C52-8CB5-4E93-AE5B-087FC047539D}" type="pres">
      <dgm:prSet presAssocID="{82144782-3C54-40A0-A0F2-99EF9B52952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connected"/>
        </a:ext>
      </dgm:extLst>
    </dgm:pt>
    <dgm:pt modelId="{EB0C708B-D95D-4C4A-9B2D-562F81C765A1}" type="pres">
      <dgm:prSet presAssocID="{82144782-3C54-40A0-A0F2-99EF9B52952A}" presName="iconSpace" presStyleCnt="0"/>
      <dgm:spPr/>
    </dgm:pt>
    <dgm:pt modelId="{02DF73CE-09D9-4C7F-BB54-4AA67564DE9E}" type="pres">
      <dgm:prSet presAssocID="{82144782-3C54-40A0-A0F2-99EF9B52952A}" presName="parTx" presStyleLbl="revTx" presStyleIdx="2" presStyleCnt="6">
        <dgm:presLayoutVars>
          <dgm:chMax val="0"/>
          <dgm:chPref val="0"/>
        </dgm:presLayoutVars>
      </dgm:prSet>
      <dgm:spPr/>
    </dgm:pt>
    <dgm:pt modelId="{7B8A7D40-2D39-47B2-8205-F9BB95FAC094}" type="pres">
      <dgm:prSet presAssocID="{82144782-3C54-40A0-A0F2-99EF9B52952A}" presName="txSpace" presStyleCnt="0"/>
      <dgm:spPr/>
    </dgm:pt>
    <dgm:pt modelId="{F59776B2-B67C-4714-9EFD-96B0234415AD}" type="pres">
      <dgm:prSet presAssocID="{82144782-3C54-40A0-A0F2-99EF9B52952A}" presName="desTx" presStyleLbl="revTx" presStyleIdx="3" presStyleCnt="6">
        <dgm:presLayoutVars/>
      </dgm:prSet>
      <dgm:spPr/>
    </dgm:pt>
    <dgm:pt modelId="{7B5A0266-241C-4409-BD0E-0B91DD256451}" type="pres">
      <dgm:prSet presAssocID="{4D59A636-4DF9-499E-BF98-1B75C2313873}" presName="sibTrans" presStyleCnt="0"/>
      <dgm:spPr/>
    </dgm:pt>
    <dgm:pt modelId="{BA9DCE08-E461-40A9-B721-B8F400314BDA}" type="pres">
      <dgm:prSet presAssocID="{2A22295A-5FFF-4324-A72E-A0E9348E4499}" presName="compNode" presStyleCnt="0"/>
      <dgm:spPr/>
    </dgm:pt>
    <dgm:pt modelId="{E13ABD78-00FD-43FB-A17A-A0D58BBAC363}" type="pres">
      <dgm:prSet presAssocID="{2A22295A-5FFF-4324-A72E-A0E9348E449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390FD479-E19D-4DFB-B004-977CB241D6DA}" type="pres">
      <dgm:prSet presAssocID="{2A22295A-5FFF-4324-A72E-A0E9348E4499}" presName="iconSpace" presStyleCnt="0"/>
      <dgm:spPr/>
    </dgm:pt>
    <dgm:pt modelId="{CEFC9D53-6E8B-4D9E-B3C4-7A6DCF2DA001}" type="pres">
      <dgm:prSet presAssocID="{2A22295A-5FFF-4324-A72E-A0E9348E4499}" presName="parTx" presStyleLbl="revTx" presStyleIdx="4" presStyleCnt="6">
        <dgm:presLayoutVars>
          <dgm:chMax val="0"/>
          <dgm:chPref val="0"/>
        </dgm:presLayoutVars>
      </dgm:prSet>
      <dgm:spPr/>
    </dgm:pt>
    <dgm:pt modelId="{4C33FFF3-283F-4BBA-85AE-5F5AED82B23F}" type="pres">
      <dgm:prSet presAssocID="{2A22295A-5FFF-4324-A72E-A0E9348E4499}" presName="txSpace" presStyleCnt="0"/>
      <dgm:spPr/>
    </dgm:pt>
    <dgm:pt modelId="{FDAA5208-9673-47B4-B09C-8A704D5D726F}" type="pres">
      <dgm:prSet presAssocID="{2A22295A-5FFF-4324-A72E-A0E9348E4499}" presName="desTx" presStyleLbl="revTx" presStyleIdx="5" presStyleCnt="6">
        <dgm:presLayoutVars/>
      </dgm:prSet>
      <dgm:spPr/>
    </dgm:pt>
  </dgm:ptLst>
  <dgm:cxnLst>
    <dgm:cxn modelId="{7EFBF716-13C4-41E9-BC1E-AD6A69DF7575}" type="presOf" srcId="{E1A7451D-1C1F-40E1-8AE1-F06C22B6453E}" destId="{F59776B2-B67C-4714-9EFD-96B0234415AD}" srcOrd="0" destOrd="1" presId="urn:microsoft.com/office/officeart/2018/2/layout/IconLabelDescriptionList"/>
    <dgm:cxn modelId="{3EA1561C-70AA-48C4-AF8C-854A67E7C65E}" type="presOf" srcId="{82144782-3C54-40A0-A0F2-99EF9B52952A}" destId="{02DF73CE-09D9-4C7F-BB54-4AA67564DE9E}" srcOrd="0" destOrd="0" presId="urn:microsoft.com/office/officeart/2018/2/layout/IconLabelDescriptionList"/>
    <dgm:cxn modelId="{C06B7B28-CCD4-42BB-B212-D2009A6BDDC0}" type="presOf" srcId="{7CF72339-C732-4D06-8335-54E0E5B47FD1}" destId="{EBD85AB2-A4C0-46CB-A69B-EFD3A4367CF8}" srcOrd="0" destOrd="0" presId="urn:microsoft.com/office/officeart/2018/2/layout/IconLabelDescriptionList"/>
    <dgm:cxn modelId="{ED77753A-E0B4-45EC-A661-1979482CE30F}" srcId="{1644AC77-4AC8-4E40-A8D9-ED3DC3325E51}" destId="{82144782-3C54-40A0-A0F2-99EF9B52952A}" srcOrd="1" destOrd="0" parTransId="{58A92BF7-60AB-4E05-99C5-EACD8E6E6310}" sibTransId="{4D59A636-4DF9-499E-BF98-1B75C2313873}"/>
    <dgm:cxn modelId="{0B3EE85B-7C91-468A-9C8B-260C8AC7B578}" srcId="{1797BDCC-0D61-4A38-9573-CBC6A6479856}" destId="{B5A8D04B-FD10-4DD8-B9B1-6A41FBED3AFC}" srcOrd="1" destOrd="0" parTransId="{0B8B9DD1-385D-4780-A5C0-2709E05980A3}" sibTransId="{81CBA7AA-5E73-4DA2-B869-2DBAE24BBFD0}"/>
    <dgm:cxn modelId="{A5534663-9F9B-4724-9E2A-7BF6D85119CA}" srcId="{1644AC77-4AC8-4E40-A8D9-ED3DC3325E51}" destId="{2A22295A-5FFF-4324-A72E-A0E9348E4499}" srcOrd="2" destOrd="0" parTransId="{7A271490-FD16-452E-AF6B-4B94B5608A07}" sibTransId="{929DF0F7-0C09-4189-A61B-B39121A8B913}"/>
    <dgm:cxn modelId="{F024B144-8FA0-4CB2-BA1D-F83333690258}" type="presOf" srcId="{1797BDCC-0D61-4A38-9573-CBC6A6479856}" destId="{E3CE1C3C-4212-4FC7-8326-1E3E7607F709}" srcOrd="0" destOrd="0" presId="urn:microsoft.com/office/officeart/2018/2/layout/IconLabelDescriptionList"/>
    <dgm:cxn modelId="{65960F4A-85DE-4C43-AF32-4AF379DCF14E}" srcId="{1797BDCC-0D61-4A38-9573-CBC6A6479856}" destId="{7CF72339-C732-4D06-8335-54E0E5B47FD1}" srcOrd="0" destOrd="0" parTransId="{A5EB80CE-763E-4B52-B0BE-8485D9D79D3F}" sibTransId="{9ED17820-2A89-4223-9C70-EDA7EA2D7F98}"/>
    <dgm:cxn modelId="{BB8D8F5A-4334-4D95-8995-7EA08C75CDD7}" srcId="{2A22295A-5FFF-4324-A72E-A0E9348E4499}" destId="{26A2C29A-E9D7-46BB-814E-F454F33FAF92}" srcOrd="0" destOrd="0" parTransId="{2AB06772-DA1F-4DAB-A337-B3305FA1A9EB}" sibTransId="{6EBDDF2C-1D2D-42BE-AD36-75E9E15EB66D}"/>
    <dgm:cxn modelId="{1E9D9B85-4DD1-4BD0-AF17-D6783CD333E7}" type="presOf" srcId="{B5A8D04B-FD10-4DD8-B9B1-6A41FBED3AFC}" destId="{EBD85AB2-A4C0-46CB-A69B-EFD3A4367CF8}" srcOrd="0" destOrd="1" presId="urn:microsoft.com/office/officeart/2018/2/layout/IconLabelDescriptionList"/>
    <dgm:cxn modelId="{8D09F3B4-2329-41E1-BEDF-FD4BE86A023F}" srcId="{82144782-3C54-40A0-A0F2-99EF9B52952A}" destId="{E1A7451D-1C1F-40E1-8AE1-F06C22B6453E}" srcOrd="1" destOrd="0" parTransId="{2BE2FA90-48D1-4CCA-AA49-AF2703F1DC71}" sibTransId="{4B897ED2-7D79-4F89-9CEE-49A4F7D7C552}"/>
    <dgm:cxn modelId="{30462AB5-29E1-43F6-B765-296CBFAD1DE8}" type="presOf" srcId="{1644AC77-4AC8-4E40-A8D9-ED3DC3325E51}" destId="{DB42DCDA-A3E9-4EA4-95F8-FD6B3C389C07}" srcOrd="0" destOrd="0" presId="urn:microsoft.com/office/officeart/2018/2/layout/IconLabelDescriptionList"/>
    <dgm:cxn modelId="{444F01C5-BF21-4D8D-9B2D-BD3E1D106830}" srcId="{1644AC77-4AC8-4E40-A8D9-ED3DC3325E51}" destId="{1797BDCC-0D61-4A38-9573-CBC6A6479856}" srcOrd="0" destOrd="0" parTransId="{14EBBC03-A824-460F-8782-A0D8AD4365A0}" sibTransId="{F9B0CFF3-7F56-4436-BDD7-1B0984749BEB}"/>
    <dgm:cxn modelId="{1EDC52CA-8297-4F58-8BD9-236872A5AAE5}" type="presOf" srcId="{370C671F-6A17-4F8B-AAD8-182273CCA0B6}" destId="{FDAA5208-9673-47B4-B09C-8A704D5D726F}" srcOrd="0" destOrd="1" presId="urn:microsoft.com/office/officeart/2018/2/layout/IconLabelDescriptionList"/>
    <dgm:cxn modelId="{C292CECC-62C9-4F73-A481-683E38F30EE1}" type="presOf" srcId="{18224F09-CB13-42AF-9580-7C4A5AF02A2F}" destId="{F59776B2-B67C-4714-9EFD-96B0234415AD}" srcOrd="0" destOrd="0" presId="urn:microsoft.com/office/officeart/2018/2/layout/IconLabelDescriptionList"/>
    <dgm:cxn modelId="{30D9F4CD-36D0-41A3-B248-4D0D9033EA88}" type="presOf" srcId="{26A2C29A-E9D7-46BB-814E-F454F33FAF92}" destId="{FDAA5208-9673-47B4-B09C-8A704D5D726F}" srcOrd="0" destOrd="0" presId="urn:microsoft.com/office/officeart/2018/2/layout/IconLabelDescriptionList"/>
    <dgm:cxn modelId="{7D88C5D4-1B6C-413D-B58E-6C468DBF738A}" srcId="{2A22295A-5FFF-4324-A72E-A0E9348E4499}" destId="{370C671F-6A17-4F8B-AAD8-182273CCA0B6}" srcOrd="1" destOrd="0" parTransId="{D72EE47D-8568-4F74-9B06-589D49EAF452}" sibTransId="{D59BAA5A-5A2A-4823-BAE7-652F83C5C13C}"/>
    <dgm:cxn modelId="{266244DF-266A-4D48-820E-21E0564F734F}" srcId="{82144782-3C54-40A0-A0F2-99EF9B52952A}" destId="{18224F09-CB13-42AF-9580-7C4A5AF02A2F}" srcOrd="0" destOrd="0" parTransId="{F06AA079-E194-45EB-B311-3C761AF0171C}" sibTransId="{759124CD-52A3-4FFF-8484-BB1B812EDD79}"/>
    <dgm:cxn modelId="{ECED92EC-DA94-4609-8F94-EE3D39CE6E07}" type="presOf" srcId="{2A22295A-5FFF-4324-A72E-A0E9348E4499}" destId="{CEFC9D53-6E8B-4D9E-B3C4-7A6DCF2DA001}" srcOrd="0" destOrd="0" presId="urn:microsoft.com/office/officeart/2018/2/layout/IconLabelDescriptionList"/>
    <dgm:cxn modelId="{6562BCFB-2BA8-49F2-9A32-B0EBC5594056}" type="presParOf" srcId="{DB42DCDA-A3E9-4EA4-95F8-FD6B3C389C07}" destId="{7A160383-E8D3-4190-8090-083D4691BFEE}" srcOrd="0" destOrd="0" presId="urn:microsoft.com/office/officeart/2018/2/layout/IconLabelDescriptionList"/>
    <dgm:cxn modelId="{134A99D9-8C94-4524-9144-19ECF44DC20B}" type="presParOf" srcId="{7A160383-E8D3-4190-8090-083D4691BFEE}" destId="{6C004BC1-DB1F-43A3-BC8C-AEA64E3C580F}" srcOrd="0" destOrd="0" presId="urn:microsoft.com/office/officeart/2018/2/layout/IconLabelDescriptionList"/>
    <dgm:cxn modelId="{76855106-8B62-4B6F-8233-584EAF5742C1}" type="presParOf" srcId="{7A160383-E8D3-4190-8090-083D4691BFEE}" destId="{ABD426A0-C3F3-4BC8-BA06-D6022CBDD0E5}" srcOrd="1" destOrd="0" presId="urn:microsoft.com/office/officeart/2018/2/layout/IconLabelDescriptionList"/>
    <dgm:cxn modelId="{66CAE634-39CE-4C06-B7D5-93B488EA457A}" type="presParOf" srcId="{7A160383-E8D3-4190-8090-083D4691BFEE}" destId="{E3CE1C3C-4212-4FC7-8326-1E3E7607F709}" srcOrd="2" destOrd="0" presId="urn:microsoft.com/office/officeart/2018/2/layout/IconLabelDescriptionList"/>
    <dgm:cxn modelId="{5E35B22D-4BE3-4BA0-A3FF-E61CBBC594B0}" type="presParOf" srcId="{7A160383-E8D3-4190-8090-083D4691BFEE}" destId="{BF4A9898-A8E7-4642-9D7F-16D6B6DF91CF}" srcOrd="3" destOrd="0" presId="urn:microsoft.com/office/officeart/2018/2/layout/IconLabelDescriptionList"/>
    <dgm:cxn modelId="{7700C2E7-36A4-4F58-8DC5-2E3452C6F73B}" type="presParOf" srcId="{7A160383-E8D3-4190-8090-083D4691BFEE}" destId="{EBD85AB2-A4C0-46CB-A69B-EFD3A4367CF8}" srcOrd="4" destOrd="0" presId="urn:microsoft.com/office/officeart/2018/2/layout/IconLabelDescriptionList"/>
    <dgm:cxn modelId="{0BA3F308-68E4-4035-A26E-BCA4465A5931}" type="presParOf" srcId="{DB42DCDA-A3E9-4EA4-95F8-FD6B3C389C07}" destId="{6B704FBE-4930-4C4C-838C-EA88FDCF09E9}" srcOrd="1" destOrd="0" presId="urn:microsoft.com/office/officeart/2018/2/layout/IconLabelDescriptionList"/>
    <dgm:cxn modelId="{F7032020-097E-44CC-96C5-6ADB14B8B491}" type="presParOf" srcId="{DB42DCDA-A3E9-4EA4-95F8-FD6B3C389C07}" destId="{A405A1CC-4F41-442B-B9F7-CF1D3C172B54}" srcOrd="2" destOrd="0" presId="urn:microsoft.com/office/officeart/2018/2/layout/IconLabelDescriptionList"/>
    <dgm:cxn modelId="{58971260-371D-4C36-9F35-94E0DAE70A9A}" type="presParOf" srcId="{A405A1CC-4F41-442B-B9F7-CF1D3C172B54}" destId="{65AF1C52-8CB5-4E93-AE5B-087FC047539D}" srcOrd="0" destOrd="0" presId="urn:microsoft.com/office/officeart/2018/2/layout/IconLabelDescriptionList"/>
    <dgm:cxn modelId="{270E1475-8F72-4EC0-B6A3-DCB105B647BD}" type="presParOf" srcId="{A405A1CC-4F41-442B-B9F7-CF1D3C172B54}" destId="{EB0C708B-D95D-4C4A-9B2D-562F81C765A1}" srcOrd="1" destOrd="0" presId="urn:microsoft.com/office/officeart/2018/2/layout/IconLabelDescriptionList"/>
    <dgm:cxn modelId="{917EEC60-5A93-49E5-92AD-DB57A8E00BB4}" type="presParOf" srcId="{A405A1CC-4F41-442B-B9F7-CF1D3C172B54}" destId="{02DF73CE-09D9-4C7F-BB54-4AA67564DE9E}" srcOrd="2" destOrd="0" presId="urn:microsoft.com/office/officeart/2018/2/layout/IconLabelDescriptionList"/>
    <dgm:cxn modelId="{4DD90394-17DD-4CC1-BA84-9A612027ADB0}" type="presParOf" srcId="{A405A1CC-4F41-442B-B9F7-CF1D3C172B54}" destId="{7B8A7D40-2D39-47B2-8205-F9BB95FAC094}" srcOrd="3" destOrd="0" presId="urn:microsoft.com/office/officeart/2018/2/layout/IconLabelDescriptionList"/>
    <dgm:cxn modelId="{D95027B8-75B8-44D5-B533-76D67E9CB625}" type="presParOf" srcId="{A405A1CC-4F41-442B-B9F7-CF1D3C172B54}" destId="{F59776B2-B67C-4714-9EFD-96B0234415AD}" srcOrd="4" destOrd="0" presId="urn:microsoft.com/office/officeart/2018/2/layout/IconLabelDescriptionList"/>
    <dgm:cxn modelId="{02176A3A-1D24-426E-A0F7-93A53D7307E1}" type="presParOf" srcId="{DB42DCDA-A3E9-4EA4-95F8-FD6B3C389C07}" destId="{7B5A0266-241C-4409-BD0E-0B91DD256451}" srcOrd="3" destOrd="0" presId="urn:microsoft.com/office/officeart/2018/2/layout/IconLabelDescriptionList"/>
    <dgm:cxn modelId="{580728BE-EF1B-4539-9B34-3F07987989E8}" type="presParOf" srcId="{DB42DCDA-A3E9-4EA4-95F8-FD6B3C389C07}" destId="{BA9DCE08-E461-40A9-B721-B8F400314BDA}" srcOrd="4" destOrd="0" presId="urn:microsoft.com/office/officeart/2018/2/layout/IconLabelDescriptionList"/>
    <dgm:cxn modelId="{F2469C0E-2F9B-4670-9E6B-E7619BF2D14E}" type="presParOf" srcId="{BA9DCE08-E461-40A9-B721-B8F400314BDA}" destId="{E13ABD78-00FD-43FB-A17A-A0D58BBAC363}" srcOrd="0" destOrd="0" presId="urn:microsoft.com/office/officeart/2018/2/layout/IconLabelDescriptionList"/>
    <dgm:cxn modelId="{81C8AEB0-17DC-48DC-8247-0131ACDB7B0E}" type="presParOf" srcId="{BA9DCE08-E461-40A9-B721-B8F400314BDA}" destId="{390FD479-E19D-4DFB-B004-977CB241D6DA}" srcOrd="1" destOrd="0" presId="urn:microsoft.com/office/officeart/2018/2/layout/IconLabelDescriptionList"/>
    <dgm:cxn modelId="{990B30F5-7370-4D58-BB1B-6679B1BBDA83}" type="presParOf" srcId="{BA9DCE08-E461-40A9-B721-B8F400314BDA}" destId="{CEFC9D53-6E8B-4D9E-B3C4-7A6DCF2DA001}" srcOrd="2" destOrd="0" presId="urn:microsoft.com/office/officeart/2018/2/layout/IconLabelDescriptionList"/>
    <dgm:cxn modelId="{02B55E1C-3843-4C0D-A4D6-308ED1447D67}" type="presParOf" srcId="{BA9DCE08-E461-40A9-B721-B8F400314BDA}" destId="{4C33FFF3-283F-4BBA-85AE-5F5AED82B23F}" srcOrd="3" destOrd="0" presId="urn:microsoft.com/office/officeart/2018/2/layout/IconLabelDescriptionList"/>
    <dgm:cxn modelId="{97C78E4C-CA2D-4C3A-8F4D-02AF74FC862A}" type="presParOf" srcId="{BA9DCE08-E461-40A9-B721-B8F400314BDA}" destId="{FDAA5208-9673-47B4-B09C-8A704D5D726F}"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5448D1C1-3047-478B-9CF5-8A4945522AA8}" type="doc">
      <dgm:prSet loTypeId="urn:microsoft.com/office/officeart/2005/8/layout/cycle8" loCatId="cycle" qsTypeId="urn:microsoft.com/office/officeart/2005/8/quickstyle/simple1" qsCatId="simple" csTypeId="urn:microsoft.com/office/officeart/2005/8/colors/colorful1" csCatId="colorful"/>
      <dgm:spPr/>
      <dgm:t>
        <a:bodyPr/>
        <a:lstStyle/>
        <a:p>
          <a:endParaRPr lang="en-US"/>
        </a:p>
      </dgm:t>
    </dgm:pt>
    <dgm:pt modelId="{6F39389E-2D4C-481D-ADC4-F15DE708B0FC}">
      <dgm:prSet/>
      <dgm:spPr/>
      <dgm:t>
        <a:bodyPr/>
        <a:lstStyle/>
        <a:p>
          <a:r>
            <a:rPr lang="en-US"/>
            <a:t>Based on the NIST AI Risk Management Framework.</a:t>
          </a:r>
        </a:p>
      </dgm:t>
    </dgm:pt>
    <dgm:pt modelId="{93C8C8A5-C21B-4453-924F-0CD4F87E68C9}" type="parTrans" cxnId="{E52E9D29-B7EC-4E52-AA87-F9CCCB249F86}">
      <dgm:prSet/>
      <dgm:spPr/>
      <dgm:t>
        <a:bodyPr/>
        <a:lstStyle/>
        <a:p>
          <a:endParaRPr lang="en-US"/>
        </a:p>
      </dgm:t>
    </dgm:pt>
    <dgm:pt modelId="{4002C5D5-8B34-453B-B072-4C60E2F72EAF}" type="sibTrans" cxnId="{E52E9D29-B7EC-4E52-AA87-F9CCCB249F86}">
      <dgm:prSet/>
      <dgm:spPr/>
      <dgm:t>
        <a:bodyPr/>
        <a:lstStyle/>
        <a:p>
          <a:endParaRPr lang="en-US"/>
        </a:p>
      </dgm:t>
    </dgm:pt>
    <dgm:pt modelId="{C8CAB602-5BC9-4BC3-97B8-600F588B20E5}">
      <dgm:prSet/>
      <dgm:spPr/>
      <dgm:t>
        <a:bodyPr/>
        <a:lstStyle/>
        <a:p>
          <a:r>
            <a:rPr lang="en-US"/>
            <a:t>Includes Probability-Impact Matrix for prioritization.</a:t>
          </a:r>
        </a:p>
      </dgm:t>
    </dgm:pt>
    <dgm:pt modelId="{92AB7799-3C9A-4EE2-85B2-A06F3ECBA9A0}" type="parTrans" cxnId="{0A2AEF53-6C52-40F9-9260-7D8E0C96127C}">
      <dgm:prSet/>
      <dgm:spPr/>
      <dgm:t>
        <a:bodyPr/>
        <a:lstStyle/>
        <a:p>
          <a:endParaRPr lang="en-US"/>
        </a:p>
      </dgm:t>
    </dgm:pt>
    <dgm:pt modelId="{F47915F7-9BAC-40FF-9D87-3A7EFBC2D408}" type="sibTrans" cxnId="{0A2AEF53-6C52-40F9-9260-7D8E0C96127C}">
      <dgm:prSet/>
      <dgm:spPr/>
      <dgm:t>
        <a:bodyPr/>
        <a:lstStyle/>
        <a:p>
          <a:endParaRPr lang="en-US"/>
        </a:p>
      </dgm:t>
    </dgm:pt>
    <dgm:pt modelId="{08008923-3EAD-443D-A37B-DEF6ED2C9032}">
      <dgm:prSet/>
      <dgm:spPr/>
      <dgm:t>
        <a:bodyPr/>
        <a:lstStyle/>
        <a:p>
          <a:r>
            <a:rPr lang="en-US"/>
            <a:t>Continuous monitoring and documentation elements.</a:t>
          </a:r>
        </a:p>
      </dgm:t>
    </dgm:pt>
    <dgm:pt modelId="{2F2954E2-3346-4A80-BE98-F029358F08F7}" type="parTrans" cxnId="{3D8AAF48-017A-473A-832B-CF67B82C8E2D}">
      <dgm:prSet/>
      <dgm:spPr/>
      <dgm:t>
        <a:bodyPr/>
        <a:lstStyle/>
        <a:p>
          <a:endParaRPr lang="en-US"/>
        </a:p>
      </dgm:t>
    </dgm:pt>
    <dgm:pt modelId="{3E8F1057-7B35-4927-BB4F-C4056B6DF78A}" type="sibTrans" cxnId="{3D8AAF48-017A-473A-832B-CF67B82C8E2D}">
      <dgm:prSet/>
      <dgm:spPr/>
      <dgm:t>
        <a:bodyPr/>
        <a:lstStyle/>
        <a:p>
          <a:endParaRPr lang="en-US"/>
        </a:p>
      </dgm:t>
    </dgm:pt>
    <dgm:pt modelId="{CF941E11-1855-4105-A367-FB8221D90F20}">
      <dgm:prSet/>
      <dgm:spPr/>
      <dgm:t>
        <a:bodyPr/>
        <a:lstStyle/>
        <a:p>
          <a:r>
            <a:rPr lang="en-US"/>
            <a:t>Early identification and assessment of risks.</a:t>
          </a:r>
        </a:p>
      </dgm:t>
    </dgm:pt>
    <dgm:pt modelId="{A3473582-3EB2-4DA0-9374-AC16DCD6A910}" type="parTrans" cxnId="{C2AE7989-E60A-4B60-9C25-586067EE88AB}">
      <dgm:prSet/>
      <dgm:spPr/>
      <dgm:t>
        <a:bodyPr/>
        <a:lstStyle/>
        <a:p>
          <a:endParaRPr lang="en-US"/>
        </a:p>
      </dgm:t>
    </dgm:pt>
    <dgm:pt modelId="{9E9EED87-1947-40C4-8D38-F2D12E84821D}" type="sibTrans" cxnId="{C2AE7989-E60A-4B60-9C25-586067EE88AB}">
      <dgm:prSet/>
      <dgm:spPr/>
      <dgm:t>
        <a:bodyPr/>
        <a:lstStyle/>
        <a:p>
          <a:endParaRPr lang="en-US"/>
        </a:p>
      </dgm:t>
    </dgm:pt>
    <dgm:pt modelId="{7C56A876-766A-4C36-A800-09670B313CA2}">
      <dgm:prSet/>
      <dgm:spPr/>
      <dgm:t>
        <a:bodyPr/>
        <a:lstStyle/>
        <a:p>
          <a:r>
            <a:rPr lang="en-US"/>
            <a:t>Proactive and ongoing mitigation efforts.</a:t>
          </a:r>
        </a:p>
      </dgm:t>
    </dgm:pt>
    <dgm:pt modelId="{61F783C7-2DAC-42A5-8E2C-91B826516B0A}" type="parTrans" cxnId="{EE6FBD15-0CB3-41A7-9CD5-8A9E565AC89D}">
      <dgm:prSet/>
      <dgm:spPr/>
      <dgm:t>
        <a:bodyPr/>
        <a:lstStyle/>
        <a:p>
          <a:endParaRPr lang="en-US"/>
        </a:p>
      </dgm:t>
    </dgm:pt>
    <dgm:pt modelId="{3B71157A-3BB0-4322-AF01-951CDBC11A1D}" type="sibTrans" cxnId="{EE6FBD15-0CB3-41A7-9CD5-8A9E565AC89D}">
      <dgm:prSet/>
      <dgm:spPr/>
      <dgm:t>
        <a:bodyPr/>
        <a:lstStyle/>
        <a:p>
          <a:endParaRPr lang="en-US"/>
        </a:p>
      </dgm:t>
    </dgm:pt>
    <dgm:pt modelId="{8082274C-7A7D-4D68-B164-341F5FF68079}" type="pres">
      <dgm:prSet presAssocID="{5448D1C1-3047-478B-9CF5-8A4945522AA8}" presName="compositeShape" presStyleCnt="0">
        <dgm:presLayoutVars>
          <dgm:chMax val="7"/>
          <dgm:dir/>
          <dgm:resizeHandles val="exact"/>
        </dgm:presLayoutVars>
      </dgm:prSet>
      <dgm:spPr/>
    </dgm:pt>
    <dgm:pt modelId="{45D893DE-E097-4FE5-8844-4E0E40CF9F2F}" type="pres">
      <dgm:prSet presAssocID="{5448D1C1-3047-478B-9CF5-8A4945522AA8}" presName="wedge1" presStyleLbl="node1" presStyleIdx="0" presStyleCnt="5"/>
      <dgm:spPr/>
    </dgm:pt>
    <dgm:pt modelId="{AA9FE572-B14B-4156-BC08-6C79F9457201}" type="pres">
      <dgm:prSet presAssocID="{5448D1C1-3047-478B-9CF5-8A4945522AA8}" presName="dummy1a" presStyleCnt="0"/>
      <dgm:spPr/>
    </dgm:pt>
    <dgm:pt modelId="{C4023FA1-41C8-4970-A39B-3E277C28241D}" type="pres">
      <dgm:prSet presAssocID="{5448D1C1-3047-478B-9CF5-8A4945522AA8}" presName="dummy1b" presStyleCnt="0"/>
      <dgm:spPr/>
    </dgm:pt>
    <dgm:pt modelId="{F0ACAB39-1FF4-4E33-BC83-E2BBEDB0CD87}" type="pres">
      <dgm:prSet presAssocID="{5448D1C1-3047-478B-9CF5-8A4945522AA8}" presName="wedge1Tx" presStyleLbl="node1" presStyleIdx="0" presStyleCnt="5">
        <dgm:presLayoutVars>
          <dgm:chMax val="0"/>
          <dgm:chPref val="0"/>
          <dgm:bulletEnabled val="1"/>
        </dgm:presLayoutVars>
      </dgm:prSet>
      <dgm:spPr/>
    </dgm:pt>
    <dgm:pt modelId="{48D9AA3C-CFEC-4A6C-B0D5-5780B131D036}" type="pres">
      <dgm:prSet presAssocID="{5448D1C1-3047-478B-9CF5-8A4945522AA8}" presName="wedge2" presStyleLbl="node1" presStyleIdx="1" presStyleCnt="5"/>
      <dgm:spPr/>
    </dgm:pt>
    <dgm:pt modelId="{FB58DAF1-13BC-4941-800D-3ED0C7435E63}" type="pres">
      <dgm:prSet presAssocID="{5448D1C1-3047-478B-9CF5-8A4945522AA8}" presName="dummy2a" presStyleCnt="0"/>
      <dgm:spPr/>
    </dgm:pt>
    <dgm:pt modelId="{D5E7F89F-BFBF-45BE-B6A8-F8243B9A7748}" type="pres">
      <dgm:prSet presAssocID="{5448D1C1-3047-478B-9CF5-8A4945522AA8}" presName="dummy2b" presStyleCnt="0"/>
      <dgm:spPr/>
    </dgm:pt>
    <dgm:pt modelId="{BC8E6DDD-7189-46C4-A3DE-23F24CAC8577}" type="pres">
      <dgm:prSet presAssocID="{5448D1C1-3047-478B-9CF5-8A4945522AA8}" presName="wedge2Tx" presStyleLbl="node1" presStyleIdx="1" presStyleCnt="5">
        <dgm:presLayoutVars>
          <dgm:chMax val="0"/>
          <dgm:chPref val="0"/>
          <dgm:bulletEnabled val="1"/>
        </dgm:presLayoutVars>
      </dgm:prSet>
      <dgm:spPr/>
    </dgm:pt>
    <dgm:pt modelId="{1304D4C2-9B90-45B2-A625-C60C588CA1A6}" type="pres">
      <dgm:prSet presAssocID="{5448D1C1-3047-478B-9CF5-8A4945522AA8}" presName="wedge3" presStyleLbl="node1" presStyleIdx="2" presStyleCnt="5"/>
      <dgm:spPr/>
    </dgm:pt>
    <dgm:pt modelId="{993D4177-964D-4272-91D0-C55946944607}" type="pres">
      <dgm:prSet presAssocID="{5448D1C1-3047-478B-9CF5-8A4945522AA8}" presName="dummy3a" presStyleCnt="0"/>
      <dgm:spPr/>
    </dgm:pt>
    <dgm:pt modelId="{87D8740B-21C9-4CD4-A071-A1F3B6D326B2}" type="pres">
      <dgm:prSet presAssocID="{5448D1C1-3047-478B-9CF5-8A4945522AA8}" presName="dummy3b" presStyleCnt="0"/>
      <dgm:spPr/>
    </dgm:pt>
    <dgm:pt modelId="{E9A282F3-DAF7-47A7-8DC2-982C1A370CBC}" type="pres">
      <dgm:prSet presAssocID="{5448D1C1-3047-478B-9CF5-8A4945522AA8}" presName="wedge3Tx" presStyleLbl="node1" presStyleIdx="2" presStyleCnt="5">
        <dgm:presLayoutVars>
          <dgm:chMax val="0"/>
          <dgm:chPref val="0"/>
          <dgm:bulletEnabled val="1"/>
        </dgm:presLayoutVars>
      </dgm:prSet>
      <dgm:spPr/>
    </dgm:pt>
    <dgm:pt modelId="{F7A999A2-660E-4ACC-A17B-A91C2BABA302}" type="pres">
      <dgm:prSet presAssocID="{5448D1C1-3047-478B-9CF5-8A4945522AA8}" presName="wedge4" presStyleLbl="node1" presStyleIdx="3" presStyleCnt="5"/>
      <dgm:spPr/>
    </dgm:pt>
    <dgm:pt modelId="{6505AB9E-84D8-4923-A858-E44090FDB610}" type="pres">
      <dgm:prSet presAssocID="{5448D1C1-3047-478B-9CF5-8A4945522AA8}" presName="dummy4a" presStyleCnt="0"/>
      <dgm:spPr/>
    </dgm:pt>
    <dgm:pt modelId="{6D5E63E9-38DB-469E-B27F-A5EC52FA62C5}" type="pres">
      <dgm:prSet presAssocID="{5448D1C1-3047-478B-9CF5-8A4945522AA8}" presName="dummy4b" presStyleCnt="0"/>
      <dgm:spPr/>
    </dgm:pt>
    <dgm:pt modelId="{CBECE8D8-E514-46AE-80E7-098DE95F7BB7}" type="pres">
      <dgm:prSet presAssocID="{5448D1C1-3047-478B-9CF5-8A4945522AA8}" presName="wedge4Tx" presStyleLbl="node1" presStyleIdx="3" presStyleCnt="5">
        <dgm:presLayoutVars>
          <dgm:chMax val="0"/>
          <dgm:chPref val="0"/>
          <dgm:bulletEnabled val="1"/>
        </dgm:presLayoutVars>
      </dgm:prSet>
      <dgm:spPr/>
    </dgm:pt>
    <dgm:pt modelId="{66FD50DC-8D53-41FF-97B7-BAB4995713BD}" type="pres">
      <dgm:prSet presAssocID="{5448D1C1-3047-478B-9CF5-8A4945522AA8}" presName="wedge5" presStyleLbl="node1" presStyleIdx="4" presStyleCnt="5"/>
      <dgm:spPr/>
    </dgm:pt>
    <dgm:pt modelId="{BB4B0A5C-CDC6-4B6E-8876-16B3C8CFF123}" type="pres">
      <dgm:prSet presAssocID="{5448D1C1-3047-478B-9CF5-8A4945522AA8}" presName="dummy5a" presStyleCnt="0"/>
      <dgm:spPr/>
    </dgm:pt>
    <dgm:pt modelId="{EB7DE422-5ECE-4E69-8206-3D687764D1F9}" type="pres">
      <dgm:prSet presAssocID="{5448D1C1-3047-478B-9CF5-8A4945522AA8}" presName="dummy5b" presStyleCnt="0"/>
      <dgm:spPr/>
    </dgm:pt>
    <dgm:pt modelId="{F17C633E-B9DA-4208-AA48-0821447F82EC}" type="pres">
      <dgm:prSet presAssocID="{5448D1C1-3047-478B-9CF5-8A4945522AA8}" presName="wedge5Tx" presStyleLbl="node1" presStyleIdx="4" presStyleCnt="5">
        <dgm:presLayoutVars>
          <dgm:chMax val="0"/>
          <dgm:chPref val="0"/>
          <dgm:bulletEnabled val="1"/>
        </dgm:presLayoutVars>
      </dgm:prSet>
      <dgm:spPr/>
    </dgm:pt>
    <dgm:pt modelId="{25FD04BE-5AA6-4302-B543-D00C80C8B7B9}" type="pres">
      <dgm:prSet presAssocID="{4002C5D5-8B34-453B-B072-4C60E2F72EAF}" presName="arrowWedge1" presStyleLbl="fgSibTrans2D1" presStyleIdx="0" presStyleCnt="5"/>
      <dgm:spPr/>
    </dgm:pt>
    <dgm:pt modelId="{41DB73F0-D4C3-436B-AE91-B28A5D44132F}" type="pres">
      <dgm:prSet presAssocID="{F47915F7-9BAC-40FF-9D87-3A7EFBC2D408}" presName="arrowWedge2" presStyleLbl="fgSibTrans2D1" presStyleIdx="1" presStyleCnt="5"/>
      <dgm:spPr/>
    </dgm:pt>
    <dgm:pt modelId="{A6648F7F-57EC-4E98-A513-6BC226987455}" type="pres">
      <dgm:prSet presAssocID="{3E8F1057-7B35-4927-BB4F-C4056B6DF78A}" presName="arrowWedge3" presStyleLbl="fgSibTrans2D1" presStyleIdx="2" presStyleCnt="5"/>
      <dgm:spPr/>
    </dgm:pt>
    <dgm:pt modelId="{AF9F2022-FDCD-4AE5-BBB7-57428025FBB0}" type="pres">
      <dgm:prSet presAssocID="{9E9EED87-1947-40C4-8D38-F2D12E84821D}" presName="arrowWedge4" presStyleLbl="fgSibTrans2D1" presStyleIdx="3" presStyleCnt="5"/>
      <dgm:spPr/>
    </dgm:pt>
    <dgm:pt modelId="{0196315E-5527-41B1-845D-5191F0B1F122}" type="pres">
      <dgm:prSet presAssocID="{3B71157A-3BB0-4322-AF01-951CDBC11A1D}" presName="arrowWedge5" presStyleLbl="fgSibTrans2D1" presStyleIdx="4" presStyleCnt="5"/>
      <dgm:spPr/>
    </dgm:pt>
  </dgm:ptLst>
  <dgm:cxnLst>
    <dgm:cxn modelId="{A21A9903-A6B2-4732-A775-EA7F0B0C8B18}" type="presOf" srcId="{6F39389E-2D4C-481D-ADC4-F15DE708B0FC}" destId="{F0ACAB39-1FF4-4E33-BC83-E2BBEDB0CD87}" srcOrd="1" destOrd="0" presId="urn:microsoft.com/office/officeart/2005/8/layout/cycle8"/>
    <dgm:cxn modelId="{01259507-5013-444E-86D0-35A6C956E859}" type="presOf" srcId="{6F39389E-2D4C-481D-ADC4-F15DE708B0FC}" destId="{45D893DE-E097-4FE5-8844-4E0E40CF9F2F}" srcOrd="0" destOrd="0" presId="urn:microsoft.com/office/officeart/2005/8/layout/cycle8"/>
    <dgm:cxn modelId="{FEB8690D-75CF-41C3-87DD-EEBB3A5E4D6F}" type="presOf" srcId="{CF941E11-1855-4105-A367-FB8221D90F20}" destId="{CBECE8D8-E514-46AE-80E7-098DE95F7BB7}" srcOrd="1" destOrd="0" presId="urn:microsoft.com/office/officeart/2005/8/layout/cycle8"/>
    <dgm:cxn modelId="{EE6FBD15-0CB3-41A7-9CD5-8A9E565AC89D}" srcId="{5448D1C1-3047-478B-9CF5-8A4945522AA8}" destId="{7C56A876-766A-4C36-A800-09670B313CA2}" srcOrd="4" destOrd="0" parTransId="{61F783C7-2DAC-42A5-8E2C-91B826516B0A}" sibTransId="{3B71157A-3BB0-4322-AF01-951CDBC11A1D}"/>
    <dgm:cxn modelId="{AB5F5124-450D-41E4-85C2-8A370170A5D7}" type="presOf" srcId="{CF941E11-1855-4105-A367-FB8221D90F20}" destId="{F7A999A2-660E-4ACC-A17B-A91C2BABA302}" srcOrd="0" destOrd="0" presId="urn:microsoft.com/office/officeart/2005/8/layout/cycle8"/>
    <dgm:cxn modelId="{E898B026-6AF3-4DF0-8CBE-893F539329FD}" type="presOf" srcId="{C8CAB602-5BC9-4BC3-97B8-600F588B20E5}" destId="{BC8E6DDD-7189-46C4-A3DE-23F24CAC8577}" srcOrd="1" destOrd="0" presId="urn:microsoft.com/office/officeart/2005/8/layout/cycle8"/>
    <dgm:cxn modelId="{E52E9D29-B7EC-4E52-AA87-F9CCCB249F86}" srcId="{5448D1C1-3047-478B-9CF5-8A4945522AA8}" destId="{6F39389E-2D4C-481D-ADC4-F15DE708B0FC}" srcOrd="0" destOrd="0" parTransId="{93C8C8A5-C21B-4453-924F-0CD4F87E68C9}" sibTransId="{4002C5D5-8B34-453B-B072-4C60E2F72EAF}"/>
    <dgm:cxn modelId="{1F619537-A559-4703-8D62-2114C3A3A32B}" type="presOf" srcId="{08008923-3EAD-443D-A37B-DEF6ED2C9032}" destId="{1304D4C2-9B90-45B2-A625-C60C588CA1A6}" srcOrd="0" destOrd="0" presId="urn:microsoft.com/office/officeart/2005/8/layout/cycle8"/>
    <dgm:cxn modelId="{5544363E-659E-436F-8797-1F5DB9A60A6F}" type="presOf" srcId="{08008923-3EAD-443D-A37B-DEF6ED2C9032}" destId="{E9A282F3-DAF7-47A7-8DC2-982C1A370CBC}" srcOrd="1" destOrd="0" presId="urn:microsoft.com/office/officeart/2005/8/layout/cycle8"/>
    <dgm:cxn modelId="{E7156D46-C9F2-46D8-A7EA-A58C5DB2FDA0}" type="presOf" srcId="{C8CAB602-5BC9-4BC3-97B8-600F588B20E5}" destId="{48D9AA3C-CFEC-4A6C-B0D5-5780B131D036}" srcOrd="0" destOrd="0" presId="urn:microsoft.com/office/officeart/2005/8/layout/cycle8"/>
    <dgm:cxn modelId="{ED854768-E66C-4130-BA04-062DEDC9ABD6}" type="presOf" srcId="{5448D1C1-3047-478B-9CF5-8A4945522AA8}" destId="{8082274C-7A7D-4D68-B164-341F5FF68079}" srcOrd="0" destOrd="0" presId="urn:microsoft.com/office/officeart/2005/8/layout/cycle8"/>
    <dgm:cxn modelId="{3D8AAF48-017A-473A-832B-CF67B82C8E2D}" srcId="{5448D1C1-3047-478B-9CF5-8A4945522AA8}" destId="{08008923-3EAD-443D-A37B-DEF6ED2C9032}" srcOrd="2" destOrd="0" parTransId="{2F2954E2-3346-4A80-BE98-F029358F08F7}" sibTransId="{3E8F1057-7B35-4927-BB4F-C4056B6DF78A}"/>
    <dgm:cxn modelId="{5CD4796D-01FC-4F10-BA41-FAF70E549DB1}" type="presOf" srcId="{7C56A876-766A-4C36-A800-09670B313CA2}" destId="{66FD50DC-8D53-41FF-97B7-BAB4995713BD}" srcOrd="0" destOrd="0" presId="urn:microsoft.com/office/officeart/2005/8/layout/cycle8"/>
    <dgm:cxn modelId="{0A2AEF53-6C52-40F9-9260-7D8E0C96127C}" srcId="{5448D1C1-3047-478B-9CF5-8A4945522AA8}" destId="{C8CAB602-5BC9-4BC3-97B8-600F588B20E5}" srcOrd="1" destOrd="0" parTransId="{92AB7799-3C9A-4EE2-85B2-A06F3ECBA9A0}" sibTransId="{F47915F7-9BAC-40FF-9D87-3A7EFBC2D408}"/>
    <dgm:cxn modelId="{C2AE7989-E60A-4B60-9C25-586067EE88AB}" srcId="{5448D1C1-3047-478B-9CF5-8A4945522AA8}" destId="{CF941E11-1855-4105-A367-FB8221D90F20}" srcOrd="3" destOrd="0" parTransId="{A3473582-3EB2-4DA0-9374-AC16DCD6A910}" sibTransId="{9E9EED87-1947-40C4-8D38-F2D12E84821D}"/>
    <dgm:cxn modelId="{88E83A90-49D5-4FFE-A382-D584FE4DB2CD}" type="presOf" srcId="{7C56A876-766A-4C36-A800-09670B313CA2}" destId="{F17C633E-B9DA-4208-AA48-0821447F82EC}" srcOrd="1" destOrd="0" presId="urn:microsoft.com/office/officeart/2005/8/layout/cycle8"/>
    <dgm:cxn modelId="{7D85F2C5-693B-44B6-AFEB-773D6481F360}" type="presParOf" srcId="{8082274C-7A7D-4D68-B164-341F5FF68079}" destId="{45D893DE-E097-4FE5-8844-4E0E40CF9F2F}" srcOrd="0" destOrd="0" presId="urn:microsoft.com/office/officeart/2005/8/layout/cycle8"/>
    <dgm:cxn modelId="{DC823F9F-B731-4569-A234-475AF90F0750}" type="presParOf" srcId="{8082274C-7A7D-4D68-B164-341F5FF68079}" destId="{AA9FE572-B14B-4156-BC08-6C79F9457201}" srcOrd="1" destOrd="0" presId="urn:microsoft.com/office/officeart/2005/8/layout/cycle8"/>
    <dgm:cxn modelId="{454C5ACC-A020-4756-96EF-21E6F4B6B169}" type="presParOf" srcId="{8082274C-7A7D-4D68-B164-341F5FF68079}" destId="{C4023FA1-41C8-4970-A39B-3E277C28241D}" srcOrd="2" destOrd="0" presId="urn:microsoft.com/office/officeart/2005/8/layout/cycle8"/>
    <dgm:cxn modelId="{4634AF98-C64F-4605-9D8E-21121D088FEF}" type="presParOf" srcId="{8082274C-7A7D-4D68-B164-341F5FF68079}" destId="{F0ACAB39-1FF4-4E33-BC83-E2BBEDB0CD87}" srcOrd="3" destOrd="0" presId="urn:microsoft.com/office/officeart/2005/8/layout/cycle8"/>
    <dgm:cxn modelId="{A8A21FBF-0EDB-4E7C-864A-E2A5D862AF58}" type="presParOf" srcId="{8082274C-7A7D-4D68-B164-341F5FF68079}" destId="{48D9AA3C-CFEC-4A6C-B0D5-5780B131D036}" srcOrd="4" destOrd="0" presId="urn:microsoft.com/office/officeart/2005/8/layout/cycle8"/>
    <dgm:cxn modelId="{CF460D02-A3B4-47B7-A97D-0996EC214638}" type="presParOf" srcId="{8082274C-7A7D-4D68-B164-341F5FF68079}" destId="{FB58DAF1-13BC-4941-800D-3ED0C7435E63}" srcOrd="5" destOrd="0" presId="urn:microsoft.com/office/officeart/2005/8/layout/cycle8"/>
    <dgm:cxn modelId="{6077E000-EF96-4EE1-B603-49C63281514D}" type="presParOf" srcId="{8082274C-7A7D-4D68-B164-341F5FF68079}" destId="{D5E7F89F-BFBF-45BE-B6A8-F8243B9A7748}" srcOrd="6" destOrd="0" presId="urn:microsoft.com/office/officeart/2005/8/layout/cycle8"/>
    <dgm:cxn modelId="{C02F54E0-BA60-4970-9546-487D989842CE}" type="presParOf" srcId="{8082274C-7A7D-4D68-B164-341F5FF68079}" destId="{BC8E6DDD-7189-46C4-A3DE-23F24CAC8577}" srcOrd="7" destOrd="0" presId="urn:microsoft.com/office/officeart/2005/8/layout/cycle8"/>
    <dgm:cxn modelId="{38E3D5F9-EC7C-45F8-99D2-6D39C3023655}" type="presParOf" srcId="{8082274C-7A7D-4D68-B164-341F5FF68079}" destId="{1304D4C2-9B90-45B2-A625-C60C588CA1A6}" srcOrd="8" destOrd="0" presId="urn:microsoft.com/office/officeart/2005/8/layout/cycle8"/>
    <dgm:cxn modelId="{7306C1CD-22E2-4E08-8AF7-2341EE7D27E5}" type="presParOf" srcId="{8082274C-7A7D-4D68-B164-341F5FF68079}" destId="{993D4177-964D-4272-91D0-C55946944607}" srcOrd="9" destOrd="0" presId="urn:microsoft.com/office/officeart/2005/8/layout/cycle8"/>
    <dgm:cxn modelId="{ADA5036F-AFFF-4494-A9CD-CDBA57812D9E}" type="presParOf" srcId="{8082274C-7A7D-4D68-B164-341F5FF68079}" destId="{87D8740B-21C9-4CD4-A071-A1F3B6D326B2}" srcOrd="10" destOrd="0" presId="urn:microsoft.com/office/officeart/2005/8/layout/cycle8"/>
    <dgm:cxn modelId="{4AF9CAB9-028A-4C54-8143-5A4F5AD4892E}" type="presParOf" srcId="{8082274C-7A7D-4D68-B164-341F5FF68079}" destId="{E9A282F3-DAF7-47A7-8DC2-982C1A370CBC}" srcOrd="11" destOrd="0" presId="urn:microsoft.com/office/officeart/2005/8/layout/cycle8"/>
    <dgm:cxn modelId="{BA06C5A5-4637-49A1-85E1-80300E00520F}" type="presParOf" srcId="{8082274C-7A7D-4D68-B164-341F5FF68079}" destId="{F7A999A2-660E-4ACC-A17B-A91C2BABA302}" srcOrd="12" destOrd="0" presId="urn:microsoft.com/office/officeart/2005/8/layout/cycle8"/>
    <dgm:cxn modelId="{FDE0CCB6-5110-4FFE-BE72-7919C6F5DD79}" type="presParOf" srcId="{8082274C-7A7D-4D68-B164-341F5FF68079}" destId="{6505AB9E-84D8-4923-A858-E44090FDB610}" srcOrd="13" destOrd="0" presId="urn:microsoft.com/office/officeart/2005/8/layout/cycle8"/>
    <dgm:cxn modelId="{82EF7347-4693-4300-A7FA-C3DE1FEEF06E}" type="presParOf" srcId="{8082274C-7A7D-4D68-B164-341F5FF68079}" destId="{6D5E63E9-38DB-469E-B27F-A5EC52FA62C5}" srcOrd="14" destOrd="0" presId="urn:microsoft.com/office/officeart/2005/8/layout/cycle8"/>
    <dgm:cxn modelId="{DCED240D-5643-4BCE-8D24-A56976054E86}" type="presParOf" srcId="{8082274C-7A7D-4D68-B164-341F5FF68079}" destId="{CBECE8D8-E514-46AE-80E7-098DE95F7BB7}" srcOrd="15" destOrd="0" presId="urn:microsoft.com/office/officeart/2005/8/layout/cycle8"/>
    <dgm:cxn modelId="{EE52A43E-16E6-4E55-9DBA-B3596768B1C6}" type="presParOf" srcId="{8082274C-7A7D-4D68-B164-341F5FF68079}" destId="{66FD50DC-8D53-41FF-97B7-BAB4995713BD}" srcOrd="16" destOrd="0" presId="urn:microsoft.com/office/officeart/2005/8/layout/cycle8"/>
    <dgm:cxn modelId="{B145204B-597A-4FFF-8675-2E0423E0A0AE}" type="presParOf" srcId="{8082274C-7A7D-4D68-B164-341F5FF68079}" destId="{BB4B0A5C-CDC6-4B6E-8876-16B3C8CFF123}" srcOrd="17" destOrd="0" presId="urn:microsoft.com/office/officeart/2005/8/layout/cycle8"/>
    <dgm:cxn modelId="{40707E71-FD0C-42E1-8614-22535519A6F3}" type="presParOf" srcId="{8082274C-7A7D-4D68-B164-341F5FF68079}" destId="{EB7DE422-5ECE-4E69-8206-3D687764D1F9}" srcOrd="18" destOrd="0" presId="urn:microsoft.com/office/officeart/2005/8/layout/cycle8"/>
    <dgm:cxn modelId="{876A89CC-7253-43B4-8CA3-F531F00FB236}" type="presParOf" srcId="{8082274C-7A7D-4D68-B164-341F5FF68079}" destId="{F17C633E-B9DA-4208-AA48-0821447F82EC}" srcOrd="19" destOrd="0" presId="urn:microsoft.com/office/officeart/2005/8/layout/cycle8"/>
    <dgm:cxn modelId="{C7251140-E5CA-4A7F-A3E9-5AD71F480A21}" type="presParOf" srcId="{8082274C-7A7D-4D68-B164-341F5FF68079}" destId="{25FD04BE-5AA6-4302-B543-D00C80C8B7B9}" srcOrd="20" destOrd="0" presId="urn:microsoft.com/office/officeart/2005/8/layout/cycle8"/>
    <dgm:cxn modelId="{44EC38BB-2DB6-4BA9-8B18-4EAA4767F969}" type="presParOf" srcId="{8082274C-7A7D-4D68-B164-341F5FF68079}" destId="{41DB73F0-D4C3-436B-AE91-B28A5D44132F}" srcOrd="21" destOrd="0" presId="urn:microsoft.com/office/officeart/2005/8/layout/cycle8"/>
    <dgm:cxn modelId="{76B52F25-AF7A-48AB-8484-EF37B0DEFE47}" type="presParOf" srcId="{8082274C-7A7D-4D68-B164-341F5FF68079}" destId="{A6648F7F-57EC-4E98-A513-6BC226987455}" srcOrd="22" destOrd="0" presId="urn:microsoft.com/office/officeart/2005/8/layout/cycle8"/>
    <dgm:cxn modelId="{90304454-4435-4367-B0D5-F15CBFE39297}" type="presParOf" srcId="{8082274C-7A7D-4D68-B164-341F5FF68079}" destId="{AF9F2022-FDCD-4AE5-BBB7-57428025FBB0}" srcOrd="23" destOrd="0" presId="urn:microsoft.com/office/officeart/2005/8/layout/cycle8"/>
    <dgm:cxn modelId="{CD0C8E73-18EF-43A6-8CAF-8CC08C487B3E}" type="presParOf" srcId="{8082274C-7A7D-4D68-B164-341F5FF68079}" destId="{0196315E-5527-41B1-845D-5191F0B1F122}" srcOrd="2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4B25F73F-A699-46F3-A309-C63CD14B57BA}" type="doc">
      <dgm:prSet loTypeId="urn:microsoft.com/office/officeart/2018/2/layout/IconLabelDescriptionList" loCatId="icon" qsTypeId="urn:microsoft.com/office/officeart/2005/8/quickstyle/simple1" qsCatId="simple" csTypeId="urn:microsoft.com/office/officeart/2018/5/colors/Iconchunking_neutralbg_accent2_2" csCatId="accent2" phldr="1"/>
      <dgm:spPr/>
      <dgm:t>
        <a:bodyPr/>
        <a:lstStyle/>
        <a:p>
          <a:endParaRPr lang="en-US"/>
        </a:p>
      </dgm:t>
    </dgm:pt>
    <dgm:pt modelId="{E4B16FC9-C3E2-4753-8496-AA613A826F43}">
      <dgm:prSet custT="1"/>
      <dgm:spPr/>
      <dgm:t>
        <a:bodyPr/>
        <a:lstStyle/>
        <a:p>
          <a:pPr>
            <a:defRPr b="1"/>
          </a:pPr>
          <a:r>
            <a:rPr lang="en-US" sz="2000"/>
            <a:t>Probability-Impact Matrix used to score risks.</a:t>
          </a:r>
        </a:p>
      </dgm:t>
    </dgm:pt>
    <dgm:pt modelId="{EB2289B7-0C5C-46D3-8365-76DBC0133EBE}" type="parTrans" cxnId="{BEFBDBD4-E837-45FA-B06D-46C335CDC900}">
      <dgm:prSet/>
      <dgm:spPr/>
      <dgm:t>
        <a:bodyPr/>
        <a:lstStyle/>
        <a:p>
          <a:endParaRPr lang="en-US" sz="3600"/>
        </a:p>
      </dgm:t>
    </dgm:pt>
    <dgm:pt modelId="{A75154FC-D5E1-4569-B775-E8C6C1187B5F}" type="sibTrans" cxnId="{BEFBDBD4-E837-45FA-B06D-46C335CDC900}">
      <dgm:prSet/>
      <dgm:spPr/>
      <dgm:t>
        <a:bodyPr/>
        <a:lstStyle/>
        <a:p>
          <a:endParaRPr lang="en-US" sz="2800"/>
        </a:p>
      </dgm:t>
    </dgm:pt>
    <dgm:pt modelId="{A7C0996B-53CA-433B-99F9-0EF19C5A9D64}">
      <dgm:prSet custT="1"/>
      <dgm:spPr/>
      <dgm:t>
        <a:bodyPr/>
        <a:lstStyle/>
        <a:p>
          <a:r>
            <a:rPr lang="en-US" sz="1600"/>
            <a:t>Higher scores determine higher prioritization and resource allocation.</a:t>
          </a:r>
        </a:p>
      </dgm:t>
    </dgm:pt>
    <dgm:pt modelId="{604B5ACD-322E-4BB7-ACF1-917BE79B6856}" type="parTrans" cxnId="{9D53B1EB-EEF1-4492-AAE5-2688BF776C24}">
      <dgm:prSet/>
      <dgm:spPr/>
      <dgm:t>
        <a:bodyPr/>
        <a:lstStyle/>
        <a:p>
          <a:endParaRPr lang="en-US" sz="3600"/>
        </a:p>
      </dgm:t>
    </dgm:pt>
    <dgm:pt modelId="{47757EBC-EB45-43AA-A899-7DD14D7040F3}" type="sibTrans" cxnId="{9D53B1EB-EEF1-4492-AAE5-2688BF776C24}">
      <dgm:prSet/>
      <dgm:spPr/>
      <dgm:t>
        <a:bodyPr/>
        <a:lstStyle/>
        <a:p>
          <a:endParaRPr lang="en-US" sz="2800"/>
        </a:p>
      </dgm:t>
    </dgm:pt>
    <dgm:pt modelId="{53EA46BB-2721-4062-962C-BAC9A4166C42}">
      <dgm:prSet custT="1"/>
      <dgm:spPr/>
      <dgm:t>
        <a:bodyPr/>
        <a:lstStyle/>
        <a:p>
          <a:pPr>
            <a:defRPr b="1"/>
          </a:pPr>
          <a:r>
            <a:rPr lang="en-US" sz="2000"/>
            <a:t>Highest scorers were data privacy, algorithm behavior, and integration complexity.</a:t>
          </a:r>
        </a:p>
      </dgm:t>
    </dgm:pt>
    <dgm:pt modelId="{C543ECF9-BE32-4671-AB09-908D3FEAFEF9}" type="parTrans" cxnId="{87BCEC24-DF72-45FF-B1E6-53725E680E49}">
      <dgm:prSet/>
      <dgm:spPr/>
      <dgm:t>
        <a:bodyPr/>
        <a:lstStyle/>
        <a:p>
          <a:endParaRPr lang="en-US" sz="3600"/>
        </a:p>
      </dgm:t>
    </dgm:pt>
    <dgm:pt modelId="{B5E92599-4223-48AB-8001-80D6E98FD792}" type="sibTrans" cxnId="{87BCEC24-DF72-45FF-B1E6-53725E680E49}">
      <dgm:prSet/>
      <dgm:spPr/>
      <dgm:t>
        <a:bodyPr/>
        <a:lstStyle/>
        <a:p>
          <a:endParaRPr lang="en-US" sz="2800"/>
        </a:p>
      </dgm:t>
    </dgm:pt>
    <dgm:pt modelId="{C2A8398F-AAAD-4E33-98CE-A12E26CA5098}">
      <dgm:prSet custT="1"/>
      <dgm:spPr/>
      <dgm:t>
        <a:bodyPr/>
        <a:lstStyle/>
        <a:p>
          <a:pPr>
            <a:defRPr b="1"/>
          </a:pPr>
          <a:r>
            <a:rPr lang="en-US" sz="2000"/>
            <a:t>These risks require immediate mitigation.</a:t>
          </a:r>
        </a:p>
      </dgm:t>
    </dgm:pt>
    <dgm:pt modelId="{360DA48B-368E-4954-9743-97DF8D02B695}" type="parTrans" cxnId="{CBEA2494-4D1C-41EA-B9DC-BB6080556A4F}">
      <dgm:prSet/>
      <dgm:spPr/>
      <dgm:t>
        <a:bodyPr/>
        <a:lstStyle/>
        <a:p>
          <a:endParaRPr lang="en-US" sz="3600"/>
        </a:p>
      </dgm:t>
    </dgm:pt>
    <dgm:pt modelId="{33A342B7-9B6E-4042-842A-69634FF25334}" type="sibTrans" cxnId="{CBEA2494-4D1C-41EA-B9DC-BB6080556A4F}">
      <dgm:prSet/>
      <dgm:spPr/>
      <dgm:t>
        <a:bodyPr/>
        <a:lstStyle/>
        <a:p>
          <a:endParaRPr lang="en-US" sz="2800"/>
        </a:p>
      </dgm:t>
    </dgm:pt>
    <dgm:pt modelId="{69EDC2D8-4E4C-445B-B39C-E3F2AC7B9C60}">
      <dgm:prSet custT="1"/>
      <dgm:spPr/>
      <dgm:t>
        <a:bodyPr/>
        <a:lstStyle/>
        <a:p>
          <a:r>
            <a:rPr lang="en-US" sz="1600" dirty="0"/>
            <a:t>Harm customer trust, violate compliance laws, delay project timelines, amplify current scope creep issues.</a:t>
          </a:r>
        </a:p>
      </dgm:t>
    </dgm:pt>
    <dgm:pt modelId="{DE19A00E-989D-4EBF-9A88-4FB9EF42A123}" type="parTrans" cxnId="{824046AD-C717-4EF1-8E99-E8571961E815}">
      <dgm:prSet/>
      <dgm:spPr/>
      <dgm:t>
        <a:bodyPr/>
        <a:lstStyle/>
        <a:p>
          <a:endParaRPr lang="en-US" sz="3600"/>
        </a:p>
      </dgm:t>
    </dgm:pt>
    <dgm:pt modelId="{87F6E407-721E-4123-B1DD-EC3CCF7C0786}" type="sibTrans" cxnId="{824046AD-C717-4EF1-8E99-E8571961E815}">
      <dgm:prSet/>
      <dgm:spPr/>
      <dgm:t>
        <a:bodyPr/>
        <a:lstStyle/>
        <a:p>
          <a:endParaRPr lang="en-US" sz="2800"/>
        </a:p>
      </dgm:t>
    </dgm:pt>
    <dgm:pt modelId="{0ECE5236-6C2B-467C-8454-3CFFC8676E8C}" type="pres">
      <dgm:prSet presAssocID="{4B25F73F-A699-46F3-A309-C63CD14B57BA}" presName="root" presStyleCnt="0">
        <dgm:presLayoutVars>
          <dgm:dir/>
          <dgm:resizeHandles val="exact"/>
        </dgm:presLayoutVars>
      </dgm:prSet>
      <dgm:spPr/>
    </dgm:pt>
    <dgm:pt modelId="{583B6C5C-80A3-492A-890F-E887F85E3DE4}" type="pres">
      <dgm:prSet presAssocID="{E4B16FC9-C3E2-4753-8496-AA613A826F43}" presName="compNode" presStyleCnt="0"/>
      <dgm:spPr/>
    </dgm:pt>
    <dgm:pt modelId="{00F2C1E9-D961-43DC-AAFF-4C3853C1C0C3}" type="pres">
      <dgm:prSet presAssocID="{E4B16FC9-C3E2-4753-8496-AA613A826F4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ce"/>
        </a:ext>
      </dgm:extLst>
    </dgm:pt>
    <dgm:pt modelId="{52CA0802-6ED5-4892-923A-5A73C2603EC1}" type="pres">
      <dgm:prSet presAssocID="{E4B16FC9-C3E2-4753-8496-AA613A826F43}" presName="iconSpace" presStyleCnt="0"/>
      <dgm:spPr/>
    </dgm:pt>
    <dgm:pt modelId="{A162E833-254A-4649-81A1-B372728B8519}" type="pres">
      <dgm:prSet presAssocID="{E4B16FC9-C3E2-4753-8496-AA613A826F43}" presName="parTx" presStyleLbl="revTx" presStyleIdx="0" presStyleCnt="6">
        <dgm:presLayoutVars>
          <dgm:chMax val="0"/>
          <dgm:chPref val="0"/>
        </dgm:presLayoutVars>
      </dgm:prSet>
      <dgm:spPr/>
    </dgm:pt>
    <dgm:pt modelId="{AACDDCAF-EF5D-4F38-9D34-E83AFA7A42AA}" type="pres">
      <dgm:prSet presAssocID="{E4B16FC9-C3E2-4753-8496-AA613A826F43}" presName="txSpace" presStyleCnt="0"/>
      <dgm:spPr/>
    </dgm:pt>
    <dgm:pt modelId="{20676EBC-33B7-47EF-ADF7-7171949A3CAF}" type="pres">
      <dgm:prSet presAssocID="{E4B16FC9-C3E2-4753-8496-AA613A826F43}" presName="desTx" presStyleLbl="revTx" presStyleIdx="1" presStyleCnt="6">
        <dgm:presLayoutVars/>
      </dgm:prSet>
      <dgm:spPr/>
    </dgm:pt>
    <dgm:pt modelId="{11CF1466-11D3-47D1-844A-5AF60CC5E7CA}" type="pres">
      <dgm:prSet presAssocID="{A75154FC-D5E1-4569-B775-E8C6C1187B5F}" presName="sibTrans" presStyleCnt="0"/>
      <dgm:spPr/>
    </dgm:pt>
    <dgm:pt modelId="{7AAAB977-A980-42A8-A9CD-D8FCE18A84FB}" type="pres">
      <dgm:prSet presAssocID="{53EA46BB-2721-4062-962C-BAC9A4166C42}" presName="compNode" presStyleCnt="0"/>
      <dgm:spPr/>
    </dgm:pt>
    <dgm:pt modelId="{BF691A6E-6029-4143-BC24-FDA76F1B1241}" type="pres">
      <dgm:prSet presAssocID="{53EA46BB-2721-4062-962C-BAC9A4166C4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2C11EC43-9470-42F3-810B-760BB18A4148}" type="pres">
      <dgm:prSet presAssocID="{53EA46BB-2721-4062-962C-BAC9A4166C42}" presName="iconSpace" presStyleCnt="0"/>
      <dgm:spPr/>
    </dgm:pt>
    <dgm:pt modelId="{A6BED38F-85FC-437A-8AEC-19E081E99C0E}" type="pres">
      <dgm:prSet presAssocID="{53EA46BB-2721-4062-962C-BAC9A4166C42}" presName="parTx" presStyleLbl="revTx" presStyleIdx="2" presStyleCnt="6">
        <dgm:presLayoutVars>
          <dgm:chMax val="0"/>
          <dgm:chPref val="0"/>
        </dgm:presLayoutVars>
      </dgm:prSet>
      <dgm:spPr/>
    </dgm:pt>
    <dgm:pt modelId="{E12BB04C-F0FB-48D7-A61B-54F6478AC622}" type="pres">
      <dgm:prSet presAssocID="{53EA46BB-2721-4062-962C-BAC9A4166C42}" presName="txSpace" presStyleCnt="0"/>
      <dgm:spPr/>
    </dgm:pt>
    <dgm:pt modelId="{E2F86AD5-4E37-488A-9B49-1E8540C3A1F8}" type="pres">
      <dgm:prSet presAssocID="{53EA46BB-2721-4062-962C-BAC9A4166C42}" presName="desTx" presStyleLbl="revTx" presStyleIdx="3" presStyleCnt="6">
        <dgm:presLayoutVars/>
      </dgm:prSet>
      <dgm:spPr/>
    </dgm:pt>
    <dgm:pt modelId="{1095BFB8-08F7-48E7-A5AD-AEBBA1B805CA}" type="pres">
      <dgm:prSet presAssocID="{B5E92599-4223-48AB-8001-80D6E98FD792}" presName="sibTrans" presStyleCnt="0"/>
      <dgm:spPr/>
    </dgm:pt>
    <dgm:pt modelId="{14DBDFAF-FBD9-413D-BF87-E3F3BFF736F9}" type="pres">
      <dgm:prSet presAssocID="{C2A8398F-AAAD-4E33-98CE-A12E26CA5098}" presName="compNode" presStyleCnt="0"/>
      <dgm:spPr/>
    </dgm:pt>
    <dgm:pt modelId="{C2A746FD-61F8-40A1-87B2-3A7EC8274496}" type="pres">
      <dgm:prSet presAssocID="{C2A8398F-AAAD-4E33-98CE-A12E26CA509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arning"/>
        </a:ext>
      </dgm:extLst>
    </dgm:pt>
    <dgm:pt modelId="{8FF35EA4-21BB-4D08-A58C-11C38BDEDF31}" type="pres">
      <dgm:prSet presAssocID="{C2A8398F-AAAD-4E33-98CE-A12E26CA5098}" presName="iconSpace" presStyleCnt="0"/>
      <dgm:spPr/>
    </dgm:pt>
    <dgm:pt modelId="{87F2C255-9F50-476C-977D-26E05E1EEDFA}" type="pres">
      <dgm:prSet presAssocID="{C2A8398F-AAAD-4E33-98CE-A12E26CA5098}" presName="parTx" presStyleLbl="revTx" presStyleIdx="4" presStyleCnt="6">
        <dgm:presLayoutVars>
          <dgm:chMax val="0"/>
          <dgm:chPref val="0"/>
        </dgm:presLayoutVars>
      </dgm:prSet>
      <dgm:spPr/>
    </dgm:pt>
    <dgm:pt modelId="{2CBB4356-600C-420E-93D1-DC450FA0D87F}" type="pres">
      <dgm:prSet presAssocID="{C2A8398F-AAAD-4E33-98CE-A12E26CA5098}" presName="txSpace" presStyleCnt="0"/>
      <dgm:spPr/>
    </dgm:pt>
    <dgm:pt modelId="{D6B5540C-79F9-4A14-B093-7FFCE68AC2BD}" type="pres">
      <dgm:prSet presAssocID="{C2A8398F-AAAD-4E33-98CE-A12E26CA5098}" presName="desTx" presStyleLbl="revTx" presStyleIdx="5" presStyleCnt="6">
        <dgm:presLayoutVars/>
      </dgm:prSet>
      <dgm:spPr/>
    </dgm:pt>
  </dgm:ptLst>
  <dgm:cxnLst>
    <dgm:cxn modelId="{87BCEC24-DF72-45FF-B1E6-53725E680E49}" srcId="{4B25F73F-A699-46F3-A309-C63CD14B57BA}" destId="{53EA46BB-2721-4062-962C-BAC9A4166C42}" srcOrd="1" destOrd="0" parTransId="{C543ECF9-BE32-4671-AB09-908D3FEAFEF9}" sibTransId="{B5E92599-4223-48AB-8001-80D6E98FD792}"/>
    <dgm:cxn modelId="{F6E8F270-859C-4F95-BEAB-C3B14A435773}" type="presOf" srcId="{53EA46BB-2721-4062-962C-BAC9A4166C42}" destId="{A6BED38F-85FC-437A-8AEC-19E081E99C0E}" srcOrd="0" destOrd="0" presId="urn:microsoft.com/office/officeart/2018/2/layout/IconLabelDescriptionList"/>
    <dgm:cxn modelId="{175E3355-949B-4655-97FF-4A6E506D2CA5}" type="presOf" srcId="{C2A8398F-AAAD-4E33-98CE-A12E26CA5098}" destId="{87F2C255-9F50-476C-977D-26E05E1EEDFA}" srcOrd="0" destOrd="0" presId="urn:microsoft.com/office/officeart/2018/2/layout/IconLabelDescriptionList"/>
    <dgm:cxn modelId="{E38F8357-FCF8-4B40-96F2-D9DF42B98117}" type="presOf" srcId="{4B25F73F-A699-46F3-A309-C63CD14B57BA}" destId="{0ECE5236-6C2B-467C-8454-3CFFC8676E8C}" srcOrd="0" destOrd="0" presId="urn:microsoft.com/office/officeart/2018/2/layout/IconLabelDescriptionList"/>
    <dgm:cxn modelId="{D1FD9582-0A8C-42F5-A686-910128BA0E22}" type="presOf" srcId="{69EDC2D8-4E4C-445B-B39C-E3F2AC7B9C60}" destId="{D6B5540C-79F9-4A14-B093-7FFCE68AC2BD}" srcOrd="0" destOrd="0" presId="urn:microsoft.com/office/officeart/2018/2/layout/IconLabelDescriptionList"/>
    <dgm:cxn modelId="{CBEA2494-4D1C-41EA-B9DC-BB6080556A4F}" srcId="{4B25F73F-A699-46F3-A309-C63CD14B57BA}" destId="{C2A8398F-AAAD-4E33-98CE-A12E26CA5098}" srcOrd="2" destOrd="0" parTransId="{360DA48B-368E-4954-9743-97DF8D02B695}" sibTransId="{33A342B7-9B6E-4042-842A-69634FF25334}"/>
    <dgm:cxn modelId="{824046AD-C717-4EF1-8E99-E8571961E815}" srcId="{C2A8398F-AAAD-4E33-98CE-A12E26CA5098}" destId="{69EDC2D8-4E4C-445B-B39C-E3F2AC7B9C60}" srcOrd="0" destOrd="0" parTransId="{DE19A00E-989D-4EBF-9A88-4FB9EF42A123}" sibTransId="{87F6E407-721E-4123-B1DD-EC3CCF7C0786}"/>
    <dgm:cxn modelId="{20A4B6BB-ADAC-4F11-ADAA-D967324E0162}" type="presOf" srcId="{A7C0996B-53CA-433B-99F9-0EF19C5A9D64}" destId="{20676EBC-33B7-47EF-ADF7-7171949A3CAF}" srcOrd="0" destOrd="0" presId="urn:microsoft.com/office/officeart/2018/2/layout/IconLabelDescriptionList"/>
    <dgm:cxn modelId="{BEFBDBD4-E837-45FA-B06D-46C335CDC900}" srcId="{4B25F73F-A699-46F3-A309-C63CD14B57BA}" destId="{E4B16FC9-C3E2-4753-8496-AA613A826F43}" srcOrd="0" destOrd="0" parTransId="{EB2289B7-0C5C-46D3-8365-76DBC0133EBE}" sibTransId="{A75154FC-D5E1-4569-B775-E8C6C1187B5F}"/>
    <dgm:cxn modelId="{9D53B1EB-EEF1-4492-AAE5-2688BF776C24}" srcId="{E4B16FC9-C3E2-4753-8496-AA613A826F43}" destId="{A7C0996B-53CA-433B-99F9-0EF19C5A9D64}" srcOrd="0" destOrd="0" parTransId="{604B5ACD-322E-4BB7-ACF1-917BE79B6856}" sibTransId="{47757EBC-EB45-43AA-A899-7DD14D7040F3}"/>
    <dgm:cxn modelId="{318EBEF2-6712-42C9-AFB5-21A3E80B85A3}" type="presOf" srcId="{E4B16FC9-C3E2-4753-8496-AA613A826F43}" destId="{A162E833-254A-4649-81A1-B372728B8519}" srcOrd="0" destOrd="0" presId="urn:microsoft.com/office/officeart/2018/2/layout/IconLabelDescriptionList"/>
    <dgm:cxn modelId="{F16AAF4E-2325-4050-8623-B577847C4E09}" type="presParOf" srcId="{0ECE5236-6C2B-467C-8454-3CFFC8676E8C}" destId="{583B6C5C-80A3-492A-890F-E887F85E3DE4}" srcOrd="0" destOrd="0" presId="urn:microsoft.com/office/officeart/2018/2/layout/IconLabelDescriptionList"/>
    <dgm:cxn modelId="{52A307B1-BE59-4365-BDCC-F22AA6930836}" type="presParOf" srcId="{583B6C5C-80A3-492A-890F-E887F85E3DE4}" destId="{00F2C1E9-D961-43DC-AAFF-4C3853C1C0C3}" srcOrd="0" destOrd="0" presId="urn:microsoft.com/office/officeart/2018/2/layout/IconLabelDescriptionList"/>
    <dgm:cxn modelId="{B33A16A9-0B12-4961-AFEE-C159F532975C}" type="presParOf" srcId="{583B6C5C-80A3-492A-890F-E887F85E3DE4}" destId="{52CA0802-6ED5-4892-923A-5A73C2603EC1}" srcOrd="1" destOrd="0" presId="urn:microsoft.com/office/officeart/2018/2/layout/IconLabelDescriptionList"/>
    <dgm:cxn modelId="{3A1A7694-AF22-4A6A-AF3C-9A59BF28CF57}" type="presParOf" srcId="{583B6C5C-80A3-492A-890F-E887F85E3DE4}" destId="{A162E833-254A-4649-81A1-B372728B8519}" srcOrd="2" destOrd="0" presId="urn:microsoft.com/office/officeart/2018/2/layout/IconLabelDescriptionList"/>
    <dgm:cxn modelId="{A6327887-97FE-4BDA-BB37-86BAC73ADE6C}" type="presParOf" srcId="{583B6C5C-80A3-492A-890F-E887F85E3DE4}" destId="{AACDDCAF-EF5D-4F38-9D34-E83AFA7A42AA}" srcOrd="3" destOrd="0" presId="urn:microsoft.com/office/officeart/2018/2/layout/IconLabelDescriptionList"/>
    <dgm:cxn modelId="{64E2A292-B184-4C5C-93D8-96AEDECD311E}" type="presParOf" srcId="{583B6C5C-80A3-492A-890F-E887F85E3DE4}" destId="{20676EBC-33B7-47EF-ADF7-7171949A3CAF}" srcOrd="4" destOrd="0" presId="urn:microsoft.com/office/officeart/2018/2/layout/IconLabelDescriptionList"/>
    <dgm:cxn modelId="{24AD877A-8BD1-40D3-A21B-26315B46BCE1}" type="presParOf" srcId="{0ECE5236-6C2B-467C-8454-3CFFC8676E8C}" destId="{11CF1466-11D3-47D1-844A-5AF60CC5E7CA}" srcOrd="1" destOrd="0" presId="urn:microsoft.com/office/officeart/2018/2/layout/IconLabelDescriptionList"/>
    <dgm:cxn modelId="{DDB60C68-E7BF-41F3-B127-EF11008053B7}" type="presParOf" srcId="{0ECE5236-6C2B-467C-8454-3CFFC8676E8C}" destId="{7AAAB977-A980-42A8-A9CD-D8FCE18A84FB}" srcOrd="2" destOrd="0" presId="urn:microsoft.com/office/officeart/2018/2/layout/IconLabelDescriptionList"/>
    <dgm:cxn modelId="{8D56F89E-C1E8-434D-B1C5-396D24F4AF21}" type="presParOf" srcId="{7AAAB977-A980-42A8-A9CD-D8FCE18A84FB}" destId="{BF691A6E-6029-4143-BC24-FDA76F1B1241}" srcOrd="0" destOrd="0" presId="urn:microsoft.com/office/officeart/2018/2/layout/IconLabelDescriptionList"/>
    <dgm:cxn modelId="{835D4333-0C22-44B8-9336-6DEDA690D047}" type="presParOf" srcId="{7AAAB977-A980-42A8-A9CD-D8FCE18A84FB}" destId="{2C11EC43-9470-42F3-810B-760BB18A4148}" srcOrd="1" destOrd="0" presId="urn:microsoft.com/office/officeart/2018/2/layout/IconLabelDescriptionList"/>
    <dgm:cxn modelId="{CF2A87B6-0C48-4A0E-A548-7E497E01EF09}" type="presParOf" srcId="{7AAAB977-A980-42A8-A9CD-D8FCE18A84FB}" destId="{A6BED38F-85FC-437A-8AEC-19E081E99C0E}" srcOrd="2" destOrd="0" presId="urn:microsoft.com/office/officeart/2018/2/layout/IconLabelDescriptionList"/>
    <dgm:cxn modelId="{18D5AD62-CB37-4BC4-A22C-C31C622DF754}" type="presParOf" srcId="{7AAAB977-A980-42A8-A9CD-D8FCE18A84FB}" destId="{E12BB04C-F0FB-48D7-A61B-54F6478AC622}" srcOrd="3" destOrd="0" presId="urn:microsoft.com/office/officeart/2018/2/layout/IconLabelDescriptionList"/>
    <dgm:cxn modelId="{262501B3-8817-4A91-A2FB-0C021F237CC8}" type="presParOf" srcId="{7AAAB977-A980-42A8-A9CD-D8FCE18A84FB}" destId="{E2F86AD5-4E37-488A-9B49-1E8540C3A1F8}" srcOrd="4" destOrd="0" presId="urn:microsoft.com/office/officeart/2018/2/layout/IconLabelDescriptionList"/>
    <dgm:cxn modelId="{9DBC3C0E-B864-4362-965D-67FC1EB45274}" type="presParOf" srcId="{0ECE5236-6C2B-467C-8454-3CFFC8676E8C}" destId="{1095BFB8-08F7-48E7-A5AD-AEBBA1B805CA}" srcOrd="3" destOrd="0" presId="urn:microsoft.com/office/officeart/2018/2/layout/IconLabelDescriptionList"/>
    <dgm:cxn modelId="{976C8B64-BC0E-4528-8A76-5BB58751A0C1}" type="presParOf" srcId="{0ECE5236-6C2B-467C-8454-3CFFC8676E8C}" destId="{14DBDFAF-FBD9-413D-BF87-E3F3BFF736F9}" srcOrd="4" destOrd="0" presId="urn:microsoft.com/office/officeart/2018/2/layout/IconLabelDescriptionList"/>
    <dgm:cxn modelId="{BAEA0139-9E96-4492-8F3F-7B059BE77AA6}" type="presParOf" srcId="{14DBDFAF-FBD9-413D-BF87-E3F3BFF736F9}" destId="{C2A746FD-61F8-40A1-87B2-3A7EC8274496}" srcOrd="0" destOrd="0" presId="urn:microsoft.com/office/officeart/2018/2/layout/IconLabelDescriptionList"/>
    <dgm:cxn modelId="{73C899F2-92EA-4EF8-A23C-F1F7839977CA}" type="presParOf" srcId="{14DBDFAF-FBD9-413D-BF87-E3F3BFF736F9}" destId="{8FF35EA4-21BB-4D08-A58C-11C38BDEDF31}" srcOrd="1" destOrd="0" presId="urn:microsoft.com/office/officeart/2018/2/layout/IconLabelDescriptionList"/>
    <dgm:cxn modelId="{0C942BB0-49D6-44AF-96D0-B6B8EC079B79}" type="presParOf" srcId="{14DBDFAF-FBD9-413D-BF87-E3F3BFF736F9}" destId="{87F2C255-9F50-476C-977D-26E05E1EEDFA}" srcOrd="2" destOrd="0" presId="urn:microsoft.com/office/officeart/2018/2/layout/IconLabelDescriptionList"/>
    <dgm:cxn modelId="{670DCAC7-927D-48D7-80F2-CB932A8E652C}" type="presParOf" srcId="{14DBDFAF-FBD9-413D-BF87-E3F3BFF736F9}" destId="{2CBB4356-600C-420E-93D1-DC450FA0D87F}" srcOrd="3" destOrd="0" presId="urn:microsoft.com/office/officeart/2018/2/layout/IconLabelDescriptionList"/>
    <dgm:cxn modelId="{536654E3-E1D4-4D5A-8F53-B8348B14565F}" type="presParOf" srcId="{14DBDFAF-FBD9-413D-BF87-E3F3BFF736F9}" destId="{D6B5540C-79F9-4A14-B093-7FFCE68AC2BD}"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279B289A-7C39-49BC-A11E-ADD66C7BCC8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52ED26B1-9E7A-4187-A6A5-12E47111C7AF}">
      <dgm:prSet/>
      <dgm:spPr/>
      <dgm:t>
        <a:bodyPr/>
        <a:lstStyle/>
        <a:p>
          <a:r>
            <a:rPr lang="en-US"/>
            <a:t>Highest priority risks added to project tasks.</a:t>
          </a:r>
        </a:p>
      </dgm:t>
    </dgm:pt>
    <dgm:pt modelId="{E5C62CE4-4B3F-4460-8F70-505872CF7860}" type="parTrans" cxnId="{B4138565-3D08-4F3D-A739-08B8731A9857}">
      <dgm:prSet/>
      <dgm:spPr/>
      <dgm:t>
        <a:bodyPr/>
        <a:lstStyle/>
        <a:p>
          <a:endParaRPr lang="en-US"/>
        </a:p>
      </dgm:t>
    </dgm:pt>
    <dgm:pt modelId="{518D682F-FF95-48A8-8F16-6017927B892B}" type="sibTrans" cxnId="{B4138565-3D08-4F3D-A739-08B8731A9857}">
      <dgm:prSet/>
      <dgm:spPr/>
      <dgm:t>
        <a:bodyPr/>
        <a:lstStyle/>
        <a:p>
          <a:endParaRPr lang="en-US"/>
        </a:p>
      </dgm:t>
    </dgm:pt>
    <dgm:pt modelId="{73E97492-B0EB-4B1D-8FA1-72403651066D}">
      <dgm:prSet/>
      <dgm:spPr/>
      <dgm:t>
        <a:bodyPr/>
        <a:lstStyle/>
        <a:p>
          <a:r>
            <a:rPr lang="en-US"/>
            <a:t>Risk managers are assigned to each risk.</a:t>
          </a:r>
        </a:p>
      </dgm:t>
    </dgm:pt>
    <dgm:pt modelId="{7EDA31B9-DBEA-4C46-B467-88A50EE7EE56}" type="parTrans" cxnId="{E63CFA04-41C2-419B-80E4-AA615854D6C3}">
      <dgm:prSet/>
      <dgm:spPr/>
      <dgm:t>
        <a:bodyPr/>
        <a:lstStyle/>
        <a:p>
          <a:endParaRPr lang="en-US"/>
        </a:p>
      </dgm:t>
    </dgm:pt>
    <dgm:pt modelId="{F1B13706-1768-478D-AD06-B2787A402B54}" type="sibTrans" cxnId="{E63CFA04-41C2-419B-80E4-AA615854D6C3}">
      <dgm:prSet/>
      <dgm:spPr/>
      <dgm:t>
        <a:bodyPr/>
        <a:lstStyle/>
        <a:p>
          <a:endParaRPr lang="en-US"/>
        </a:p>
      </dgm:t>
    </dgm:pt>
    <dgm:pt modelId="{20127FE7-1B05-4632-9B3B-2F00CE09DD33}">
      <dgm:prSet/>
      <dgm:spPr/>
      <dgm:t>
        <a:bodyPr/>
        <a:lstStyle/>
        <a:p>
          <a:r>
            <a:rPr lang="en-US"/>
            <a:t>Responsible for monitoring and actions.</a:t>
          </a:r>
        </a:p>
      </dgm:t>
    </dgm:pt>
    <dgm:pt modelId="{EB1F64AA-CD79-435E-A1C2-42682E889EE4}" type="parTrans" cxnId="{FC6387CB-B265-41E7-96B5-A21097ABDF68}">
      <dgm:prSet/>
      <dgm:spPr/>
      <dgm:t>
        <a:bodyPr/>
        <a:lstStyle/>
        <a:p>
          <a:endParaRPr lang="en-US"/>
        </a:p>
      </dgm:t>
    </dgm:pt>
    <dgm:pt modelId="{3F73DEF2-3235-4696-BE85-0119D2AF1CE5}" type="sibTrans" cxnId="{FC6387CB-B265-41E7-96B5-A21097ABDF68}">
      <dgm:prSet/>
      <dgm:spPr/>
      <dgm:t>
        <a:bodyPr/>
        <a:lstStyle/>
        <a:p>
          <a:endParaRPr lang="en-US"/>
        </a:p>
      </dgm:t>
    </dgm:pt>
    <dgm:pt modelId="{1CF66CDE-7C63-493D-AC1F-EDD64FAA165F}">
      <dgm:prSet/>
      <dgm:spPr/>
      <dgm:t>
        <a:bodyPr/>
        <a:lstStyle/>
        <a:p>
          <a:r>
            <a:rPr lang="en-US"/>
            <a:t>Bi-weekly status updates to be implemented.</a:t>
          </a:r>
        </a:p>
      </dgm:t>
    </dgm:pt>
    <dgm:pt modelId="{B42D3113-9B8C-453D-AB5B-DA9D881DB004}" type="parTrans" cxnId="{BD912E0E-9258-43A6-9A17-AAEC374CDD80}">
      <dgm:prSet/>
      <dgm:spPr/>
      <dgm:t>
        <a:bodyPr/>
        <a:lstStyle/>
        <a:p>
          <a:endParaRPr lang="en-US"/>
        </a:p>
      </dgm:t>
    </dgm:pt>
    <dgm:pt modelId="{8954C256-EF7B-4EEB-9A57-431405E0FF83}" type="sibTrans" cxnId="{BD912E0E-9258-43A6-9A17-AAEC374CDD80}">
      <dgm:prSet/>
      <dgm:spPr/>
      <dgm:t>
        <a:bodyPr/>
        <a:lstStyle/>
        <a:p>
          <a:endParaRPr lang="en-US"/>
        </a:p>
      </dgm:t>
    </dgm:pt>
    <dgm:pt modelId="{1C6913FD-34F8-49EC-8E0E-24E928EF55C2}">
      <dgm:prSet/>
      <dgm:spPr/>
      <dgm:t>
        <a:bodyPr/>
        <a:lstStyle/>
        <a:p>
          <a:r>
            <a:rPr lang="en-US"/>
            <a:t>Creation of automation dashboards for AI models (accuracy, drift) and security.</a:t>
          </a:r>
        </a:p>
      </dgm:t>
    </dgm:pt>
    <dgm:pt modelId="{FE07B708-0700-45F5-9507-C444EE92A80B}" type="parTrans" cxnId="{FF6E3BEA-37BB-4F29-A099-0263DB5764C2}">
      <dgm:prSet/>
      <dgm:spPr/>
      <dgm:t>
        <a:bodyPr/>
        <a:lstStyle/>
        <a:p>
          <a:endParaRPr lang="en-US"/>
        </a:p>
      </dgm:t>
    </dgm:pt>
    <dgm:pt modelId="{D8539100-C03C-44ED-8D27-103726BE0777}" type="sibTrans" cxnId="{FF6E3BEA-37BB-4F29-A099-0263DB5764C2}">
      <dgm:prSet/>
      <dgm:spPr/>
      <dgm:t>
        <a:bodyPr/>
        <a:lstStyle/>
        <a:p>
          <a:endParaRPr lang="en-US"/>
        </a:p>
      </dgm:t>
    </dgm:pt>
    <dgm:pt modelId="{CEFEBEFA-6EF4-4E1B-BF42-E58237CFF0A0}">
      <dgm:prSet/>
      <dgm:spPr/>
      <dgm:t>
        <a:bodyPr/>
        <a:lstStyle/>
        <a:p>
          <a:r>
            <a:rPr lang="en-US"/>
            <a:t>Continuous review of risk register as new risks appear in the project.</a:t>
          </a:r>
        </a:p>
      </dgm:t>
    </dgm:pt>
    <dgm:pt modelId="{29AFDD48-429D-488C-9024-EE87C7C1892C}" type="parTrans" cxnId="{8D5E5FD8-CD9F-4DFF-B1AF-6B58F132BC08}">
      <dgm:prSet/>
      <dgm:spPr/>
      <dgm:t>
        <a:bodyPr/>
        <a:lstStyle/>
        <a:p>
          <a:endParaRPr lang="en-US"/>
        </a:p>
      </dgm:t>
    </dgm:pt>
    <dgm:pt modelId="{872F9AB0-23C4-44F0-9D5D-C4CD9DF2277F}" type="sibTrans" cxnId="{8D5E5FD8-CD9F-4DFF-B1AF-6B58F132BC08}">
      <dgm:prSet/>
      <dgm:spPr/>
      <dgm:t>
        <a:bodyPr/>
        <a:lstStyle/>
        <a:p>
          <a:endParaRPr lang="en-US"/>
        </a:p>
      </dgm:t>
    </dgm:pt>
    <dgm:pt modelId="{4E2C5423-7CA7-4AD7-8DEF-2395C1B78F9D}" type="pres">
      <dgm:prSet presAssocID="{279B289A-7C39-49BC-A11E-ADD66C7BCC82}" presName="root" presStyleCnt="0">
        <dgm:presLayoutVars>
          <dgm:dir/>
          <dgm:resizeHandles val="exact"/>
        </dgm:presLayoutVars>
      </dgm:prSet>
      <dgm:spPr/>
    </dgm:pt>
    <dgm:pt modelId="{50CF9D1A-859F-47D8-8BC7-BD74D21AEA0E}" type="pres">
      <dgm:prSet presAssocID="{52ED26B1-9E7A-4187-A6A5-12E47111C7AF}" presName="compNode" presStyleCnt="0"/>
      <dgm:spPr/>
    </dgm:pt>
    <dgm:pt modelId="{B738D7BE-048B-4BD0-A259-A697F760DECB}" type="pres">
      <dgm:prSet presAssocID="{52ED26B1-9E7A-4187-A6A5-12E47111C7AF}" presName="bgRect" presStyleLbl="bgShp" presStyleIdx="0" presStyleCnt="5"/>
      <dgm:spPr/>
    </dgm:pt>
    <dgm:pt modelId="{7352D97C-C3B5-42D6-81D9-0240CEFEF838}" type="pres">
      <dgm:prSet presAssocID="{52ED26B1-9E7A-4187-A6A5-12E47111C7A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rning"/>
        </a:ext>
      </dgm:extLst>
    </dgm:pt>
    <dgm:pt modelId="{FFE4A7CA-A917-45C4-958B-E25279AA7764}" type="pres">
      <dgm:prSet presAssocID="{52ED26B1-9E7A-4187-A6A5-12E47111C7AF}" presName="spaceRect" presStyleCnt="0"/>
      <dgm:spPr/>
    </dgm:pt>
    <dgm:pt modelId="{727F171B-CD75-4538-B555-AFF050055786}" type="pres">
      <dgm:prSet presAssocID="{52ED26B1-9E7A-4187-A6A5-12E47111C7AF}" presName="parTx" presStyleLbl="revTx" presStyleIdx="0" presStyleCnt="6">
        <dgm:presLayoutVars>
          <dgm:chMax val="0"/>
          <dgm:chPref val="0"/>
        </dgm:presLayoutVars>
      </dgm:prSet>
      <dgm:spPr/>
    </dgm:pt>
    <dgm:pt modelId="{A17C1BDB-8F01-4985-8F3D-E2F3534C4BEE}" type="pres">
      <dgm:prSet presAssocID="{518D682F-FF95-48A8-8F16-6017927B892B}" presName="sibTrans" presStyleCnt="0"/>
      <dgm:spPr/>
    </dgm:pt>
    <dgm:pt modelId="{5E50A57F-EA87-4926-A5FB-671EFD9CE416}" type="pres">
      <dgm:prSet presAssocID="{73E97492-B0EB-4B1D-8FA1-72403651066D}" presName="compNode" presStyleCnt="0"/>
      <dgm:spPr/>
    </dgm:pt>
    <dgm:pt modelId="{79B17C9E-7DE7-4512-AF44-067CC7CC3595}" type="pres">
      <dgm:prSet presAssocID="{73E97492-B0EB-4B1D-8FA1-72403651066D}" presName="bgRect" presStyleLbl="bgShp" presStyleIdx="1" presStyleCnt="5"/>
      <dgm:spPr/>
    </dgm:pt>
    <dgm:pt modelId="{235E68FC-A961-4F63-BC4E-000DE135A965}" type="pres">
      <dgm:prSet presAssocID="{73E97492-B0EB-4B1D-8FA1-72403651066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ycle with People"/>
        </a:ext>
      </dgm:extLst>
    </dgm:pt>
    <dgm:pt modelId="{0B01B193-6681-4A76-A813-BFCBD55AA4D7}" type="pres">
      <dgm:prSet presAssocID="{73E97492-B0EB-4B1D-8FA1-72403651066D}" presName="spaceRect" presStyleCnt="0"/>
      <dgm:spPr/>
    </dgm:pt>
    <dgm:pt modelId="{0015C4B6-3AD3-4897-8209-1B022EFC7F2C}" type="pres">
      <dgm:prSet presAssocID="{73E97492-B0EB-4B1D-8FA1-72403651066D}" presName="parTx" presStyleLbl="revTx" presStyleIdx="1" presStyleCnt="6">
        <dgm:presLayoutVars>
          <dgm:chMax val="0"/>
          <dgm:chPref val="0"/>
        </dgm:presLayoutVars>
      </dgm:prSet>
      <dgm:spPr/>
    </dgm:pt>
    <dgm:pt modelId="{D769F235-64F1-4A08-B8C5-000BF10AF98C}" type="pres">
      <dgm:prSet presAssocID="{73E97492-B0EB-4B1D-8FA1-72403651066D}" presName="desTx" presStyleLbl="revTx" presStyleIdx="2" presStyleCnt="6">
        <dgm:presLayoutVars/>
      </dgm:prSet>
      <dgm:spPr/>
    </dgm:pt>
    <dgm:pt modelId="{51D6DEBD-02B1-4EA4-82B8-3BD25F2A3CE2}" type="pres">
      <dgm:prSet presAssocID="{F1B13706-1768-478D-AD06-B2787A402B54}" presName="sibTrans" presStyleCnt="0"/>
      <dgm:spPr/>
    </dgm:pt>
    <dgm:pt modelId="{7F9C317A-EAD4-4E0D-9636-ED753DA057B5}" type="pres">
      <dgm:prSet presAssocID="{1CF66CDE-7C63-493D-AC1F-EDD64FAA165F}" presName="compNode" presStyleCnt="0"/>
      <dgm:spPr/>
    </dgm:pt>
    <dgm:pt modelId="{91D60C3D-45A4-4F7C-B781-C787782DB2C4}" type="pres">
      <dgm:prSet presAssocID="{1CF66CDE-7C63-493D-AC1F-EDD64FAA165F}" presName="bgRect" presStyleLbl="bgShp" presStyleIdx="2" presStyleCnt="5"/>
      <dgm:spPr/>
    </dgm:pt>
    <dgm:pt modelId="{58560255-B2C7-4A99-81D4-60B54AEA63BC}" type="pres">
      <dgm:prSet presAssocID="{1CF66CDE-7C63-493D-AC1F-EDD64FAA165F}"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auge"/>
        </a:ext>
      </dgm:extLst>
    </dgm:pt>
    <dgm:pt modelId="{DC8B5607-0185-4459-A437-E94F1A763369}" type="pres">
      <dgm:prSet presAssocID="{1CF66CDE-7C63-493D-AC1F-EDD64FAA165F}" presName="spaceRect" presStyleCnt="0"/>
      <dgm:spPr/>
    </dgm:pt>
    <dgm:pt modelId="{4FB87391-3353-467A-9AC2-CFB52E990DB8}" type="pres">
      <dgm:prSet presAssocID="{1CF66CDE-7C63-493D-AC1F-EDD64FAA165F}" presName="parTx" presStyleLbl="revTx" presStyleIdx="3" presStyleCnt="6">
        <dgm:presLayoutVars>
          <dgm:chMax val="0"/>
          <dgm:chPref val="0"/>
        </dgm:presLayoutVars>
      </dgm:prSet>
      <dgm:spPr/>
    </dgm:pt>
    <dgm:pt modelId="{45181EE9-3FDC-49E2-935E-81028B26B31C}" type="pres">
      <dgm:prSet presAssocID="{8954C256-EF7B-4EEB-9A57-431405E0FF83}" presName="sibTrans" presStyleCnt="0"/>
      <dgm:spPr/>
    </dgm:pt>
    <dgm:pt modelId="{242296B1-9CE3-4A3E-8E80-69BB6E1316A4}" type="pres">
      <dgm:prSet presAssocID="{1C6913FD-34F8-49EC-8E0E-24E928EF55C2}" presName="compNode" presStyleCnt="0"/>
      <dgm:spPr/>
    </dgm:pt>
    <dgm:pt modelId="{B96217E1-0DA4-407B-AA9A-3A2086080FB2}" type="pres">
      <dgm:prSet presAssocID="{1C6913FD-34F8-49EC-8E0E-24E928EF55C2}" presName="bgRect" presStyleLbl="bgShp" presStyleIdx="3" presStyleCnt="5"/>
      <dgm:spPr/>
    </dgm:pt>
    <dgm:pt modelId="{C9FD2E82-1BFA-4753-B279-AFD83FB65608}" type="pres">
      <dgm:prSet presAssocID="{1C6913FD-34F8-49EC-8E0E-24E928EF55C2}"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tatistics"/>
        </a:ext>
      </dgm:extLst>
    </dgm:pt>
    <dgm:pt modelId="{B7AE126C-3EEF-40F0-8DDA-C53FE664C06C}" type="pres">
      <dgm:prSet presAssocID="{1C6913FD-34F8-49EC-8E0E-24E928EF55C2}" presName="spaceRect" presStyleCnt="0"/>
      <dgm:spPr/>
    </dgm:pt>
    <dgm:pt modelId="{01FC840A-899C-418E-82FB-A510F354E1E0}" type="pres">
      <dgm:prSet presAssocID="{1C6913FD-34F8-49EC-8E0E-24E928EF55C2}" presName="parTx" presStyleLbl="revTx" presStyleIdx="4" presStyleCnt="6">
        <dgm:presLayoutVars>
          <dgm:chMax val="0"/>
          <dgm:chPref val="0"/>
        </dgm:presLayoutVars>
      </dgm:prSet>
      <dgm:spPr/>
    </dgm:pt>
    <dgm:pt modelId="{7C255778-0F3F-4D27-A895-20B16719F791}" type="pres">
      <dgm:prSet presAssocID="{D8539100-C03C-44ED-8D27-103726BE0777}" presName="sibTrans" presStyleCnt="0"/>
      <dgm:spPr/>
    </dgm:pt>
    <dgm:pt modelId="{597C6ABC-DC20-4B57-96A7-6F1D130333A4}" type="pres">
      <dgm:prSet presAssocID="{CEFEBEFA-6EF4-4E1B-BF42-E58237CFF0A0}" presName="compNode" presStyleCnt="0"/>
      <dgm:spPr/>
    </dgm:pt>
    <dgm:pt modelId="{56EDD5FF-F48E-4CA0-9340-74CA7326ED89}" type="pres">
      <dgm:prSet presAssocID="{CEFEBEFA-6EF4-4E1B-BF42-E58237CFF0A0}" presName="bgRect" presStyleLbl="bgShp" presStyleIdx="4" presStyleCnt="5"/>
      <dgm:spPr/>
    </dgm:pt>
    <dgm:pt modelId="{89718EB5-6E1E-4D0F-9EE4-C6C3480D8085}" type="pres">
      <dgm:prSet presAssocID="{CEFEBEFA-6EF4-4E1B-BF42-E58237CFF0A0}"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Refresh"/>
        </a:ext>
      </dgm:extLst>
    </dgm:pt>
    <dgm:pt modelId="{C827B6E2-C893-46B5-B16A-E335C96B61DC}" type="pres">
      <dgm:prSet presAssocID="{CEFEBEFA-6EF4-4E1B-BF42-E58237CFF0A0}" presName="spaceRect" presStyleCnt="0"/>
      <dgm:spPr/>
    </dgm:pt>
    <dgm:pt modelId="{B7EBDAD9-24B3-49AB-BD57-6B669425FDB9}" type="pres">
      <dgm:prSet presAssocID="{CEFEBEFA-6EF4-4E1B-BF42-E58237CFF0A0}" presName="parTx" presStyleLbl="revTx" presStyleIdx="5" presStyleCnt="6">
        <dgm:presLayoutVars>
          <dgm:chMax val="0"/>
          <dgm:chPref val="0"/>
        </dgm:presLayoutVars>
      </dgm:prSet>
      <dgm:spPr/>
    </dgm:pt>
  </dgm:ptLst>
  <dgm:cxnLst>
    <dgm:cxn modelId="{E63CFA04-41C2-419B-80E4-AA615854D6C3}" srcId="{279B289A-7C39-49BC-A11E-ADD66C7BCC82}" destId="{73E97492-B0EB-4B1D-8FA1-72403651066D}" srcOrd="1" destOrd="0" parTransId="{7EDA31B9-DBEA-4C46-B467-88A50EE7EE56}" sibTransId="{F1B13706-1768-478D-AD06-B2787A402B54}"/>
    <dgm:cxn modelId="{BD912E0E-9258-43A6-9A17-AAEC374CDD80}" srcId="{279B289A-7C39-49BC-A11E-ADD66C7BCC82}" destId="{1CF66CDE-7C63-493D-AC1F-EDD64FAA165F}" srcOrd="2" destOrd="0" parTransId="{B42D3113-9B8C-453D-AB5B-DA9D881DB004}" sibTransId="{8954C256-EF7B-4EEB-9A57-431405E0FF83}"/>
    <dgm:cxn modelId="{F19F701C-8B02-4AF7-A6D3-579715719677}" type="presOf" srcId="{1C6913FD-34F8-49EC-8E0E-24E928EF55C2}" destId="{01FC840A-899C-418E-82FB-A510F354E1E0}" srcOrd="0" destOrd="0" presId="urn:microsoft.com/office/officeart/2018/2/layout/IconVerticalSolidList"/>
    <dgm:cxn modelId="{FFFB5244-841B-4DCA-9C91-93693F11287C}" type="presOf" srcId="{1CF66CDE-7C63-493D-AC1F-EDD64FAA165F}" destId="{4FB87391-3353-467A-9AC2-CFB52E990DB8}" srcOrd="0" destOrd="0" presId="urn:microsoft.com/office/officeart/2018/2/layout/IconVerticalSolidList"/>
    <dgm:cxn modelId="{B4138565-3D08-4F3D-A739-08B8731A9857}" srcId="{279B289A-7C39-49BC-A11E-ADD66C7BCC82}" destId="{52ED26B1-9E7A-4187-A6A5-12E47111C7AF}" srcOrd="0" destOrd="0" parTransId="{E5C62CE4-4B3F-4460-8F70-505872CF7860}" sibTransId="{518D682F-FF95-48A8-8F16-6017927B892B}"/>
    <dgm:cxn modelId="{691BBF50-8639-4FA8-B996-A06BA82B5EFA}" type="presOf" srcId="{20127FE7-1B05-4632-9B3B-2F00CE09DD33}" destId="{D769F235-64F1-4A08-B8C5-000BF10AF98C}" srcOrd="0" destOrd="0" presId="urn:microsoft.com/office/officeart/2018/2/layout/IconVerticalSolidList"/>
    <dgm:cxn modelId="{B4FE038A-2AB9-4634-B56A-89E85E4DFBEF}" type="presOf" srcId="{73E97492-B0EB-4B1D-8FA1-72403651066D}" destId="{0015C4B6-3AD3-4897-8209-1B022EFC7F2C}" srcOrd="0" destOrd="0" presId="urn:microsoft.com/office/officeart/2018/2/layout/IconVerticalSolidList"/>
    <dgm:cxn modelId="{BEB38791-B516-47CA-AF16-809AA33E843F}" type="presOf" srcId="{52ED26B1-9E7A-4187-A6A5-12E47111C7AF}" destId="{727F171B-CD75-4538-B555-AFF050055786}" srcOrd="0" destOrd="0" presId="urn:microsoft.com/office/officeart/2018/2/layout/IconVerticalSolidList"/>
    <dgm:cxn modelId="{FC6387CB-B265-41E7-96B5-A21097ABDF68}" srcId="{73E97492-B0EB-4B1D-8FA1-72403651066D}" destId="{20127FE7-1B05-4632-9B3B-2F00CE09DD33}" srcOrd="0" destOrd="0" parTransId="{EB1F64AA-CD79-435E-A1C2-42682E889EE4}" sibTransId="{3F73DEF2-3235-4696-BE85-0119D2AF1CE5}"/>
    <dgm:cxn modelId="{8D5E5FD8-CD9F-4DFF-B1AF-6B58F132BC08}" srcId="{279B289A-7C39-49BC-A11E-ADD66C7BCC82}" destId="{CEFEBEFA-6EF4-4E1B-BF42-E58237CFF0A0}" srcOrd="4" destOrd="0" parTransId="{29AFDD48-429D-488C-9024-EE87C7C1892C}" sibTransId="{872F9AB0-23C4-44F0-9D5D-C4CD9DF2277F}"/>
    <dgm:cxn modelId="{3FBA35D9-37D6-4FA8-A400-6CFB3B302164}" type="presOf" srcId="{CEFEBEFA-6EF4-4E1B-BF42-E58237CFF0A0}" destId="{B7EBDAD9-24B3-49AB-BD57-6B669425FDB9}" srcOrd="0" destOrd="0" presId="urn:microsoft.com/office/officeart/2018/2/layout/IconVerticalSolidList"/>
    <dgm:cxn modelId="{FF6E3BEA-37BB-4F29-A099-0263DB5764C2}" srcId="{279B289A-7C39-49BC-A11E-ADD66C7BCC82}" destId="{1C6913FD-34F8-49EC-8E0E-24E928EF55C2}" srcOrd="3" destOrd="0" parTransId="{FE07B708-0700-45F5-9507-C444EE92A80B}" sibTransId="{D8539100-C03C-44ED-8D27-103726BE0777}"/>
    <dgm:cxn modelId="{F5F24DEC-9D5A-4F09-8448-E9AE4E8C1A25}" type="presOf" srcId="{279B289A-7C39-49BC-A11E-ADD66C7BCC82}" destId="{4E2C5423-7CA7-4AD7-8DEF-2395C1B78F9D}" srcOrd="0" destOrd="0" presId="urn:microsoft.com/office/officeart/2018/2/layout/IconVerticalSolidList"/>
    <dgm:cxn modelId="{B35C17DB-4D93-40BF-BA12-CEC013BAA00F}" type="presParOf" srcId="{4E2C5423-7CA7-4AD7-8DEF-2395C1B78F9D}" destId="{50CF9D1A-859F-47D8-8BC7-BD74D21AEA0E}" srcOrd="0" destOrd="0" presId="urn:microsoft.com/office/officeart/2018/2/layout/IconVerticalSolidList"/>
    <dgm:cxn modelId="{1EE73F3B-2AA0-48B1-9748-5CD7077483CB}" type="presParOf" srcId="{50CF9D1A-859F-47D8-8BC7-BD74D21AEA0E}" destId="{B738D7BE-048B-4BD0-A259-A697F760DECB}" srcOrd="0" destOrd="0" presId="urn:microsoft.com/office/officeart/2018/2/layout/IconVerticalSolidList"/>
    <dgm:cxn modelId="{AC567EFE-98A2-413D-96F0-A1FE131FE064}" type="presParOf" srcId="{50CF9D1A-859F-47D8-8BC7-BD74D21AEA0E}" destId="{7352D97C-C3B5-42D6-81D9-0240CEFEF838}" srcOrd="1" destOrd="0" presId="urn:microsoft.com/office/officeart/2018/2/layout/IconVerticalSolidList"/>
    <dgm:cxn modelId="{D0D6E644-CF46-473C-AA5F-6397048481AB}" type="presParOf" srcId="{50CF9D1A-859F-47D8-8BC7-BD74D21AEA0E}" destId="{FFE4A7CA-A917-45C4-958B-E25279AA7764}" srcOrd="2" destOrd="0" presId="urn:microsoft.com/office/officeart/2018/2/layout/IconVerticalSolidList"/>
    <dgm:cxn modelId="{244AED0F-F82A-45B8-BE9E-8E8B8224D07A}" type="presParOf" srcId="{50CF9D1A-859F-47D8-8BC7-BD74D21AEA0E}" destId="{727F171B-CD75-4538-B555-AFF050055786}" srcOrd="3" destOrd="0" presId="urn:microsoft.com/office/officeart/2018/2/layout/IconVerticalSolidList"/>
    <dgm:cxn modelId="{224568EB-4DDF-4331-A419-A519EACC3736}" type="presParOf" srcId="{4E2C5423-7CA7-4AD7-8DEF-2395C1B78F9D}" destId="{A17C1BDB-8F01-4985-8F3D-E2F3534C4BEE}" srcOrd="1" destOrd="0" presId="urn:microsoft.com/office/officeart/2018/2/layout/IconVerticalSolidList"/>
    <dgm:cxn modelId="{C66C38D3-0F9F-4191-9BC1-465280AC6F89}" type="presParOf" srcId="{4E2C5423-7CA7-4AD7-8DEF-2395C1B78F9D}" destId="{5E50A57F-EA87-4926-A5FB-671EFD9CE416}" srcOrd="2" destOrd="0" presId="urn:microsoft.com/office/officeart/2018/2/layout/IconVerticalSolidList"/>
    <dgm:cxn modelId="{782F38F9-1879-4DB4-83B0-803195832260}" type="presParOf" srcId="{5E50A57F-EA87-4926-A5FB-671EFD9CE416}" destId="{79B17C9E-7DE7-4512-AF44-067CC7CC3595}" srcOrd="0" destOrd="0" presId="urn:microsoft.com/office/officeart/2018/2/layout/IconVerticalSolidList"/>
    <dgm:cxn modelId="{9EA027A7-1A62-4A75-8555-1B6772639715}" type="presParOf" srcId="{5E50A57F-EA87-4926-A5FB-671EFD9CE416}" destId="{235E68FC-A961-4F63-BC4E-000DE135A965}" srcOrd="1" destOrd="0" presId="urn:microsoft.com/office/officeart/2018/2/layout/IconVerticalSolidList"/>
    <dgm:cxn modelId="{F27FBD37-B054-4C91-84D6-E823ABC9B3ED}" type="presParOf" srcId="{5E50A57F-EA87-4926-A5FB-671EFD9CE416}" destId="{0B01B193-6681-4A76-A813-BFCBD55AA4D7}" srcOrd="2" destOrd="0" presId="urn:microsoft.com/office/officeart/2018/2/layout/IconVerticalSolidList"/>
    <dgm:cxn modelId="{64FFF4D9-A05D-4F37-B7BD-58921357DFB6}" type="presParOf" srcId="{5E50A57F-EA87-4926-A5FB-671EFD9CE416}" destId="{0015C4B6-3AD3-4897-8209-1B022EFC7F2C}" srcOrd="3" destOrd="0" presId="urn:microsoft.com/office/officeart/2018/2/layout/IconVerticalSolidList"/>
    <dgm:cxn modelId="{DC60FA6B-298C-4D97-957E-A93EF778C8B7}" type="presParOf" srcId="{5E50A57F-EA87-4926-A5FB-671EFD9CE416}" destId="{D769F235-64F1-4A08-B8C5-000BF10AF98C}" srcOrd="4" destOrd="0" presId="urn:microsoft.com/office/officeart/2018/2/layout/IconVerticalSolidList"/>
    <dgm:cxn modelId="{99A29C98-BE7C-4620-8F4C-59BF4B270813}" type="presParOf" srcId="{4E2C5423-7CA7-4AD7-8DEF-2395C1B78F9D}" destId="{51D6DEBD-02B1-4EA4-82B8-3BD25F2A3CE2}" srcOrd="3" destOrd="0" presId="urn:microsoft.com/office/officeart/2018/2/layout/IconVerticalSolidList"/>
    <dgm:cxn modelId="{DE40324F-7A42-4D3C-9CA6-B9C70CBF75F8}" type="presParOf" srcId="{4E2C5423-7CA7-4AD7-8DEF-2395C1B78F9D}" destId="{7F9C317A-EAD4-4E0D-9636-ED753DA057B5}" srcOrd="4" destOrd="0" presId="urn:microsoft.com/office/officeart/2018/2/layout/IconVerticalSolidList"/>
    <dgm:cxn modelId="{876C4676-D393-418B-BF8E-47D0AA19DC71}" type="presParOf" srcId="{7F9C317A-EAD4-4E0D-9636-ED753DA057B5}" destId="{91D60C3D-45A4-4F7C-B781-C787782DB2C4}" srcOrd="0" destOrd="0" presId="urn:microsoft.com/office/officeart/2018/2/layout/IconVerticalSolidList"/>
    <dgm:cxn modelId="{E17B71AA-D514-40BC-AED6-BF1A04A0E66C}" type="presParOf" srcId="{7F9C317A-EAD4-4E0D-9636-ED753DA057B5}" destId="{58560255-B2C7-4A99-81D4-60B54AEA63BC}" srcOrd="1" destOrd="0" presId="urn:microsoft.com/office/officeart/2018/2/layout/IconVerticalSolidList"/>
    <dgm:cxn modelId="{CAC86C70-5A6D-44E5-B397-35C4D6361714}" type="presParOf" srcId="{7F9C317A-EAD4-4E0D-9636-ED753DA057B5}" destId="{DC8B5607-0185-4459-A437-E94F1A763369}" srcOrd="2" destOrd="0" presId="urn:microsoft.com/office/officeart/2018/2/layout/IconVerticalSolidList"/>
    <dgm:cxn modelId="{3D762AE4-7192-4A4D-906E-8A4F01E1F0E3}" type="presParOf" srcId="{7F9C317A-EAD4-4E0D-9636-ED753DA057B5}" destId="{4FB87391-3353-467A-9AC2-CFB52E990DB8}" srcOrd="3" destOrd="0" presId="urn:microsoft.com/office/officeart/2018/2/layout/IconVerticalSolidList"/>
    <dgm:cxn modelId="{55F100D8-06A0-4561-B165-D57BB8CBF1C2}" type="presParOf" srcId="{4E2C5423-7CA7-4AD7-8DEF-2395C1B78F9D}" destId="{45181EE9-3FDC-49E2-935E-81028B26B31C}" srcOrd="5" destOrd="0" presId="urn:microsoft.com/office/officeart/2018/2/layout/IconVerticalSolidList"/>
    <dgm:cxn modelId="{0DDD4355-3005-40CD-8C5B-D13CC29027C2}" type="presParOf" srcId="{4E2C5423-7CA7-4AD7-8DEF-2395C1B78F9D}" destId="{242296B1-9CE3-4A3E-8E80-69BB6E1316A4}" srcOrd="6" destOrd="0" presId="urn:microsoft.com/office/officeart/2018/2/layout/IconVerticalSolidList"/>
    <dgm:cxn modelId="{7A9D94AD-FFD0-4614-B478-A3D3113DDF20}" type="presParOf" srcId="{242296B1-9CE3-4A3E-8E80-69BB6E1316A4}" destId="{B96217E1-0DA4-407B-AA9A-3A2086080FB2}" srcOrd="0" destOrd="0" presId="urn:microsoft.com/office/officeart/2018/2/layout/IconVerticalSolidList"/>
    <dgm:cxn modelId="{45134F69-BD41-4B01-98B9-80B8EF3EF36A}" type="presParOf" srcId="{242296B1-9CE3-4A3E-8E80-69BB6E1316A4}" destId="{C9FD2E82-1BFA-4753-B279-AFD83FB65608}" srcOrd="1" destOrd="0" presId="urn:microsoft.com/office/officeart/2018/2/layout/IconVerticalSolidList"/>
    <dgm:cxn modelId="{B2A7B916-C112-4D6E-9421-C0E7A0823F62}" type="presParOf" srcId="{242296B1-9CE3-4A3E-8E80-69BB6E1316A4}" destId="{B7AE126C-3EEF-40F0-8DDA-C53FE664C06C}" srcOrd="2" destOrd="0" presId="urn:microsoft.com/office/officeart/2018/2/layout/IconVerticalSolidList"/>
    <dgm:cxn modelId="{3F25695C-6ACB-4AED-96FE-B42B3F0E2046}" type="presParOf" srcId="{242296B1-9CE3-4A3E-8E80-69BB6E1316A4}" destId="{01FC840A-899C-418E-82FB-A510F354E1E0}" srcOrd="3" destOrd="0" presId="urn:microsoft.com/office/officeart/2018/2/layout/IconVerticalSolidList"/>
    <dgm:cxn modelId="{32B0419E-BBD0-443C-B40C-63D3BE41786D}" type="presParOf" srcId="{4E2C5423-7CA7-4AD7-8DEF-2395C1B78F9D}" destId="{7C255778-0F3F-4D27-A895-20B16719F791}" srcOrd="7" destOrd="0" presId="urn:microsoft.com/office/officeart/2018/2/layout/IconVerticalSolidList"/>
    <dgm:cxn modelId="{BF0B5E06-5613-4C15-AEF5-4FC3E9C0E698}" type="presParOf" srcId="{4E2C5423-7CA7-4AD7-8DEF-2395C1B78F9D}" destId="{597C6ABC-DC20-4B57-96A7-6F1D130333A4}" srcOrd="8" destOrd="0" presId="urn:microsoft.com/office/officeart/2018/2/layout/IconVerticalSolidList"/>
    <dgm:cxn modelId="{7349E86C-77E6-4326-A13A-E71DCBAB08FE}" type="presParOf" srcId="{597C6ABC-DC20-4B57-96A7-6F1D130333A4}" destId="{56EDD5FF-F48E-4CA0-9340-74CA7326ED89}" srcOrd="0" destOrd="0" presId="urn:microsoft.com/office/officeart/2018/2/layout/IconVerticalSolidList"/>
    <dgm:cxn modelId="{4955EFD5-D02E-45C9-AB5A-72921B526188}" type="presParOf" srcId="{597C6ABC-DC20-4B57-96A7-6F1D130333A4}" destId="{89718EB5-6E1E-4D0F-9EE4-C6C3480D8085}" srcOrd="1" destOrd="0" presId="urn:microsoft.com/office/officeart/2018/2/layout/IconVerticalSolidList"/>
    <dgm:cxn modelId="{7CE8B159-52A6-4CD9-BE0B-6DA52B925041}" type="presParOf" srcId="{597C6ABC-DC20-4B57-96A7-6F1D130333A4}" destId="{C827B6E2-C893-46B5-B16A-E335C96B61DC}" srcOrd="2" destOrd="0" presId="urn:microsoft.com/office/officeart/2018/2/layout/IconVerticalSolidList"/>
    <dgm:cxn modelId="{B0B4CC01-C951-449F-9A93-B7651A629D5C}" type="presParOf" srcId="{597C6ABC-DC20-4B57-96A7-6F1D130333A4}" destId="{B7EBDAD9-24B3-49AB-BD57-6B669425FDB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5F35F868-F44D-45C3-9FE1-EB3BE7D9C136}"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8C334D47-D79B-4C61-BB5D-23F66655831B}">
      <dgm:prSet/>
      <dgm:spPr/>
      <dgm:t>
        <a:bodyPr/>
        <a:lstStyle/>
        <a:p>
          <a:pPr>
            <a:defRPr cap="all"/>
          </a:pPr>
          <a:r>
            <a:rPr lang="en-US"/>
            <a:t>Privacy By Design principles to be added.</a:t>
          </a:r>
        </a:p>
      </dgm:t>
    </dgm:pt>
    <dgm:pt modelId="{D42941A4-DCF2-469C-B290-8FE051AA3C2D}" type="parTrans" cxnId="{6CDD2499-B2D4-417F-97E4-9D586E22EC85}">
      <dgm:prSet/>
      <dgm:spPr/>
      <dgm:t>
        <a:bodyPr/>
        <a:lstStyle/>
        <a:p>
          <a:endParaRPr lang="en-US"/>
        </a:p>
      </dgm:t>
    </dgm:pt>
    <dgm:pt modelId="{F61C9095-C357-4E50-B9BF-FB8C40D50C0B}" type="sibTrans" cxnId="{6CDD2499-B2D4-417F-97E4-9D586E22EC85}">
      <dgm:prSet/>
      <dgm:spPr/>
      <dgm:t>
        <a:bodyPr/>
        <a:lstStyle/>
        <a:p>
          <a:endParaRPr lang="en-US"/>
        </a:p>
      </dgm:t>
    </dgm:pt>
    <dgm:pt modelId="{7B4D6B29-1CB3-4A20-BBEB-C6428964623C}">
      <dgm:prSet/>
      <dgm:spPr/>
      <dgm:t>
        <a:bodyPr/>
        <a:lstStyle/>
        <a:p>
          <a:pPr>
            <a:defRPr cap="all"/>
          </a:pPr>
          <a:r>
            <a:rPr lang="en-US"/>
            <a:t>AI explainability and bias detection models.</a:t>
          </a:r>
        </a:p>
      </dgm:t>
    </dgm:pt>
    <dgm:pt modelId="{16A14B25-BA86-40DA-B0D9-CDA696151306}" type="parTrans" cxnId="{8ACA477F-BF2C-406B-B446-A06468A72DA7}">
      <dgm:prSet/>
      <dgm:spPr/>
      <dgm:t>
        <a:bodyPr/>
        <a:lstStyle/>
        <a:p>
          <a:endParaRPr lang="en-US"/>
        </a:p>
      </dgm:t>
    </dgm:pt>
    <dgm:pt modelId="{D389B737-4C3F-474C-86AF-1C3787CCE88D}" type="sibTrans" cxnId="{8ACA477F-BF2C-406B-B446-A06468A72DA7}">
      <dgm:prSet/>
      <dgm:spPr/>
      <dgm:t>
        <a:bodyPr/>
        <a:lstStyle/>
        <a:p>
          <a:endParaRPr lang="en-US"/>
        </a:p>
      </dgm:t>
    </dgm:pt>
    <dgm:pt modelId="{453677C0-A855-4EE2-B849-5A7748DBCBF3}">
      <dgm:prSet/>
      <dgm:spPr/>
      <dgm:t>
        <a:bodyPr/>
        <a:lstStyle/>
        <a:p>
          <a:pPr>
            <a:defRPr cap="all"/>
          </a:pPr>
          <a:r>
            <a:rPr lang="en-US"/>
            <a:t>Increased frequency of integration testing and earlier in the timeline.</a:t>
          </a:r>
        </a:p>
      </dgm:t>
    </dgm:pt>
    <dgm:pt modelId="{A42345F3-D800-4F38-BA7F-01C4DFEB2A46}" type="parTrans" cxnId="{10486EF4-3060-4D18-B19E-278E321854FA}">
      <dgm:prSet/>
      <dgm:spPr/>
      <dgm:t>
        <a:bodyPr/>
        <a:lstStyle/>
        <a:p>
          <a:endParaRPr lang="en-US"/>
        </a:p>
      </dgm:t>
    </dgm:pt>
    <dgm:pt modelId="{4BF0CB0C-88F9-4AD4-9088-A2E0326F3662}" type="sibTrans" cxnId="{10486EF4-3060-4D18-B19E-278E321854FA}">
      <dgm:prSet/>
      <dgm:spPr/>
      <dgm:t>
        <a:bodyPr/>
        <a:lstStyle/>
        <a:p>
          <a:endParaRPr lang="en-US"/>
        </a:p>
      </dgm:t>
    </dgm:pt>
    <dgm:pt modelId="{D195120C-0A4C-4984-816B-D0C56C6C5134}">
      <dgm:prSet/>
      <dgm:spPr/>
      <dgm:t>
        <a:bodyPr/>
        <a:lstStyle/>
        <a:p>
          <a:pPr>
            <a:defRPr cap="all"/>
          </a:pPr>
          <a:r>
            <a:rPr lang="en-US"/>
            <a:t>Change Control processes to be added.</a:t>
          </a:r>
        </a:p>
      </dgm:t>
    </dgm:pt>
    <dgm:pt modelId="{C2408242-A4D6-484D-BD4A-D5F42AFD0B46}" type="parTrans" cxnId="{8DAC2E33-74DF-49F8-8FFA-E25AA8C37C4F}">
      <dgm:prSet/>
      <dgm:spPr/>
      <dgm:t>
        <a:bodyPr/>
        <a:lstStyle/>
        <a:p>
          <a:endParaRPr lang="en-US"/>
        </a:p>
      </dgm:t>
    </dgm:pt>
    <dgm:pt modelId="{58715B50-3000-4DE4-9113-5483E7F6822A}" type="sibTrans" cxnId="{8DAC2E33-74DF-49F8-8FFA-E25AA8C37C4F}">
      <dgm:prSet/>
      <dgm:spPr/>
      <dgm:t>
        <a:bodyPr/>
        <a:lstStyle/>
        <a:p>
          <a:endParaRPr lang="en-US"/>
        </a:p>
      </dgm:t>
    </dgm:pt>
    <dgm:pt modelId="{D3309F9B-5BD8-4074-AE6D-19DAC884E2D2}">
      <dgm:prSet/>
      <dgm:spPr/>
      <dgm:t>
        <a:bodyPr/>
        <a:lstStyle/>
        <a:p>
          <a:pPr>
            <a:defRPr cap="all"/>
          </a:pPr>
          <a:r>
            <a:rPr lang="en-US"/>
            <a:t>Additional data quality management techniques. </a:t>
          </a:r>
        </a:p>
      </dgm:t>
    </dgm:pt>
    <dgm:pt modelId="{B573876F-1D9F-407F-91F3-0428B3245F68}" type="parTrans" cxnId="{358C3BD9-B283-4EB2-88B5-43950FEAD29A}">
      <dgm:prSet/>
      <dgm:spPr/>
      <dgm:t>
        <a:bodyPr/>
        <a:lstStyle/>
        <a:p>
          <a:endParaRPr lang="en-US"/>
        </a:p>
      </dgm:t>
    </dgm:pt>
    <dgm:pt modelId="{7E65A5E3-DCFE-4906-A5C1-82AB68CFA0D3}" type="sibTrans" cxnId="{358C3BD9-B283-4EB2-88B5-43950FEAD29A}">
      <dgm:prSet/>
      <dgm:spPr/>
      <dgm:t>
        <a:bodyPr/>
        <a:lstStyle/>
        <a:p>
          <a:endParaRPr lang="en-US"/>
        </a:p>
      </dgm:t>
    </dgm:pt>
    <dgm:pt modelId="{284AA6E8-E5AD-4E8D-BB77-CC13CD59CA4B}" type="pres">
      <dgm:prSet presAssocID="{5F35F868-F44D-45C3-9FE1-EB3BE7D9C136}" presName="root" presStyleCnt="0">
        <dgm:presLayoutVars>
          <dgm:dir/>
          <dgm:resizeHandles val="exact"/>
        </dgm:presLayoutVars>
      </dgm:prSet>
      <dgm:spPr/>
    </dgm:pt>
    <dgm:pt modelId="{D9B7024E-19F9-4B5B-85FE-4E6E371C9383}" type="pres">
      <dgm:prSet presAssocID="{8C334D47-D79B-4C61-BB5D-23F66655831B}" presName="compNode" presStyleCnt="0"/>
      <dgm:spPr/>
    </dgm:pt>
    <dgm:pt modelId="{B923A53A-620D-4DC5-BCCB-83ED5E41F4BB}" type="pres">
      <dgm:prSet presAssocID="{8C334D47-D79B-4C61-BB5D-23F66655831B}" presName="iconBgRect" presStyleLbl="bgShp" presStyleIdx="0" presStyleCnt="5"/>
      <dgm:spPr>
        <a:prstGeom prst="round2DiagRect">
          <a:avLst>
            <a:gd name="adj1" fmla="val 29727"/>
            <a:gd name="adj2" fmla="val 0"/>
          </a:avLst>
        </a:prstGeom>
      </dgm:spPr>
    </dgm:pt>
    <dgm:pt modelId="{2DCF31B8-6A5E-45DE-AE19-B2AF1B24D928}" type="pres">
      <dgm:prSet presAssocID="{8C334D47-D79B-4C61-BB5D-23F66655831B}"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ck"/>
        </a:ext>
      </dgm:extLst>
    </dgm:pt>
    <dgm:pt modelId="{888F1EBD-7999-44C6-B8E9-8591A6870F23}" type="pres">
      <dgm:prSet presAssocID="{8C334D47-D79B-4C61-BB5D-23F66655831B}" presName="spaceRect" presStyleCnt="0"/>
      <dgm:spPr/>
    </dgm:pt>
    <dgm:pt modelId="{ECDD79EB-3F94-466D-B4F5-5E785FCF4FF7}" type="pres">
      <dgm:prSet presAssocID="{8C334D47-D79B-4C61-BB5D-23F66655831B}" presName="textRect" presStyleLbl="revTx" presStyleIdx="0" presStyleCnt="5">
        <dgm:presLayoutVars>
          <dgm:chMax val="1"/>
          <dgm:chPref val="1"/>
        </dgm:presLayoutVars>
      </dgm:prSet>
      <dgm:spPr/>
    </dgm:pt>
    <dgm:pt modelId="{74801E6B-035C-440C-BAEE-5222AC125C4D}" type="pres">
      <dgm:prSet presAssocID="{F61C9095-C357-4E50-B9BF-FB8C40D50C0B}" presName="sibTrans" presStyleCnt="0"/>
      <dgm:spPr/>
    </dgm:pt>
    <dgm:pt modelId="{6D53F363-2052-4029-BB8F-7FC7C67EAD37}" type="pres">
      <dgm:prSet presAssocID="{7B4D6B29-1CB3-4A20-BBEB-C6428964623C}" presName="compNode" presStyleCnt="0"/>
      <dgm:spPr/>
    </dgm:pt>
    <dgm:pt modelId="{9F3494BA-7827-4750-9F05-01EA29ACF18E}" type="pres">
      <dgm:prSet presAssocID="{7B4D6B29-1CB3-4A20-BBEB-C6428964623C}" presName="iconBgRect" presStyleLbl="bgShp" presStyleIdx="1" presStyleCnt="5"/>
      <dgm:spPr>
        <a:prstGeom prst="round2DiagRect">
          <a:avLst>
            <a:gd name="adj1" fmla="val 29727"/>
            <a:gd name="adj2" fmla="val 0"/>
          </a:avLst>
        </a:prstGeom>
      </dgm:spPr>
    </dgm:pt>
    <dgm:pt modelId="{1ACF9C7D-AEFA-4FB6-99A9-AB68802BD3FC}" type="pres">
      <dgm:prSet presAssocID="{7B4D6B29-1CB3-4A20-BBEB-C6428964623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02546A7D-8FEA-45EF-8C25-F0444A93A3B4}" type="pres">
      <dgm:prSet presAssocID="{7B4D6B29-1CB3-4A20-BBEB-C6428964623C}" presName="spaceRect" presStyleCnt="0"/>
      <dgm:spPr/>
    </dgm:pt>
    <dgm:pt modelId="{444E339D-4486-4D98-BE9D-10BA8431171D}" type="pres">
      <dgm:prSet presAssocID="{7B4D6B29-1CB3-4A20-BBEB-C6428964623C}" presName="textRect" presStyleLbl="revTx" presStyleIdx="1" presStyleCnt="5">
        <dgm:presLayoutVars>
          <dgm:chMax val="1"/>
          <dgm:chPref val="1"/>
        </dgm:presLayoutVars>
      </dgm:prSet>
      <dgm:spPr/>
    </dgm:pt>
    <dgm:pt modelId="{7EAF6D18-56F9-43F6-8E92-86890114007A}" type="pres">
      <dgm:prSet presAssocID="{D389B737-4C3F-474C-86AF-1C3787CCE88D}" presName="sibTrans" presStyleCnt="0"/>
      <dgm:spPr/>
    </dgm:pt>
    <dgm:pt modelId="{2FF26684-F162-4A43-B9A7-243A6467A0E4}" type="pres">
      <dgm:prSet presAssocID="{453677C0-A855-4EE2-B849-5A7748DBCBF3}" presName="compNode" presStyleCnt="0"/>
      <dgm:spPr/>
    </dgm:pt>
    <dgm:pt modelId="{934687AF-13D1-4A7A-90B6-765EEC5E6140}" type="pres">
      <dgm:prSet presAssocID="{453677C0-A855-4EE2-B849-5A7748DBCBF3}" presName="iconBgRect" presStyleLbl="bgShp" presStyleIdx="2" presStyleCnt="5"/>
      <dgm:spPr>
        <a:prstGeom prst="round2DiagRect">
          <a:avLst>
            <a:gd name="adj1" fmla="val 29727"/>
            <a:gd name="adj2" fmla="val 0"/>
          </a:avLst>
        </a:prstGeom>
      </dgm:spPr>
    </dgm:pt>
    <dgm:pt modelId="{41F3BCD0-CC53-465B-AB4F-F5B3B2AD282D}" type="pres">
      <dgm:prSet presAssocID="{453677C0-A855-4EE2-B849-5A7748DBCBF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opwatch"/>
        </a:ext>
      </dgm:extLst>
    </dgm:pt>
    <dgm:pt modelId="{C8116CDB-AC21-47D5-851A-4A85E2BF062A}" type="pres">
      <dgm:prSet presAssocID="{453677C0-A855-4EE2-B849-5A7748DBCBF3}" presName="spaceRect" presStyleCnt="0"/>
      <dgm:spPr/>
    </dgm:pt>
    <dgm:pt modelId="{847B206B-B64E-4D08-8C7C-27F1F6003E48}" type="pres">
      <dgm:prSet presAssocID="{453677C0-A855-4EE2-B849-5A7748DBCBF3}" presName="textRect" presStyleLbl="revTx" presStyleIdx="2" presStyleCnt="5">
        <dgm:presLayoutVars>
          <dgm:chMax val="1"/>
          <dgm:chPref val="1"/>
        </dgm:presLayoutVars>
      </dgm:prSet>
      <dgm:spPr/>
    </dgm:pt>
    <dgm:pt modelId="{921255EB-FA75-4988-BF83-600FDBC59A81}" type="pres">
      <dgm:prSet presAssocID="{4BF0CB0C-88F9-4AD4-9088-A2E0326F3662}" presName="sibTrans" presStyleCnt="0"/>
      <dgm:spPr/>
    </dgm:pt>
    <dgm:pt modelId="{FD963571-BE83-41B3-A1F0-D00EF714FCD7}" type="pres">
      <dgm:prSet presAssocID="{D195120C-0A4C-4984-816B-D0C56C6C5134}" presName="compNode" presStyleCnt="0"/>
      <dgm:spPr/>
    </dgm:pt>
    <dgm:pt modelId="{574A7CCC-1DFB-455C-A2E7-D60841A4AA09}" type="pres">
      <dgm:prSet presAssocID="{D195120C-0A4C-4984-816B-D0C56C6C5134}" presName="iconBgRect" presStyleLbl="bgShp" presStyleIdx="3" presStyleCnt="5"/>
      <dgm:spPr>
        <a:prstGeom prst="round2DiagRect">
          <a:avLst>
            <a:gd name="adj1" fmla="val 29727"/>
            <a:gd name="adj2" fmla="val 0"/>
          </a:avLst>
        </a:prstGeom>
      </dgm:spPr>
    </dgm:pt>
    <dgm:pt modelId="{6349AB60-0374-4306-B076-31808D1856B3}" type="pres">
      <dgm:prSet presAssocID="{D195120C-0A4C-4984-816B-D0C56C6C5134}"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ierarchy"/>
        </a:ext>
      </dgm:extLst>
    </dgm:pt>
    <dgm:pt modelId="{8D3C32E2-E86B-488B-924B-E3B9A64A59C5}" type="pres">
      <dgm:prSet presAssocID="{D195120C-0A4C-4984-816B-D0C56C6C5134}" presName="spaceRect" presStyleCnt="0"/>
      <dgm:spPr/>
    </dgm:pt>
    <dgm:pt modelId="{81D3F82A-0949-418F-AA8C-FF77C3885788}" type="pres">
      <dgm:prSet presAssocID="{D195120C-0A4C-4984-816B-D0C56C6C5134}" presName="textRect" presStyleLbl="revTx" presStyleIdx="3" presStyleCnt="5">
        <dgm:presLayoutVars>
          <dgm:chMax val="1"/>
          <dgm:chPref val="1"/>
        </dgm:presLayoutVars>
      </dgm:prSet>
      <dgm:spPr/>
    </dgm:pt>
    <dgm:pt modelId="{F48B934F-8CD3-4698-96E7-EA4885036588}" type="pres">
      <dgm:prSet presAssocID="{58715B50-3000-4DE4-9113-5483E7F6822A}" presName="sibTrans" presStyleCnt="0"/>
      <dgm:spPr/>
    </dgm:pt>
    <dgm:pt modelId="{AB518A08-B0E3-46AF-97A8-038CFEB20C92}" type="pres">
      <dgm:prSet presAssocID="{D3309F9B-5BD8-4074-AE6D-19DAC884E2D2}" presName="compNode" presStyleCnt="0"/>
      <dgm:spPr/>
    </dgm:pt>
    <dgm:pt modelId="{0ADAC670-AF58-4E34-B199-BC5D57186A7D}" type="pres">
      <dgm:prSet presAssocID="{D3309F9B-5BD8-4074-AE6D-19DAC884E2D2}" presName="iconBgRect" presStyleLbl="bgShp" presStyleIdx="4" presStyleCnt="5"/>
      <dgm:spPr>
        <a:prstGeom prst="round2DiagRect">
          <a:avLst>
            <a:gd name="adj1" fmla="val 29727"/>
            <a:gd name="adj2" fmla="val 0"/>
          </a:avLst>
        </a:prstGeom>
      </dgm:spPr>
    </dgm:pt>
    <dgm:pt modelId="{5D6F1E29-DBAF-4329-8F50-F31EDA90985E}" type="pres">
      <dgm:prSet presAssocID="{D3309F9B-5BD8-4074-AE6D-19DAC884E2D2}"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Gears"/>
        </a:ext>
      </dgm:extLst>
    </dgm:pt>
    <dgm:pt modelId="{6AAD37EC-2DB3-4B86-8DDC-EA94E12D0422}" type="pres">
      <dgm:prSet presAssocID="{D3309F9B-5BD8-4074-AE6D-19DAC884E2D2}" presName="spaceRect" presStyleCnt="0"/>
      <dgm:spPr/>
    </dgm:pt>
    <dgm:pt modelId="{5EA9D640-222B-4F33-A8E8-9A16FC59F6F5}" type="pres">
      <dgm:prSet presAssocID="{D3309F9B-5BD8-4074-AE6D-19DAC884E2D2}" presName="textRect" presStyleLbl="revTx" presStyleIdx="4" presStyleCnt="5">
        <dgm:presLayoutVars>
          <dgm:chMax val="1"/>
          <dgm:chPref val="1"/>
        </dgm:presLayoutVars>
      </dgm:prSet>
      <dgm:spPr/>
    </dgm:pt>
  </dgm:ptLst>
  <dgm:cxnLst>
    <dgm:cxn modelId="{3C5AC91B-E78E-4635-8F0C-33FF8BE18B51}" type="presOf" srcId="{8C334D47-D79B-4C61-BB5D-23F66655831B}" destId="{ECDD79EB-3F94-466D-B4F5-5E785FCF4FF7}" srcOrd="0" destOrd="0" presId="urn:microsoft.com/office/officeart/2018/5/layout/IconLeafLabelList"/>
    <dgm:cxn modelId="{8DAC2E33-74DF-49F8-8FFA-E25AA8C37C4F}" srcId="{5F35F868-F44D-45C3-9FE1-EB3BE7D9C136}" destId="{D195120C-0A4C-4984-816B-D0C56C6C5134}" srcOrd="3" destOrd="0" parTransId="{C2408242-A4D6-484D-BD4A-D5F42AFD0B46}" sibTransId="{58715B50-3000-4DE4-9113-5483E7F6822A}"/>
    <dgm:cxn modelId="{0A594D76-619F-4C25-81C0-BB7B9EC431AB}" type="presOf" srcId="{453677C0-A855-4EE2-B849-5A7748DBCBF3}" destId="{847B206B-B64E-4D08-8C7C-27F1F6003E48}" srcOrd="0" destOrd="0" presId="urn:microsoft.com/office/officeart/2018/5/layout/IconLeafLabelList"/>
    <dgm:cxn modelId="{8ACA477F-BF2C-406B-B446-A06468A72DA7}" srcId="{5F35F868-F44D-45C3-9FE1-EB3BE7D9C136}" destId="{7B4D6B29-1CB3-4A20-BBEB-C6428964623C}" srcOrd="1" destOrd="0" parTransId="{16A14B25-BA86-40DA-B0D9-CDA696151306}" sibTransId="{D389B737-4C3F-474C-86AF-1C3787CCE88D}"/>
    <dgm:cxn modelId="{0994048C-51F8-4622-818B-089029EFEF6F}" type="presOf" srcId="{7B4D6B29-1CB3-4A20-BBEB-C6428964623C}" destId="{444E339D-4486-4D98-BE9D-10BA8431171D}" srcOrd="0" destOrd="0" presId="urn:microsoft.com/office/officeart/2018/5/layout/IconLeafLabelList"/>
    <dgm:cxn modelId="{BDAD0C94-CD89-409B-A1CD-A0B6E36301A1}" type="presOf" srcId="{D195120C-0A4C-4984-816B-D0C56C6C5134}" destId="{81D3F82A-0949-418F-AA8C-FF77C3885788}" srcOrd="0" destOrd="0" presId="urn:microsoft.com/office/officeart/2018/5/layout/IconLeafLabelList"/>
    <dgm:cxn modelId="{6CDD2499-B2D4-417F-97E4-9D586E22EC85}" srcId="{5F35F868-F44D-45C3-9FE1-EB3BE7D9C136}" destId="{8C334D47-D79B-4C61-BB5D-23F66655831B}" srcOrd="0" destOrd="0" parTransId="{D42941A4-DCF2-469C-B290-8FE051AA3C2D}" sibTransId="{F61C9095-C357-4E50-B9BF-FB8C40D50C0B}"/>
    <dgm:cxn modelId="{358C3BD9-B283-4EB2-88B5-43950FEAD29A}" srcId="{5F35F868-F44D-45C3-9FE1-EB3BE7D9C136}" destId="{D3309F9B-5BD8-4074-AE6D-19DAC884E2D2}" srcOrd="4" destOrd="0" parTransId="{B573876F-1D9F-407F-91F3-0428B3245F68}" sibTransId="{7E65A5E3-DCFE-4906-A5C1-82AB68CFA0D3}"/>
    <dgm:cxn modelId="{9B7B52F3-4947-48C4-A851-D0518070AF23}" type="presOf" srcId="{D3309F9B-5BD8-4074-AE6D-19DAC884E2D2}" destId="{5EA9D640-222B-4F33-A8E8-9A16FC59F6F5}" srcOrd="0" destOrd="0" presId="urn:microsoft.com/office/officeart/2018/5/layout/IconLeafLabelList"/>
    <dgm:cxn modelId="{10486EF4-3060-4D18-B19E-278E321854FA}" srcId="{5F35F868-F44D-45C3-9FE1-EB3BE7D9C136}" destId="{453677C0-A855-4EE2-B849-5A7748DBCBF3}" srcOrd="2" destOrd="0" parTransId="{A42345F3-D800-4F38-BA7F-01C4DFEB2A46}" sibTransId="{4BF0CB0C-88F9-4AD4-9088-A2E0326F3662}"/>
    <dgm:cxn modelId="{B4F1D1F8-5430-4E33-9914-C9D1606CDBDF}" type="presOf" srcId="{5F35F868-F44D-45C3-9FE1-EB3BE7D9C136}" destId="{284AA6E8-E5AD-4E8D-BB77-CC13CD59CA4B}" srcOrd="0" destOrd="0" presId="urn:microsoft.com/office/officeart/2018/5/layout/IconLeafLabelList"/>
    <dgm:cxn modelId="{7A77E2FC-761F-4020-A2F9-1F7B17A8BDCF}" type="presParOf" srcId="{284AA6E8-E5AD-4E8D-BB77-CC13CD59CA4B}" destId="{D9B7024E-19F9-4B5B-85FE-4E6E371C9383}" srcOrd="0" destOrd="0" presId="urn:microsoft.com/office/officeart/2018/5/layout/IconLeafLabelList"/>
    <dgm:cxn modelId="{FC8B9E6B-E039-4A0B-8165-B6442964C2C9}" type="presParOf" srcId="{D9B7024E-19F9-4B5B-85FE-4E6E371C9383}" destId="{B923A53A-620D-4DC5-BCCB-83ED5E41F4BB}" srcOrd="0" destOrd="0" presId="urn:microsoft.com/office/officeart/2018/5/layout/IconLeafLabelList"/>
    <dgm:cxn modelId="{BF15B364-BC41-4469-BDF1-4951892C7BF0}" type="presParOf" srcId="{D9B7024E-19F9-4B5B-85FE-4E6E371C9383}" destId="{2DCF31B8-6A5E-45DE-AE19-B2AF1B24D928}" srcOrd="1" destOrd="0" presId="urn:microsoft.com/office/officeart/2018/5/layout/IconLeafLabelList"/>
    <dgm:cxn modelId="{1F2F7A93-0369-4416-B533-E899EA7D8029}" type="presParOf" srcId="{D9B7024E-19F9-4B5B-85FE-4E6E371C9383}" destId="{888F1EBD-7999-44C6-B8E9-8591A6870F23}" srcOrd="2" destOrd="0" presId="urn:microsoft.com/office/officeart/2018/5/layout/IconLeafLabelList"/>
    <dgm:cxn modelId="{988BC80E-2470-4E69-9290-91269262C547}" type="presParOf" srcId="{D9B7024E-19F9-4B5B-85FE-4E6E371C9383}" destId="{ECDD79EB-3F94-466D-B4F5-5E785FCF4FF7}" srcOrd="3" destOrd="0" presId="urn:microsoft.com/office/officeart/2018/5/layout/IconLeafLabelList"/>
    <dgm:cxn modelId="{B3CB6F60-772D-4E42-B466-D56206CFB2A7}" type="presParOf" srcId="{284AA6E8-E5AD-4E8D-BB77-CC13CD59CA4B}" destId="{74801E6B-035C-440C-BAEE-5222AC125C4D}" srcOrd="1" destOrd="0" presId="urn:microsoft.com/office/officeart/2018/5/layout/IconLeafLabelList"/>
    <dgm:cxn modelId="{CA729DE0-2E80-4CD9-AAED-263B6867D11F}" type="presParOf" srcId="{284AA6E8-E5AD-4E8D-BB77-CC13CD59CA4B}" destId="{6D53F363-2052-4029-BB8F-7FC7C67EAD37}" srcOrd="2" destOrd="0" presId="urn:microsoft.com/office/officeart/2018/5/layout/IconLeafLabelList"/>
    <dgm:cxn modelId="{62FFEFFF-E981-47C8-ACA6-0F53FAA2F011}" type="presParOf" srcId="{6D53F363-2052-4029-BB8F-7FC7C67EAD37}" destId="{9F3494BA-7827-4750-9F05-01EA29ACF18E}" srcOrd="0" destOrd="0" presId="urn:microsoft.com/office/officeart/2018/5/layout/IconLeafLabelList"/>
    <dgm:cxn modelId="{8034F457-56C3-40D1-8B7E-170AE2180587}" type="presParOf" srcId="{6D53F363-2052-4029-BB8F-7FC7C67EAD37}" destId="{1ACF9C7D-AEFA-4FB6-99A9-AB68802BD3FC}" srcOrd="1" destOrd="0" presId="urn:microsoft.com/office/officeart/2018/5/layout/IconLeafLabelList"/>
    <dgm:cxn modelId="{2DBE097E-E65C-437B-9CDE-B8EF2E1636C8}" type="presParOf" srcId="{6D53F363-2052-4029-BB8F-7FC7C67EAD37}" destId="{02546A7D-8FEA-45EF-8C25-F0444A93A3B4}" srcOrd="2" destOrd="0" presId="urn:microsoft.com/office/officeart/2018/5/layout/IconLeafLabelList"/>
    <dgm:cxn modelId="{151E910D-FA51-462F-B130-7DDDF4C5F316}" type="presParOf" srcId="{6D53F363-2052-4029-BB8F-7FC7C67EAD37}" destId="{444E339D-4486-4D98-BE9D-10BA8431171D}" srcOrd="3" destOrd="0" presId="urn:microsoft.com/office/officeart/2018/5/layout/IconLeafLabelList"/>
    <dgm:cxn modelId="{FDC2D936-B6C7-4781-9C90-4C658A2357F5}" type="presParOf" srcId="{284AA6E8-E5AD-4E8D-BB77-CC13CD59CA4B}" destId="{7EAF6D18-56F9-43F6-8E92-86890114007A}" srcOrd="3" destOrd="0" presId="urn:microsoft.com/office/officeart/2018/5/layout/IconLeafLabelList"/>
    <dgm:cxn modelId="{FC16C888-7263-4EAA-8BA8-11F58B6E8D4C}" type="presParOf" srcId="{284AA6E8-E5AD-4E8D-BB77-CC13CD59CA4B}" destId="{2FF26684-F162-4A43-B9A7-243A6467A0E4}" srcOrd="4" destOrd="0" presId="urn:microsoft.com/office/officeart/2018/5/layout/IconLeafLabelList"/>
    <dgm:cxn modelId="{3E628FFE-F747-4913-87AA-4E652430157D}" type="presParOf" srcId="{2FF26684-F162-4A43-B9A7-243A6467A0E4}" destId="{934687AF-13D1-4A7A-90B6-765EEC5E6140}" srcOrd="0" destOrd="0" presId="urn:microsoft.com/office/officeart/2018/5/layout/IconLeafLabelList"/>
    <dgm:cxn modelId="{447AD0B8-AF87-42A8-BA46-05CE33CDCF71}" type="presParOf" srcId="{2FF26684-F162-4A43-B9A7-243A6467A0E4}" destId="{41F3BCD0-CC53-465B-AB4F-F5B3B2AD282D}" srcOrd="1" destOrd="0" presId="urn:microsoft.com/office/officeart/2018/5/layout/IconLeafLabelList"/>
    <dgm:cxn modelId="{B7B0B709-8B82-4AFA-9DB0-AF745925C822}" type="presParOf" srcId="{2FF26684-F162-4A43-B9A7-243A6467A0E4}" destId="{C8116CDB-AC21-47D5-851A-4A85E2BF062A}" srcOrd="2" destOrd="0" presId="urn:microsoft.com/office/officeart/2018/5/layout/IconLeafLabelList"/>
    <dgm:cxn modelId="{BC558032-FCA5-4DCF-91C4-78F0B436F5A5}" type="presParOf" srcId="{2FF26684-F162-4A43-B9A7-243A6467A0E4}" destId="{847B206B-B64E-4D08-8C7C-27F1F6003E48}" srcOrd="3" destOrd="0" presId="urn:microsoft.com/office/officeart/2018/5/layout/IconLeafLabelList"/>
    <dgm:cxn modelId="{429111C9-066F-4F84-802B-2C1B7209040F}" type="presParOf" srcId="{284AA6E8-E5AD-4E8D-BB77-CC13CD59CA4B}" destId="{921255EB-FA75-4988-BF83-600FDBC59A81}" srcOrd="5" destOrd="0" presId="urn:microsoft.com/office/officeart/2018/5/layout/IconLeafLabelList"/>
    <dgm:cxn modelId="{30B4F6E9-E26C-484B-BA4E-80407B630452}" type="presParOf" srcId="{284AA6E8-E5AD-4E8D-BB77-CC13CD59CA4B}" destId="{FD963571-BE83-41B3-A1F0-D00EF714FCD7}" srcOrd="6" destOrd="0" presId="urn:microsoft.com/office/officeart/2018/5/layout/IconLeafLabelList"/>
    <dgm:cxn modelId="{A0E82B11-0A70-4979-BBA9-34126352099F}" type="presParOf" srcId="{FD963571-BE83-41B3-A1F0-D00EF714FCD7}" destId="{574A7CCC-1DFB-455C-A2E7-D60841A4AA09}" srcOrd="0" destOrd="0" presId="urn:microsoft.com/office/officeart/2018/5/layout/IconLeafLabelList"/>
    <dgm:cxn modelId="{AD580E5F-8873-462D-B181-B7EF08A2415B}" type="presParOf" srcId="{FD963571-BE83-41B3-A1F0-D00EF714FCD7}" destId="{6349AB60-0374-4306-B076-31808D1856B3}" srcOrd="1" destOrd="0" presId="urn:microsoft.com/office/officeart/2018/5/layout/IconLeafLabelList"/>
    <dgm:cxn modelId="{C92FFD66-7CF8-4D05-B783-B74101C0FDBA}" type="presParOf" srcId="{FD963571-BE83-41B3-A1F0-D00EF714FCD7}" destId="{8D3C32E2-E86B-488B-924B-E3B9A64A59C5}" srcOrd="2" destOrd="0" presId="urn:microsoft.com/office/officeart/2018/5/layout/IconLeafLabelList"/>
    <dgm:cxn modelId="{C10BDD58-1426-4DD0-BE6A-DE5612841E67}" type="presParOf" srcId="{FD963571-BE83-41B3-A1F0-D00EF714FCD7}" destId="{81D3F82A-0949-418F-AA8C-FF77C3885788}" srcOrd="3" destOrd="0" presId="urn:microsoft.com/office/officeart/2018/5/layout/IconLeafLabelList"/>
    <dgm:cxn modelId="{CA0B3A5A-532E-4B4E-BE2F-3F2AFB673CE2}" type="presParOf" srcId="{284AA6E8-E5AD-4E8D-BB77-CC13CD59CA4B}" destId="{F48B934F-8CD3-4698-96E7-EA4885036588}" srcOrd="7" destOrd="0" presId="urn:microsoft.com/office/officeart/2018/5/layout/IconLeafLabelList"/>
    <dgm:cxn modelId="{CAB351CF-F44F-4E1D-B33F-15A4085C158E}" type="presParOf" srcId="{284AA6E8-E5AD-4E8D-BB77-CC13CD59CA4B}" destId="{AB518A08-B0E3-46AF-97A8-038CFEB20C92}" srcOrd="8" destOrd="0" presId="urn:microsoft.com/office/officeart/2018/5/layout/IconLeafLabelList"/>
    <dgm:cxn modelId="{F1378B48-0DD4-4134-824A-CBF01F53D2B9}" type="presParOf" srcId="{AB518A08-B0E3-46AF-97A8-038CFEB20C92}" destId="{0ADAC670-AF58-4E34-B199-BC5D57186A7D}" srcOrd="0" destOrd="0" presId="urn:microsoft.com/office/officeart/2018/5/layout/IconLeafLabelList"/>
    <dgm:cxn modelId="{E11CA174-08D0-4DAE-9D81-47D26140332C}" type="presParOf" srcId="{AB518A08-B0E3-46AF-97A8-038CFEB20C92}" destId="{5D6F1E29-DBAF-4329-8F50-F31EDA90985E}" srcOrd="1" destOrd="0" presId="urn:microsoft.com/office/officeart/2018/5/layout/IconLeafLabelList"/>
    <dgm:cxn modelId="{E8A5ECEF-5250-4C47-B382-A6895CA7166C}" type="presParOf" srcId="{AB518A08-B0E3-46AF-97A8-038CFEB20C92}" destId="{6AAD37EC-2DB3-4B86-8DDC-EA94E12D0422}" srcOrd="2" destOrd="0" presId="urn:microsoft.com/office/officeart/2018/5/layout/IconLeafLabelList"/>
    <dgm:cxn modelId="{637EBEF0-0E4D-4DC2-BC2A-BE21D62D4C01}" type="presParOf" srcId="{AB518A08-B0E3-46AF-97A8-038CFEB20C92}" destId="{5EA9D640-222B-4F33-A8E8-9A16FC59F6F5}"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E8893C4C-200D-4757-BC26-C20915D73C7F}"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5A112F8-3AAD-40F8-BFEE-58399103E6FE}">
      <dgm:prSet/>
      <dgm:spPr/>
      <dgm:t>
        <a:bodyPr/>
        <a:lstStyle/>
        <a:p>
          <a:pPr>
            <a:defRPr b="1"/>
          </a:pPr>
          <a:r>
            <a:rPr lang="en-US"/>
            <a:t>Why? Will merge the facts, metrics, and data with the design thinking methodology to create solutions that align with the overall goals of the business.</a:t>
          </a:r>
        </a:p>
      </dgm:t>
    </dgm:pt>
    <dgm:pt modelId="{9DA2F59D-C3BC-4548-8779-1C8EC1B4958D}" type="parTrans" cxnId="{A4BB17A7-551E-447C-9D56-8D8F9B4E8D57}">
      <dgm:prSet/>
      <dgm:spPr/>
      <dgm:t>
        <a:bodyPr/>
        <a:lstStyle/>
        <a:p>
          <a:endParaRPr lang="en-US"/>
        </a:p>
      </dgm:t>
    </dgm:pt>
    <dgm:pt modelId="{501E03BC-ABEB-44A7-BDBB-9C7CEEB3AE78}" type="sibTrans" cxnId="{A4BB17A7-551E-447C-9D56-8D8F9B4E8D57}">
      <dgm:prSet/>
      <dgm:spPr/>
      <dgm:t>
        <a:bodyPr/>
        <a:lstStyle/>
        <a:p>
          <a:endParaRPr lang="en-US"/>
        </a:p>
      </dgm:t>
    </dgm:pt>
    <dgm:pt modelId="{1EB4B000-6AA8-4951-B2BB-D388662F73E6}">
      <dgm:prSet/>
      <dgm:spPr/>
      <dgm:t>
        <a:bodyPr/>
        <a:lstStyle/>
        <a:p>
          <a:pPr>
            <a:defRPr b="1"/>
          </a:pPr>
          <a:r>
            <a:rPr lang="en-US"/>
            <a:t>Change control board: Help limit the scope creep, which is the underlying problem of the decline in customer metrics.</a:t>
          </a:r>
        </a:p>
      </dgm:t>
    </dgm:pt>
    <dgm:pt modelId="{2D710A71-BFE1-4FDB-99DB-CF5EA6042B52}" type="parTrans" cxnId="{182DCB8E-3609-419B-A612-97029E06604B}">
      <dgm:prSet/>
      <dgm:spPr/>
      <dgm:t>
        <a:bodyPr/>
        <a:lstStyle/>
        <a:p>
          <a:endParaRPr lang="en-US"/>
        </a:p>
      </dgm:t>
    </dgm:pt>
    <dgm:pt modelId="{37226B4C-0E61-4858-A8C9-1BADA2F11EF8}" type="sibTrans" cxnId="{182DCB8E-3609-419B-A612-97029E06604B}">
      <dgm:prSet/>
      <dgm:spPr/>
      <dgm:t>
        <a:bodyPr/>
        <a:lstStyle/>
        <a:p>
          <a:endParaRPr lang="en-US"/>
        </a:p>
      </dgm:t>
    </dgm:pt>
    <dgm:pt modelId="{41EDB842-D4CD-4195-AA2F-6A176DF1B451}">
      <dgm:prSet/>
      <dgm:spPr/>
      <dgm:t>
        <a:bodyPr/>
        <a:lstStyle/>
        <a:p>
          <a:r>
            <a:rPr lang="en-US"/>
            <a:t>Features that are requested to be added must have data accompanying them to prove their usefulness.</a:t>
          </a:r>
        </a:p>
      </dgm:t>
    </dgm:pt>
    <dgm:pt modelId="{4F6144DB-F4DF-4173-BEAC-3E4B6BF4C97B}" type="parTrans" cxnId="{115EF041-E837-437B-8381-36FEB7B87E99}">
      <dgm:prSet/>
      <dgm:spPr/>
      <dgm:t>
        <a:bodyPr/>
        <a:lstStyle/>
        <a:p>
          <a:endParaRPr lang="en-US"/>
        </a:p>
      </dgm:t>
    </dgm:pt>
    <dgm:pt modelId="{375992BC-819C-4AC7-8373-5A9270385BB2}" type="sibTrans" cxnId="{115EF041-E837-437B-8381-36FEB7B87E99}">
      <dgm:prSet/>
      <dgm:spPr/>
      <dgm:t>
        <a:bodyPr/>
        <a:lstStyle/>
        <a:p>
          <a:endParaRPr lang="en-US"/>
        </a:p>
      </dgm:t>
    </dgm:pt>
    <dgm:pt modelId="{81CF1F2C-C142-48AB-A881-A67253BA35E5}">
      <dgm:prSet/>
      <dgm:spPr/>
      <dgm:t>
        <a:bodyPr/>
        <a:lstStyle/>
        <a:p>
          <a:r>
            <a:rPr lang="en-US"/>
            <a:t>Reduce the load of current resources, which should directly affect the response times and stability of the site.</a:t>
          </a:r>
        </a:p>
      </dgm:t>
    </dgm:pt>
    <dgm:pt modelId="{CA1296FC-1EED-4D47-A211-C2D1A3007E21}" type="parTrans" cxnId="{3C1DAB23-3F53-4721-9B19-FE1E5C0D7E90}">
      <dgm:prSet/>
      <dgm:spPr/>
      <dgm:t>
        <a:bodyPr/>
        <a:lstStyle/>
        <a:p>
          <a:endParaRPr lang="en-US"/>
        </a:p>
      </dgm:t>
    </dgm:pt>
    <dgm:pt modelId="{63FE3732-2AC1-41E2-A457-D156DCA2A497}" type="sibTrans" cxnId="{3C1DAB23-3F53-4721-9B19-FE1E5C0D7E90}">
      <dgm:prSet/>
      <dgm:spPr/>
      <dgm:t>
        <a:bodyPr/>
        <a:lstStyle/>
        <a:p>
          <a:endParaRPr lang="en-US"/>
        </a:p>
      </dgm:t>
    </dgm:pt>
    <dgm:pt modelId="{0E66DB48-5914-4CD0-B55F-6DBED79E0F2B}">
      <dgm:prSet/>
      <dgm:spPr/>
      <dgm:t>
        <a:bodyPr/>
        <a:lstStyle/>
        <a:p>
          <a:pPr>
            <a:defRPr b="1"/>
          </a:pPr>
          <a:r>
            <a:rPr lang="en-US"/>
            <a:t>Implement AI to assist in customer support: Should reduce the amount of surface level support requests for the team.</a:t>
          </a:r>
        </a:p>
      </dgm:t>
    </dgm:pt>
    <dgm:pt modelId="{A770F261-70C9-453E-9FE9-F874D091351A}" type="parTrans" cxnId="{5D85F638-42C3-410E-B31F-009843D8624B}">
      <dgm:prSet/>
      <dgm:spPr/>
      <dgm:t>
        <a:bodyPr/>
        <a:lstStyle/>
        <a:p>
          <a:endParaRPr lang="en-US"/>
        </a:p>
      </dgm:t>
    </dgm:pt>
    <dgm:pt modelId="{383CCB3B-48F3-4C5F-A5BA-9ADCECB45B9A}" type="sibTrans" cxnId="{5D85F638-42C3-410E-B31F-009843D8624B}">
      <dgm:prSet/>
      <dgm:spPr/>
      <dgm:t>
        <a:bodyPr/>
        <a:lstStyle/>
        <a:p>
          <a:endParaRPr lang="en-US"/>
        </a:p>
      </dgm:t>
    </dgm:pt>
    <dgm:pt modelId="{F2EE6F79-64D8-419A-8C0D-D805F9B20DA9}">
      <dgm:prSet/>
      <dgm:spPr/>
      <dgm:t>
        <a:bodyPr/>
        <a:lstStyle/>
        <a:p>
          <a:r>
            <a:rPr lang="en-US"/>
            <a:t>Phased approach of implementing a chatbot and creating a FAQ of common questions and issues.</a:t>
          </a:r>
        </a:p>
      </dgm:t>
    </dgm:pt>
    <dgm:pt modelId="{1789264B-52ED-47BB-A006-2ECBD760FEEC}" type="parTrans" cxnId="{789AACA4-FFDE-4360-A228-06B8CFDC0871}">
      <dgm:prSet/>
      <dgm:spPr/>
      <dgm:t>
        <a:bodyPr/>
        <a:lstStyle/>
        <a:p>
          <a:endParaRPr lang="en-US"/>
        </a:p>
      </dgm:t>
    </dgm:pt>
    <dgm:pt modelId="{DDAB20F5-F02D-4F03-BFBA-65AFCD902904}" type="sibTrans" cxnId="{789AACA4-FFDE-4360-A228-06B8CFDC0871}">
      <dgm:prSet/>
      <dgm:spPr/>
      <dgm:t>
        <a:bodyPr/>
        <a:lstStyle/>
        <a:p>
          <a:endParaRPr lang="en-US"/>
        </a:p>
      </dgm:t>
    </dgm:pt>
    <dgm:pt modelId="{31A19AFD-146D-4506-830E-F1469A72DACB}">
      <dgm:prSet/>
      <dgm:spPr/>
      <dgm:t>
        <a:bodyPr/>
        <a:lstStyle/>
        <a:p>
          <a:r>
            <a:rPr lang="en-US"/>
            <a:t>Decrease the response time and increase the CES and CSAT metrics.</a:t>
          </a:r>
        </a:p>
      </dgm:t>
    </dgm:pt>
    <dgm:pt modelId="{8C23EC58-88CC-4382-81B0-399DD77EF167}" type="parTrans" cxnId="{D33557D1-922D-42CE-A1C1-2FC8C9C7C0C9}">
      <dgm:prSet/>
      <dgm:spPr/>
      <dgm:t>
        <a:bodyPr/>
        <a:lstStyle/>
        <a:p>
          <a:endParaRPr lang="en-US"/>
        </a:p>
      </dgm:t>
    </dgm:pt>
    <dgm:pt modelId="{70FB0136-02FF-412B-A842-BC1F9D4F137C}" type="sibTrans" cxnId="{D33557D1-922D-42CE-A1C1-2FC8C9C7C0C9}">
      <dgm:prSet/>
      <dgm:spPr/>
      <dgm:t>
        <a:bodyPr/>
        <a:lstStyle/>
        <a:p>
          <a:endParaRPr lang="en-US"/>
        </a:p>
      </dgm:t>
    </dgm:pt>
    <dgm:pt modelId="{694F7AF9-9198-41F8-86FB-A1156B0D453E}">
      <dgm:prSet/>
      <dgm:spPr/>
      <dgm:t>
        <a:bodyPr/>
        <a:lstStyle/>
        <a:p>
          <a:pPr>
            <a:defRPr b="1"/>
          </a:pPr>
          <a:r>
            <a:rPr lang="en-US"/>
            <a:t>Creating a sub team: Focuses on critical customer pain points.</a:t>
          </a:r>
        </a:p>
      </dgm:t>
    </dgm:pt>
    <dgm:pt modelId="{D0D28511-EBCF-406E-B84E-23DF1754CE52}" type="parTrans" cxnId="{58699E9D-0FD1-46EC-9D4B-F17FC0023573}">
      <dgm:prSet/>
      <dgm:spPr/>
      <dgm:t>
        <a:bodyPr/>
        <a:lstStyle/>
        <a:p>
          <a:endParaRPr lang="en-US"/>
        </a:p>
      </dgm:t>
    </dgm:pt>
    <dgm:pt modelId="{577C7941-655F-4940-AC85-74BA461C04F3}" type="sibTrans" cxnId="{58699E9D-0FD1-46EC-9D4B-F17FC0023573}">
      <dgm:prSet/>
      <dgm:spPr/>
      <dgm:t>
        <a:bodyPr/>
        <a:lstStyle/>
        <a:p>
          <a:endParaRPr lang="en-US"/>
        </a:p>
      </dgm:t>
    </dgm:pt>
    <dgm:pt modelId="{4719CC55-9C57-43D9-A392-6A4CB03E4B8A}">
      <dgm:prSet/>
      <dgm:spPr/>
      <dgm:t>
        <a:bodyPr/>
        <a:lstStyle/>
        <a:p>
          <a:r>
            <a:rPr lang="en-US"/>
            <a:t>Directly combat the U-shaped customer satisfaction effect.</a:t>
          </a:r>
        </a:p>
      </dgm:t>
    </dgm:pt>
    <dgm:pt modelId="{1BCA9B6D-1F6B-48D8-AB13-CE04D645E3F9}" type="parTrans" cxnId="{0D862E47-B60A-4D79-858C-3DBED7228576}">
      <dgm:prSet/>
      <dgm:spPr/>
      <dgm:t>
        <a:bodyPr/>
        <a:lstStyle/>
        <a:p>
          <a:endParaRPr lang="en-US"/>
        </a:p>
      </dgm:t>
    </dgm:pt>
    <dgm:pt modelId="{09549F5F-01DC-4443-9483-287D626CEB3E}" type="sibTrans" cxnId="{0D862E47-B60A-4D79-858C-3DBED7228576}">
      <dgm:prSet/>
      <dgm:spPr/>
      <dgm:t>
        <a:bodyPr/>
        <a:lstStyle/>
        <a:p>
          <a:endParaRPr lang="en-US"/>
        </a:p>
      </dgm:t>
    </dgm:pt>
    <dgm:pt modelId="{31B430E0-51FD-49E1-BA91-EB5DF2617095}">
      <dgm:prSet/>
      <dgm:spPr/>
      <dgm:t>
        <a:bodyPr/>
        <a:lstStyle/>
        <a:p>
          <a:r>
            <a:rPr lang="en-US"/>
            <a:t>Map the most common user journeys and work on/ implement fixes that lie within those processes.</a:t>
          </a:r>
        </a:p>
      </dgm:t>
    </dgm:pt>
    <dgm:pt modelId="{6A7218D5-4D82-42D0-81DF-870FF2044673}" type="parTrans" cxnId="{DD618143-549B-44A9-B438-10D18CC51DDC}">
      <dgm:prSet/>
      <dgm:spPr/>
      <dgm:t>
        <a:bodyPr/>
        <a:lstStyle/>
        <a:p>
          <a:endParaRPr lang="en-US"/>
        </a:p>
      </dgm:t>
    </dgm:pt>
    <dgm:pt modelId="{2A94736A-0707-494D-BEB2-47DBC8DB797B}" type="sibTrans" cxnId="{DD618143-549B-44A9-B438-10D18CC51DDC}">
      <dgm:prSet/>
      <dgm:spPr/>
      <dgm:t>
        <a:bodyPr/>
        <a:lstStyle/>
        <a:p>
          <a:endParaRPr lang="en-US"/>
        </a:p>
      </dgm:t>
    </dgm:pt>
    <dgm:pt modelId="{AD9BF040-A7F1-493B-B4A2-22DFCEDF04E5}">
      <dgm:prSet/>
      <dgm:spPr/>
      <dgm:t>
        <a:bodyPr/>
        <a:lstStyle/>
        <a:p>
          <a:r>
            <a:rPr lang="en-US"/>
            <a:t>Should increase the CES score, which should have a positive effect on all the other customer centric metrics.</a:t>
          </a:r>
        </a:p>
      </dgm:t>
    </dgm:pt>
    <dgm:pt modelId="{0835A156-BAB5-414F-9C84-A3FDE04F4620}" type="parTrans" cxnId="{02967F3F-0551-49B8-A243-6761EB440F0C}">
      <dgm:prSet/>
      <dgm:spPr/>
      <dgm:t>
        <a:bodyPr/>
        <a:lstStyle/>
        <a:p>
          <a:endParaRPr lang="en-US"/>
        </a:p>
      </dgm:t>
    </dgm:pt>
    <dgm:pt modelId="{7969A65D-1B4C-4C93-BBA5-13F91E624731}" type="sibTrans" cxnId="{02967F3F-0551-49B8-A243-6761EB440F0C}">
      <dgm:prSet/>
      <dgm:spPr/>
      <dgm:t>
        <a:bodyPr/>
        <a:lstStyle/>
        <a:p>
          <a:endParaRPr lang="en-US"/>
        </a:p>
      </dgm:t>
    </dgm:pt>
    <dgm:pt modelId="{0A8733AF-A9DC-47C8-AE63-D8B33FC4467F}" type="pres">
      <dgm:prSet presAssocID="{E8893C4C-200D-4757-BC26-C20915D73C7F}" presName="root" presStyleCnt="0">
        <dgm:presLayoutVars>
          <dgm:dir/>
          <dgm:resizeHandles val="exact"/>
        </dgm:presLayoutVars>
      </dgm:prSet>
      <dgm:spPr/>
    </dgm:pt>
    <dgm:pt modelId="{AE5940F7-0D7C-4773-B473-1C72A56BB8AD}" type="pres">
      <dgm:prSet presAssocID="{E5A112F8-3AAD-40F8-BFEE-58399103E6FE}" presName="compNode" presStyleCnt="0"/>
      <dgm:spPr/>
    </dgm:pt>
    <dgm:pt modelId="{E74A7272-974E-42F4-B831-FDEB86397BF3}" type="pres">
      <dgm:prSet presAssocID="{E5A112F8-3AAD-40F8-BFEE-58399103E6F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ze"/>
        </a:ext>
      </dgm:extLst>
    </dgm:pt>
    <dgm:pt modelId="{80A7959E-92B7-4501-95C9-6E75800F8926}" type="pres">
      <dgm:prSet presAssocID="{E5A112F8-3AAD-40F8-BFEE-58399103E6FE}" presName="iconSpace" presStyleCnt="0"/>
      <dgm:spPr/>
    </dgm:pt>
    <dgm:pt modelId="{890A252A-0896-4473-B8DE-E29761FF2D3B}" type="pres">
      <dgm:prSet presAssocID="{E5A112F8-3AAD-40F8-BFEE-58399103E6FE}" presName="parTx" presStyleLbl="revTx" presStyleIdx="0" presStyleCnt="8">
        <dgm:presLayoutVars>
          <dgm:chMax val="0"/>
          <dgm:chPref val="0"/>
        </dgm:presLayoutVars>
      </dgm:prSet>
      <dgm:spPr/>
    </dgm:pt>
    <dgm:pt modelId="{9C578AD6-1ADA-4F32-868A-69A0164ED0E0}" type="pres">
      <dgm:prSet presAssocID="{E5A112F8-3AAD-40F8-BFEE-58399103E6FE}" presName="txSpace" presStyleCnt="0"/>
      <dgm:spPr/>
    </dgm:pt>
    <dgm:pt modelId="{067435ED-A200-48D0-9C22-3C61045BD732}" type="pres">
      <dgm:prSet presAssocID="{E5A112F8-3AAD-40F8-BFEE-58399103E6FE}" presName="desTx" presStyleLbl="revTx" presStyleIdx="1" presStyleCnt="8">
        <dgm:presLayoutVars/>
      </dgm:prSet>
      <dgm:spPr/>
    </dgm:pt>
    <dgm:pt modelId="{681B6F1D-E7F4-4FEE-B297-506E54B8AA0F}" type="pres">
      <dgm:prSet presAssocID="{501E03BC-ABEB-44A7-BDBB-9C7CEEB3AE78}" presName="sibTrans" presStyleCnt="0"/>
      <dgm:spPr/>
    </dgm:pt>
    <dgm:pt modelId="{DAE8909C-49A6-43B0-8668-0C34894C6431}" type="pres">
      <dgm:prSet presAssocID="{1EB4B000-6AA8-4951-B2BB-D388662F73E6}" presName="compNode" presStyleCnt="0"/>
      <dgm:spPr/>
    </dgm:pt>
    <dgm:pt modelId="{6A2E1708-3B40-405B-93C6-1F7E8525217C}" type="pres">
      <dgm:prSet presAssocID="{1EB4B000-6AA8-4951-B2BB-D388662F73E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arning"/>
        </a:ext>
      </dgm:extLst>
    </dgm:pt>
    <dgm:pt modelId="{16D0FC0B-7714-41CB-886F-4CDB9691EAE5}" type="pres">
      <dgm:prSet presAssocID="{1EB4B000-6AA8-4951-B2BB-D388662F73E6}" presName="iconSpace" presStyleCnt="0"/>
      <dgm:spPr/>
    </dgm:pt>
    <dgm:pt modelId="{956B2847-60B2-4A3B-95AB-9CBE14891AC8}" type="pres">
      <dgm:prSet presAssocID="{1EB4B000-6AA8-4951-B2BB-D388662F73E6}" presName="parTx" presStyleLbl="revTx" presStyleIdx="2" presStyleCnt="8">
        <dgm:presLayoutVars>
          <dgm:chMax val="0"/>
          <dgm:chPref val="0"/>
        </dgm:presLayoutVars>
      </dgm:prSet>
      <dgm:spPr/>
    </dgm:pt>
    <dgm:pt modelId="{1CA33608-D908-4325-B686-A219D8891A1C}" type="pres">
      <dgm:prSet presAssocID="{1EB4B000-6AA8-4951-B2BB-D388662F73E6}" presName="txSpace" presStyleCnt="0"/>
      <dgm:spPr/>
    </dgm:pt>
    <dgm:pt modelId="{587C1AB9-B143-4441-A4DE-9D148BB683BE}" type="pres">
      <dgm:prSet presAssocID="{1EB4B000-6AA8-4951-B2BB-D388662F73E6}" presName="desTx" presStyleLbl="revTx" presStyleIdx="3" presStyleCnt="8">
        <dgm:presLayoutVars/>
      </dgm:prSet>
      <dgm:spPr/>
    </dgm:pt>
    <dgm:pt modelId="{C4A428E3-AC33-4E42-A79A-65D143D7FCAE}" type="pres">
      <dgm:prSet presAssocID="{37226B4C-0E61-4858-A8C9-1BADA2F11EF8}" presName="sibTrans" presStyleCnt="0"/>
      <dgm:spPr/>
    </dgm:pt>
    <dgm:pt modelId="{133326EB-ADC7-4C21-967B-09DD8BC7E01A}" type="pres">
      <dgm:prSet presAssocID="{0E66DB48-5914-4CD0-B55F-6DBED79E0F2B}" presName="compNode" presStyleCnt="0"/>
      <dgm:spPr/>
    </dgm:pt>
    <dgm:pt modelId="{6B8963C4-DB40-4A00-A583-C68303B07F2D}" type="pres">
      <dgm:prSet presAssocID="{0E66DB48-5914-4CD0-B55F-6DBED79E0F2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obot"/>
        </a:ext>
      </dgm:extLst>
    </dgm:pt>
    <dgm:pt modelId="{AF4E863B-9BEC-4232-9DDC-5DFB3119988B}" type="pres">
      <dgm:prSet presAssocID="{0E66DB48-5914-4CD0-B55F-6DBED79E0F2B}" presName="iconSpace" presStyleCnt="0"/>
      <dgm:spPr/>
    </dgm:pt>
    <dgm:pt modelId="{4BB13918-5351-476A-80D5-50757877893D}" type="pres">
      <dgm:prSet presAssocID="{0E66DB48-5914-4CD0-B55F-6DBED79E0F2B}" presName="parTx" presStyleLbl="revTx" presStyleIdx="4" presStyleCnt="8">
        <dgm:presLayoutVars>
          <dgm:chMax val="0"/>
          <dgm:chPref val="0"/>
        </dgm:presLayoutVars>
      </dgm:prSet>
      <dgm:spPr/>
    </dgm:pt>
    <dgm:pt modelId="{51AEDD49-1593-4F07-A89C-51BDC24687CC}" type="pres">
      <dgm:prSet presAssocID="{0E66DB48-5914-4CD0-B55F-6DBED79E0F2B}" presName="txSpace" presStyleCnt="0"/>
      <dgm:spPr/>
    </dgm:pt>
    <dgm:pt modelId="{2DFA4292-04D6-45A3-BA80-C5EC6379DEBE}" type="pres">
      <dgm:prSet presAssocID="{0E66DB48-5914-4CD0-B55F-6DBED79E0F2B}" presName="desTx" presStyleLbl="revTx" presStyleIdx="5" presStyleCnt="8">
        <dgm:presLayoutVars/>
      </dgm:prSet>
      <dgm:spPr/>
    </dgm:pt>
    <dgm:pt modelId="{4E4646FE-1A25-4DF4-9F00-56FEB79BA54F}" type="pres">
      <dgm:prSet presAssocID="{383CCB3B-48F3-4C5F-A5BA-9ADCECB45B9A}" presName="sibTrans" presStyleCnt="0"/>
      <dgm:spPr/>
    </dgm:pt>
    <dgm:pt modelId="{0E5D78E9-C090-43A8-A007-4FB19E219965}" type="pres">
      <dgm:prSet presAssocID="{694F7AF9-9198-41F8-86FB-A1156B0D453E}" presName="compNode" presStyleCnt="0"/>
      <dgm:spPr/>
    </dgm:pt>
    <dgm:pt modelId="{73B2A6CF-8EE2-431A-867F-5399826C49A5}" type="pres">
      <dgm:prSet presAssocID="{694F7AF9-9198-41F8-86FB-A1156B0D453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Neutral Face with No Fill"/>
        </a:ext>
      </dgm:extLst>
    </dgm:pt>
    <dgm:pt modelId="{CC7EEB42-2397-4AD4-BEBC-BD715E35A6CE}" type="pres">
      <dgm:prSet presAssocID="{694F7AF9-9198-41F8-86FB-A1156B0D453E}" presName="iconSpace" presStyleCnt="0"/>
      <dgm:spPr/>
    </dgm:pt>
    <dgm:pt modelId="{7AE000ED-1B91-4A28-AE2F-C6DCC604E08D}" type="pres">
      <dgm:prSet presAssocID="{694F7AF9-9198-41F8-86FB-A1156B0D453E}" presName="parTx" presStyleLbl="revTx" presStyleIdx="6" presStyleCnt="8">
        <dgm:presLayoutVars>
          <dgm:chMax val="0"/>
          <dgm:chPref val="0"/>
        </dgm:presLayoutVars>
      </dgm:prSet>
      <dgm:spPr/>
    </dgm:pt>
    <dgm:pt modelId="{3DDD71D3-1794-46E3-ADCE-D4F26149C24D}" type="pres">
      <dgm:prSet presAssocID="{694F7AF9-9198-41F8-86FB-A1156B0D453E}" presName="txSpace" presStyleCnt="0"/>
      <dgm:spPr/>
    </dgm:pt>
    <dgm:pt modelId="{F7AC5493-A098-4864-BDA9-770BB812EB1C}" type="pres">
      <dgm:prSet presAssocID="{694F7AF9-9198-41F8-86FB-A1156B0D453E}" presName="desTx" presStyleLbl="revTx" presStyleIdx="7" presStyleCnt="8">
        <dgm:presLayoutVars/>
      </dgm:prSet>
      <dgm:spPr/>
    </dgm:pt>
  </dgm:ptLst>
  <dgm:cxnLst>
    <dgm:cxn modelId="{2E481805-90AD-47B6-8896-67046E23447B}" type="presOf" srcId="{31B430E0-51FD-49E1-BA91-EB5DF2617095}" destId="{F7AC5493-A098-4864-BDA9-770BB812EB1C}" srcOrd="0" destOrd="1" presId="urn:microsoft.com/office/officeart/2018/2/layout/IconLabelDescriptionList"/>
    <dgm:cxn modelId="{3E64A00A-AFEF-43FF-A70D-E6990E4070BC}" type="presOf" srcId="{31A19AFD-146D-4506-830E-F1469A72DACB}" destId="{2DFA4292-04D6-45A3-BA80-C5EC6379DEBE}" srcOrd="0" destOrd="1" presId="urn:microsoft.com/office/officeart/2018/2/layout/IconLabelDescriptionList"/>
    <dgm:cxn modelId="{3C1DAB23-3F53-4721-9B19-FE1E5C0D7E90}" srcId="{1EB4B000-6AA8-4951-B2BB-D388662F73E6}" destId="{81CF1F2C-C142-48AB-A881-A67253BA35E5}" srcOrd="1" destOrd="0" parTransId="{CA1296FC-1EED-4D47-A211-C2D1A3007E21}" sibTransId="{63FE3732-2AC1-41E2-A457-D156DCA2A497}"/>
    <dgm:cxn modelId="{5D85F638-42C3-410E-B31F-009843D8624B}" srcId="{E8893C4C-200D-4757-BC26-C20915D73C7F}" destId="{0E66DB48-5914-4CD0-B55F-6DBED79E0F2B}" srcOrd="2" destOrd="0" parTransId="{A770F261-70C9-453E-9FE9-F874D091351A}" sibTransId="{383CCB3B-48F3-4C5F-A5BA-9ADCECB45B9A}"/>
    <dgm:cxn modelId="{BCDD263B-91E3-4C16-AA0E-04DCB368E96C}" type="presOf" srcId="{694F7AF9-9198-41F8-86FB-A1156B0D453E}" destId="{7AE000ED-1B91-4A28-AE2F-C6DCC604E08D}" srcOrd="0" destOrd="0" presId="urn:microsoft.com/office/officeart/2018/2/layout/IconLabelDescriptionList"/>
    <dgm:cxn modelId="{02967F3F-0551-49B8-A243-6761EB440F0C}" srcId="{694F7AF9-9198-41F8-86FB-A1156B0D453E}" destId="{AD9BF040-A7F1-493B-B4A2-22DFCEDF04E5}" srcOrd="2" destOrd="0" parTransId="{0835A156-BAB5-414F-9C84-A3FDE04F4620}" sibTransId="{7969A65D-1B4C-4C93-BBA5-13F91E624731}"/>
    <dgm:cxn modelId="{6CB8E861-037B-48E2-8B5F-3F6CACA57125}" type="presOf" srcId="{0E66DB48-5914-4CD0-B55F-6DBED79E0F2B}" destId="{4BB13918-5351-476A-80D5-50757877893D}" srcOrd="0" destOrd="0" presId="urn:microsoft.com/office/officeart/2018/2/layout/IconLabelDescriptionList"/>
    <dgm:cxn modelId="{115EF041-E837-437B-8381-36FEB7B87E99}" srcId="{1EB4B000-6AA8-4951-B2BB-D388662F73E6}" destId="{41EDB842-D4CD-4195-AA2F-6A176DF1B451}" srcOrd="0" destOrd="0" parTransId="{4F6144DB-F4DF-4173-BEAC-3E4B6BF4C97B}" sibTransId="{375992BC-819C-4AC7-8373-5A9270385BB2}"/>
    <dgm:cxn modelId="{DD618143-549B-44A9-B438-10D18CC51DDC}" srcId="{694F7AF9-9198-41F8-86FB-A1156B0D453E}" destId="{31B430E0-51FD-49E1-BA91-EB5DF2617095}" srcOrd="1" destOrd="0" parTransId="{6A7218D5-4D82-42D0-81DF-870FF2044673}" sibTransId="{2A94736A-0707-494D-BEB2-47DBC8DB797B}"/>
    <dgm:cxn modelId="{0D862E47-B60A-4D79-858C-3DBED7228576}" srcId="{694F7AF9-9198-41F8-86FB-A1156B0D453E}" destId="{4719CC55-9C57-43D9-A392-6A4CB03E4B8A}" srcOrd="0" destOrd="0" parTransId="{1BCA9B6D-1F6B-48D8-AB13-CE04D645E3F9}" sibTransId="{09549F5F-01DC-4443-9483-287D626CEB3E}"/>
    <dgm:cxn modelId="{A14BCA4A-BEA4-4B07-9B9E-F0A2F2903F0D}" type="presOf" srcId="{E8893C4C-200D-4757-BC26-C20915D73C7F}" destId="{0A8733AF-A9DC-47C8-AE63-D8B33FC4467F}" srcOrd="0" destOrd="0" presId="urn:microsoft.com/office/officeart/2018/2/layout/IconLabelDescriptionList"/>
    <dgm:cxn modelId="{4E613071-8F2A-4077-B59D-EDD2E50CBAB5}" type="presOf" srcId="{81CF1F2C-C142-48AB-A881-A67253BA35E5}" destId="{587C1AB9-B143-4441-A4DE-9D148BB683BE}" srcOrd="0" destOrd="1" presId="urn:microsoft.com/office/officeart/2018/2/layout/IconLabelDescriptionList"/>
    <dgm:cxn modelId="{AB046855-558D-45FD-9608-9FD339A28B85}" type="presOf" srcId="{AD9BF040-A7F1-493B-B4A2-22DFCEDF04E5}" destId="{F7AC5493-A098-4864-BDA9-770BB812EB1C}" srcOrd="0" destOrd="2" presId="urn:microsoft.com/office/officeart/2018/2/layout/IconLabelDescriptionList"/>
    <dgm:cxn modelId="{74178079-B410-43ED-80F8-5E814A9D58CE}" type="presOf" srcId="{1EB4B000-6AA8-4951-B2BB-D388662F73E6}" destId="{956B2847-60B2-4A3B-95AB-9CBE14891AC8}" srcOrd="0" destOrd="0" presId="urn:microsoft.com/office/officeart/2018/2/layout/IconLabelDescriptionList"/>
    <dgm:cxn modelId="{D6F8D45A-8B1A-429B-848F-CA6E165A8695}" type="presOf" srcId="{F2EE6F79-64D8-419A-8C0D-D805F9B20DA9}" destId="{2DFA4292-04D6-45A3-BA80-C5EC6379DEBE}" srcOrd="0" destOrd="0" presId="urn:microsoft.com/office/officeart/2018/2/layout/IconLabelDescriptionList"/>
    <dgm:cxn modelId="{182DCB8E-3609-419B-A612-97029E06604B}" srcId="{E8893C4C-200D-4757-BC26-C20915D73C7F}" destId="{1EB4B000-6AA8-4951-B2BB-D388662F73E6}" srcOrd="1" destOrd="0" parTransId="{2D710A71-BFE1-4FDB-99DB-CF5EA6042B52}" sibTransId="{37226B4C-0E61-4858-A8C9-1BADA2F11EF8}"/>
    <dgm:cxn modelId="{F5B7AC8F-6417-4789-A3B7-0A690E1D7098}" type="presOf" srcId="{E5A112F8-3AAD-40F8-BFEE-58399103E6FE}" destId="{890A252A-0896-4473-B8DE-E29761FF2D3B}" srcOrd="0" destOrd="0" presId="urn:microsoft.com/office/officeart/2018/2/layout/IconLabelDescriptionList"/>
    <dgm:cxn modelId="{58699E9D-0FD1-46EC-9D4B-F17FC0023573}" srcId="{E8893C4C-200D-4757-BC26-C20915D73C7F}" destId="{694F7AF9-9198-41F8-86FB-A1156B0D453E}" srcOrd="3" destOrd="0" parTransId="{D0D28511-EBCF-406E-B84E-23DF1754CE52}" sibTransId="{577C7941-655F-4940-AC85-74BA461C04F3}"/>
    <dgm:cxn modelId="{789AACA4-FFDE-4360-A228-06B8CFDC0871}" srcId="{0E66DB48-5914-4CD0-B55F-6DBED79E0F2B}" destId="{F2EE6F79-64D8-419A-8C0D-D805F9B20DA9}" srcOrd="0" destOrd="0" parTransId="{1789264B-52ED-47BB-A006-2ECBD760FEEC}" sibTransId="{DDAB20F5-F02D-4F03-BFBA-65AFCD902904}"/>
    <dgm:cxn modelId="{A4BB17A7-551E-447C-9D56-8D8F9B4E8D57}" srcId="{E8893C4C-200D-4757-BC26-C20915D73C7F}" destId="{E5A112F8-3AAD-40F8-BFEE-58399103E6FE}" srcOrd="0" destOrd="0" parTransId="{9DA2F59D-C3BC-4548-8779-1C8EC1B4958D}" sibTransId="{501E03BC-ABEB-44A7-BDBB-9C7CEEB3AE78}"/>
    <dgm:cxn modelId="{D33557D1-922D-42CE-A1C1-2FC8C9C7C0C9}" srcId="{0E66DB48-5914-4CD0-B55F-6DBED79E0F2B}" destId="{31A19AFD-146D-4506-830E-F1469A72DACB}" srcOrd="1" destOrd="0" parTransId="{8C23EC58-88CC-4382-81B0-399DD77EF167}" sibTransId="{70FB0136-02FF-412B-A842-BC1F9D4F137C}"/>
    <dgm:cxn modelId="{A7166AE0-1377-4A96-BFC2-1D0E3F9855DB}" type="presOf" srcId="{41EDB842-D4CD-4195-AA2F-6A176DF1B451}" destId="{587C1AB9-B143-4441-A4DE-9D148BB683BE}" srcOrd="0" destOrd="0" presId="urn:microsoft.com/office/officeart/2018/2/layout/IconLabelDescriptionList"/>
    <dgm:cxn modelId="{934D86F9-FC48-4823-820B-36B062C28E70}" type="presOf" srcId="{4719CC55-9C57-43D9-A392-6A4CB03E4B8A}" destId="{F7AC5493-A098-4864-BDA9-770BB812EB1C}" srcOrd="0" destOrd="0" presId="urn:microsoft.com/office/officeart/2018/2/layout/IconLabelDescriptionList"/>
    <dgm:cxn modelId="{9E51CD9D-9935-4839-83EE-171883CA277D}" type="presParOf" srcId="{0A8733AF-A9DC-47C8-AE63-D8B33FC4467F}" destId="{AE5940F7-0D7C-4773-B473-1C72A56BB8AD}" srcOrd="0" destOrd="0" presId="urn:microsoft.com/office/officeart/2018/2/layout/IconLabelDescriptionList"/>
    <dgm:cxn modelId="{FB171960-2177-44A8-BF8D-D9DC1640FDB6}" type="presParOf" srcId="{AE5940F7-0D7C-4773-B473-1C72A56BB8AD}" destId="{E74A7272-974E-42F4-B831-FDEB86397BF3}" srcOrd="0" destOrd="0" presId="urn:microsoft.com/office/officeart/2018/2/layout/IconLabelDescriptionList"/>
    <dgm:cxn modelId="{95E6E0CB-B313-4826-ABB0-2AA5B8F16F83}" type="presParOf" srcId="{AE5940F7-0D7C-4773-B473-1C72A56BB8AD}" destId="{80A7959E-92B7-4501-95C9-6E75800F8926}" srcOrd="1" destOrd="0" presId="urn:microsoft.com/office/officeart/2018/2/layout/IconLabelDescriptionList"/>
    <dgm:cxn modelId="{D2F0B4B4-6247-41B9-B682-8D0A9D7BBD50}" type="presParOf" srcId="{AE5940F7-0D7C-4773-B473-1C72A56BB8AD}" destId="{890A252A-0896-4473-B8DE-E29761FF2D3B}" srcOrd="2" destOrd="0" presId="urn:microsoft.com/office/officeart/2018/2/layout/IconLabelDescriptionList"/>
    <dgm:cxn modelId="{02A612ED-E068-459C-BC74-2A31007DDBEA}" type="presParOf" srcId="{AE5940F7-0D7C-4773-B473-1C72A56BB8AD}" destId="{9C578AD6-1ADA-4F32-868A-69A0164ED0E0}" srcOrd="3" destOrd="0" presId="urn:microsoft.com/office/officeart/2018/2/layout/IconLabelDescriptionList"/>
    <dgm:cxn modelId="{24B45739-8638-49BB-868D-C1E48158A64E}" type="presParOf" srcId="{AE5940F7-0D7C-4773-B473-1C72A56BB8AD}" destId="{067435ED-A200-48D0-9C22-3C61045BD732}" srcOrd="4" destOrd="0" presId="urn:microsoft.com/office/officeart/2018/2/layout/IconLabelDescriptionList"/>
    <dgm:cxn modelId="{F4189A09-7CFD-4843-AA35-5F5F1AAECE10}" type="presParOf" srcId="{0A8733AF-A9DC-47C8-AE63-D8B33FC4467F}" destId="{681B6F1D-E7F4-4FEE-B297-506E54B8AA0F}" srcOrd="1" destOrd="0" presId="urn:microsoft.com/office/officeart/2018/2/layout/IconLabelDescriptionList"/>
    <dgm:cxn modelId="{F81979A6-58DE-48A0-81C6-52C4B2951575}" type="presParOf" srcId="{0A8733AF-A9DC-47C8-AE63-D8B33FC4467F}" destId="{DAE8909C-49A6-43B0-8668-0C34894C6431}" srcOrd="2" destOrd="0" presId="urn:microsoft.com/office/officeart/2018/2/layout/IconLabelDescriptionList"/>
    <dgm:cxn modelId="{CC7E659C-3B7B-4D8E-9192-CBA97FE458FF}" type="presParOf" srcId="{DAE8909C-49A6-43B0-8668-0C34894C6431}" destId="{6A2E1708-3B40-405B-93C6-1F7E8525217C}" srcOrd="0" destOrd="0" presId="urn:microsoft.com/office/officeart/2018/2/layout/IconLabelDescriptionList"/>
    <dgm:cxn modelId="{D8714298-8EC5-4C65-B2F6-C590C99FEAAF}" type="presParOf" srcId="{DAE8909C-49A6-43B0-8668-0C34894C6431}" destId="{16D0FC0B-7714-41CB-886F-4CDB9691EAE5}" srcOrd="1" destOrd="0" presId="urn:microsoft.com/office/officeart/2018/2/layout/IconLabelDescriptionList"/>
    <dgm:cxn modelId="{40F84755-A3BF-40D3-B7ED-8C1D7D8D9B3B}" type="presParOf" srcId="{DAE8909C-49A6-43B0-8668-0C34894C6431}" destId="{956B2847-60B2-4A3B-95AB-9CBE14891AC8}" srcOrd="2" destOrd="0" presId="urn:microsoft.com/office/officeart/2018/2/layout/IconLabelDescriptionList"/>
    <dgm:cxn modelId="{20FAFB7E-31E0-4DCD-A10E-B38202B7C3B0}" type="presParOf" srcId="{DAE8909C-49A6-43B0-8668-0C34894C6431}" destId="{1CA33608-D908-4325-B686-A219D8891A1C}" srcOrd="3" destOrd="0" presId="urn:microsoft.com/office/officeart/2018/2/layout/IconLabelDescriptionList"/>
    <dgm:cxn modelId="{02C6BD7D-63EB-4157-BC14-A214DBBA5912}" type="presParOf" srcId="{DAE8909C-49A6-43B0-8668-0C34894C6431}" destId="{587C1AB9-B143-4441-A4DE-9D148BB683BE}" srcOrd="4" destOrd="0" presId="urn:microsoft.com/office/officeart/2018/2/layout/IconLabelDescriptionList"/>
    <dgm:cxn modelId="{7A540979-2972-4CFF-82F2-3BD53B875CB2}" type="presParOf" srcId="{0A8733AF-A9DC-47C8-AE63-D8B33FC4467F}" destId="{C4A428E3-AC33-4E42-A79A-65D143D7FCAE}" srcOrd="3" destOrd="0" presId="urn:microsoft.com/office/officeart/2018/2/layout/IconLabelDescriptionList"/>
    <dgm:cxn modelId="{563EE9F6-9604-42D3-9A09-539D104E983F}" type="presParOf" srcId="{0A8733AF-A9DC-47C8-AE63-D8B33FC4467F}" destId="{133326EB-ADC7-4C21-967B-09DD8BC7E01A}" srcOrd="4" destOrd="0" presId="urn:microsoft.com/office/officeart/2018/2/layout/IconLabelDescriptionList"/>
    <dgm:cxn modelId="{0E821C72-027D-4FD4-A123-11547B41FB81}" type="presParOf" srcId="{133326EB-ADC7-4C21-967B-09DD8BC7E01A}" destId="{6B8963C4-DB40-4A00-A583-C68303B07F2D}" srcOrd="0" destOrd="0" presId="urn:microsoft.com/office/officeart/2018/2/layout/IconLabelDescriptionList"/>
    <dgm:cxn modelId="{D95804BB-EC4F-46A6-9E4C-D0530F21C3FA}" type="presParOf" srcId="{133326EB-ADC7-4C21-967B-09DD8BC7E01A}" destId="{AF4E863B-9BEC-4232-9DDC-5DFB3119988B}" srcOrd="1" destOrd="0" presId="urn:microsoft.com/office/officeart/2018/2/layout/IconLabelDescriptionList"/>
    <dgm:cxn modelId="{BB9B9149-6123-4B99-9C8D-57B50E47B774}" type="presParOf" srcId="{133326EB-ADC7-4C21-967B-09DD8BC7E01A}" destId="{4BB13918-5351-476A-80D5-50757877893D}" srcOrd="2" destOrd="0" presId="urn:microsoft.com/office/officeart/2018/2/layout/IconLabelDescriptionList"/>
    <dgm:cxn modelId="{1B78854B-0E12-42D6-8A7D-5240CC994D5A}" type="presParOf" srcId="{133326EB-ADC7-4C21-967B-09DD8BC7E01A}" destId="{51AEDD49-1593-4F07-A89C-51BDC24687CC}" srcOrd="3" destOrd="0" presId="urn:microsoft.com/office/officeart/2018/2/layout/IconLabelDescriptionList"/>
    <dgm:cxn modelId="{01E1CE8C-7A73-4871-AC4A-BAC8325B602B}" type="presParOf" srcId="{133326EB-ADC7-4C21-967B-09DD8BC7E01A}" destId="{2DFA4292-04D6-45A3-BA80-C5EC6379DEBE}" srcOrd="4" destOrd="0" presId="urn:microsoft.com/office/officeart/2018/2/layout/IconLabelDescriptionList"/>
    <dgm:cxn modelId="{35695E20-8426-4E7B-82D7-307C05989CC8}" type="presParOf" srcId="{0A8733AF-A9DC-47C8-AE63-D8B33FC4467F}" destId="{4E4646FE-1A25-4DF4-9F00-56FEB79BA54F}" srcOrd="5" destOrd="0" presId="urn:microsoft.com/office/officeart/2018/2/layout/IconLabelDescriptionList"/>
    <dgm:cxn modelId="{5EAA0F6F-F4FA-4A76-89BD-2C5DF65418AA}" type="presParOf" srcId="{0A8733AF-A9DC-47C8-AE63-D8B33FC4467F}" destId="{0E5D78E9-C090-43A8-A007-4FB19E219965}" srcOrd="6" destOrd="0" presId="urn:microsoft.com/office/officeart/2018/2/layout/IconLabelDescriptionList"/>
    <dgm:cxn modelId="{695246F5-579C-4E58-A823-6365B3275D27}" type="presParOf" srcId="{0E5D78E9-C090-43A8-A007-4FB19E219965}" destId="{73B2A6CF-8EE2-431A-867F-5399826C49A5}" srcOrd="0" destOrd="0" presId="urn:microsoft.com/office/officeart/2018/2/layout/IconLabelDescriptionList"/>
    <dgm:cxn modelId="{2574FB37-C905-4382-8DB5-1FBE49605D91}" type="presParOf" srcId="{0E5D78E9-C090-43A8-A007-4FB19E219965}" destId="{CC7EEB42-2397-4AD4-BEBC-BD715E35A6CE}" srcOrd="1" destOrd="0" presId="urn:microsoft.com/office/officeart/2018/2/layout/IconLabelDescriptionList"/>
    <dgm:cxn modelId="{0F14B658-5E57-4D3B-A8A2-962ADDD01477}" type="presParOf" srcId="{0E5D78E9-C090-43A8-A007-4FB19E219965}" destId="{7AE000ED-1B91-4A28-AE2F-C6DCC604E08D}" srcOrd="2" destOrd="0" presId="urn:microsoft.com/office/officeart/2018/2/layout/IconLabelDescriptionList"/>
    <dgm:cxn modelId="{DC964F45-DF21-4CE7-B322-B0DD6D8B9B43}" type="presParOf" srcId="{0E5D78E9-C090-43A8-A007-4FB19E219965}" destId="{3DDD71D3-1794-46E3-ADCE-D4F26149C24D}" srcOrd="3" destOrd="0" presId="urn:microsoft.com/office/officeart/2018/2/layout/IconLabelDescriptionList"/>
    <dgm:cxn modelId="{EA9FC8A0-F1D2-41F1-BD4B-381E704ADAB4}" type="presParOf" srcId="{0E5D78E9-C090-43A8-A007-4FB19E219965}" destId="{F7AC5493-A098-4864-BDA9-770BB812EB1C}"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62CA2D5E-A8DB-4B35-9922-97DBF3E7371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33193B2-EE8B-49B7-A078-76F998A33987}">
      <dgm:prSet/>
      <dgm:spPr/>
      <dgm:t>
        <a:bodyPr/>
        <a:lstStyle/>
        <a:p>
          <a:pPr>
            <a:lnSpc>
              <a:spcPct val="100000"/>
            </a:lnSpc>
          </a:pPr>
          <a:r>
            <a:rPr lang="en-US"/>
            <a:t>CSAT: 4.2/5</a:t>
          </a:r>
        </a:p>
      </dgm:t>
    </dgm:pt>
    <dgm:pt modelId="{C980DEF1-2441-486E-9FEA-F304CD6AF3D0}" type="parTrans" cxnId="{425B7E90-B8DC-419B-9E5F-EC7C40818E67}">
      <dgm:prSet/>
      <dgm:spPr/>
      <dgm:t>
        <a:bodyPr/>
        <a:lstStyle/>
        <a:p>
          <a:endParaRPr lang="en-US"/>
        </a:p>
      </dgm:t>
    </dgm:pt>
    <dgm:pt modelId="{A43968E8-A08C-4755-A257-B72D357BEA37}" type="sibTrans" cxnId="{425B7E90-B8DC-419B-9E5F-EC7C40818E67}">
      <dgm:prSet/>
      <dgm:spPr/>
      <dgm:t>
        <a:bodyPr/>
        <a:lstStyle/>
        <a:p>
          <a:endParaRPr lang="en-US"/>
        </a:p>
      </dgm:t>
    </dgm:pt>
    <dgm:pt modelId="{80F6B90D-F679-49D1-B843-EC984BD1AC96}">
      <dgm:prSet/>
      <dgm:spPr/>
      <dgm:t>
        <a:bodyPr/>
        <a:lstStyle/>
        <a:p>
          <a:pPr>
            <a:lnSpc>
              <a:spcPct val="100000"/>
            </a:lnSpc>
          </a:pPr>
          <a:r>
            <a:rPr lang="en-US"/>
            <a:t>Conversion Rate: 10%</a:t>
          </a:r>
        </a:p>
      </dgm:t>
    </dgm:pt>
    <dgm:pt modelId="{232A78AC-2069-480D-8914-9C81E01C397A}" type="parTrans" cxnId="{08AFE5AC-2D66-465C-A91E-D6E591056B85}">
      <dgm:prSet/>
      <dgm:spPr/>
      <dgm:t>
        <a:bodyPr/>
        <a:lstStyle/>
        <a:p>
          <a:endParaRPr lang="en-US"/>
        </a:p>
      </dgm:t>
    </dgm:pt>
    <dgm:pt modelId="{15A0BFA2-3CD5-476F-B0B7-EAA2E8F0AC3E}" type="sibTrans" cxnId="{08AFE5AC-2D66-465C-A91E-D6E591056B85}">
      <dgm:prSet/>
      <dgm:spPr/>
      <dgm:t>
        <a:bodyPr/>
        <a:lstStyle/>
        <a:p>
          <a:endParaRPr lang="en-US"/>
        </a:p>
      </dgm:t>
    </dgm:pt>
    <dgm:pt modelId="{D1A53BE6-5701-4E85-A9ED-01F7CA2879B6}">
      <dgm:prSet/>
      <dgm:spPr/>
      <dgm:t>
        <a:bodyPr/>
        <a:lstStyle/>
        <a:p>
          <a:pPr>
            <a:lnSpc>
              <a:spcPct val="100000"/>
            </a:lnSpc>
          </a:pPr>
          <a:r>
            <a:rPr lang="en-US" dirty="0"/>
            <a:t>The website that is designed is very good from a customer perspective.</a:t>
          </a:r>
        </a:p>
      </dgm:t>
    </dgm:pt>
    <dgm:pt modelId="{4551839D-F1CD-4AC4-B0E6-D15DE0FA2344}" type="parTrans" cxnId="{7EDB38D0-4202-4ED3-9522-412A4452287C}">
      <dgm:prSet/>
      <dgm:spPr/>
      <dgm:t>
        <a:bodyPr/>
        <a:lstStyle/>
        <a:p>
          <a:endParaRPr lang="en-US"/>
        </a:p>
      </dgm:t>
    </dgm:pt>
    <dgm:pt modelId="{744B0E9D-B403-46EF-AFB1-C9B556AC4126}" type="sibTrans" cxnId="{7EDB38D0-4202-4ED3-9522-412A4452287C}">
      <dgm:prSet/>
      <dgm:spPr/>
      <dgm:t>
        <a:bodyPr/>
        <a:lstStyle/>
        <a:p>
          <a:endParaRPr lang="en-US"/>
        </a:p>
      </dgm:t>
    </dgm:pt>
    <dgm:pt modelId="{9E84BD82-7DD7-4EBA-A3F1-EDEB14D13A28}" type="pres">
      <dgm:prSet presAssocID="{62CA2D5E-A8DB-4B35-9922-97DBF3E73718}" presName="root" presStyleCnt="0">
        <dgm:presLayoutVars>
          <dgm:dir/>
          <dgm:resizeHandles val="exact"/>
        </dgm:presLayoutVars>
      </dgm:prSet>
      <dgm:spPr/>
    </dgm:pt>
    <dgm:pt modelId="{20A68B8F-AECE-48D9-BBB3-399A1223E817}" type="pres">
      <dgm:prSet presAssocID="{533193B2-EE8B-49B7-A078-76F998A33987}" presName="compNode" presStyleCnt="0"/>
      <dgm:spPr/>
    </dgm:pt>
    <dgm:pt modelId="{8B6A6E5E-E8B6-4AA0-9783-6454069905D8}" type="pres">
      <dgm:prSet presAssocID="{533193B2-EE8B-49B7-A078-76F998A33987}" presName="bgRect" presStyleLbl="bgShp" presStyleIdx="0" presStyleCnt="3"/>
      <dgm:spPr/>
    </dgm:pt>
    <dgm:pt modelId="{F858E470-E2D6-44FB-A9EF-38EDDECDA279}" type="pres">
      <dgm:prSet presAssocID="{533193B2-EE8B-49B7-A078-76F998A3398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rophy"/>
        </a:ext>
      </dgm:extLst>
    </dgm:pt>
    <dgm:pt modelId="{B5B48475-2A10-4FCB-8051-284A1A3B61C1}" type="pres">
      <dgm:prSet presAssocID="{533193B2-EE8B-49B7-A078-76F998A33987}" presName="spaceRect" presStyleCnt="0"/>
      <dgm:spPr/>
    </dgm:pt>
    <dgm:pt modelId="{0D34B7A7-3D01-4FC3-9F21-119733BAD58D}" type="pres">
      <dgm:prSet presAssocID="{533193B2-EE8B-49B7-A078-76F998A33987}" presName="parTx" presStyleLbl="revTx" presStyleIdx="0" presStyleCnt="3">
        <dgm:presLayoutVars>
          <dgm:chMax val="0"/>
          <dgm:chPref val="0"/>
        </dgm:presLayoutVars>
      </dgm:prSet>
      <dgm:spPr/>
    </dgm:pt>
    <dgm:pt modelId="{D4EE1C4C-27B0-4B78-B8F7-2CD752BF53CC}" type="pres">
      <dgm:prSet presAssocID="{A43968E8-A08C-4755-A257-B72D357BEA37}" presName="sibTrans" presStyleCnt="0"/>
      <dgm:spPr/>
    </dgm:pt>
    <dgm:pt modelId="{D73D2B4B-3037-46EF-A095-C9DD4E8C1744}" type="pres">
      <dgm:prSet presAssocID="{80F6B90D-F679-49D1-B843-EC984BD1AC96}" presName="compNode" presStyleCnt="0"/>
      <dgm:spPr/>
    </dgm:pt>
    <dgm:pt modelId="{5D0B747A-8726-4D8C-BD47-F6881103FF6A}" type="pres">
      <dgm:prSet presAssocID="{80F6B90D-F679-49D1-B843-EC984BD1AC96}" presName="bgRect" presStyleLbl="bgShp" presStyleIdx="1" presStyleCnt="3"/>
      <dgm:spPr/>
    </dgm:pt>
    <dgm:pt modelId="{173196C8-E83F-420A-AD24-34E191CAF0C7}" type="pres">
      <dgm:prSet presAssocID="{80F6B90D-F679-49D1-B843-EC984BD1AC9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auge"/>
        </a:ext>
      </dgm:extLst>
    </dgm:pt>
    <dgm:pt modelId="{0D496047-AE96-4FA6-814E-93DBF7FD6887}" type="pres">
      <dgm:prSet presAssocID="{80F6B90D-F679-49D1-B843-EC984BD1AC96}" presName="spaceRect" presStyleCnt="0"/>
      <dgm:spPr/>
    </dgm:pt>
    <dgm:pt modelId="{5CE8FE96-CD0C-4AB1-9A4E-96DAB110FDD0}" type="pres">
      <dgm:prSet presAssocID="{80F6B90D-F679-49D1-B843-EC984BD1AC96}" presName="parTx" presStyleLbl="revTx" presStyleIdx="1" presStyleCnt="3">
        <dgm:presLayoutVars>
          <dgm:chMax val="0"/>
          <dgm:chPref val="0"/>
        </dgm:presLayoutVars>
      </dgm:prSet>
      <dgm:spPr/>
    </dgm:pt>
    <dgm:pt modelId="{DC397FF0-DB22-4C82-9B6F-D06F546C4AAF}" type="pres">
      <dgm:prSet presAssocID="{15A0BFA2-3CD5-476F-B0B7-EAA2E8F0AC3E}" presName="sibTrans" presStyleCnt="0"/>
      <dgm:spPr/>
    </dgm:pt>
    <dgm:pt modelId="{718A1CF9-7282-4D81-B800-C75D9216D772}" type="pres">
      <dgm:prSet presAssocID="{D1A53BE6-5701-4E85-A9ED-01F7CA2879B6}" presName="compNode" presStyleCnt="0"/>
      <dgm:spPr/>
    </dgm:pt>
    <dgm:pt modelId="{6AF1CA7D-AE08-4821-8C86-F2089862A668}" type="pres">
      <dgm:prSet presAssocID="{D1A53BE6-5701-4E85-A9ED-01F7CA2879B6}" presName="bgRect" presStyleLbl="bgShp" presStyleIdx="2" presStyleCnt="3"/>
      <dgm:spPr/>
    </dgm:pt>
    <dgm:pt modelId="{DB9B7883-74ED-4D56-96EA-A0C08C771C91}" type="pres">
      <dgm:prSet presAssocID="{D1A53BE6-5701-4E85-A9ED-01F7CA2879B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Laptop"/>
        </a:ext>
      </dgm:extLst>
    </dgm:pt>
    <dgm:pt modelId="{6C9D92DF-3C14-45D8-B65C-D467D04A4024}" type="pres">
      <dgm:prSet presAssocID="{D1A53BE6-5701-4E85-A9ED-01F7CA2879B6}" presName="spaceRect" presStyleCnt="0"/>
      <dgm:spPr/>
    </dgm:pt>
    <dgm:pt modelId="{58A8E52F-D53B-47FA-922A-54F67A93028A}" type="pres">
      <dgm:prSet presAssocID="{D1A53BE6-5701-4E85-A9ED-01F7CA2879B6}" presName="parTx" presStyleLbl="revTx" presStyleIdx="2" presStyleCnt="3">
        <dgm:presLayoutVars>
          <dgm:chMax val="0"/>
          <dgm:chPref val="0"/>
        </dgm:presLayoutVars>
      </dgm:prSet>
      <dgm:spPr/>
    </dgm:pt>
  </dgm:ptLst>
  <dgm:cxnLst>
    <dgm:cxn modelId="{CC514455-CEE3-42B0-9F9F-67951D5D0A78}" type="presOf" srcId="{80F6B90D-F679-49D1-B843-EC984BD1AC96}" destId="{5CE8FE96-CD0C-4AB1-9A4E-96DAB110FDD0}" srcOrd="0" destOrd="0" presId="urn:microsoft.com/office/officeart/2018/2/layout/IconVerticalSolidList"/>
    <dgm:cxn modelId="{425B7E90-B8DC-419B-9E5F-EC7C40818E67}" srcId="{62CA2D5E-A8DB-4B35-9922-97DBF3E73718}" destId="{533193B2-EE8B-49B7-A078-76F998A33987}" srcOrd="0" destOrd="0" parTransId="{C980DEF1-2441-486E-9FEA-F304CD6AF3D0}" sibTransId="{A43968E8-A08C-4755-A257-B72D357BEA37}"/>
    <dgm:cxn modelId="{21B122A5-A381-40A1-B3C3-0615C70ECBD8}" type="presOf" srcId="{533193B2-EE8B-49B7-A078-76F998A33987}" destId="{0D34B7A7-3D01-4FC3-9F21-119733BAD58D}" srcOrd="0" destOrd="0" presId="urn:microsoft.com/office/officeart/2018/2/layout/IconVerticalSolidList"/>
    <dgm:cxn modelId="{08AFE5AC-2D66-465C-A91E-D6E591056B85}" srcId="{62CA2D5E-A8DB-4B35-9922-97DBF3E73718}" destId="{80F6B90D-F679-49D1-B843-EC984BD1AC96}" srcOrd="1" destOrd="0" parTransId="{232A78AC-2069-480D-8914-9C81E01C397A}" sibTransId="{15A0BFA2-3CD5-476F-B0B7-EAA2E8F0AC3E}"/>
    <dgm:cxn modelId="{7EDB38D0-4202-4ED3-9522-412A4452287C}" srcId="{62CA2D5E-A8DB-4B35-9922-97DBF3E73718}" destId="{D1A53BE6-5701-4E85-A9ED-01F7CA2879B6}" srcOrd="2" destOrd="0" parTransId="{4551839D-F1CD-4AC4-B0E6-D15DE0FA2344}" sibTransId="{744B0E9D-B403-46EF-AFB1-C9B556AC4126}"/>
    <dgm:cxn modelId="{F8742DDD-AD9D-436C-864E-142CA7BED855}" type="presOf" srcId="{62CA2D5E-A8DB-4B35-9922-97DBF3E73718}" destId="{9E84BD82-7DD7-4EBA-A3F1-EDEB14D13A28}" srcOrd="0" destOrd="0" presId="urn:microsoft.com/office/officeart/2018/2/layout/IconVerticalSolidList"/>
    <dgm:cxn modelId="{78F4D9FB-BF1C-4E3A-8BC1-3880AEEBB1D8}" type="presOf" srcId="{D1A53BE6-5701-4E85-A9ED-01F7CA2879B6}" destId="{58A8E52F-D53B-47FA-922A-54F67A93028A}" srcOrd="0" destOrd="0" presId="urn:microsoft.com/office/officeart/2018/2/layout/IconVerticalSolidList"/>
    <dgm:cxn modelId="{B1ADF68C-8D95-4E7D-8729-C7F40632C241}" type="presParOf" srcId="{9E84BD82-7DD7-4EBA-A3F1-EDEB14D13A28}" destId="{20A68B8F-AECE-48D9-BBB3-399A1223E817}" srcOrd="0" destOrd="0" presId="urn:microsoft.com/office/officeart/2018/2/layout/IconVerticalSolidList"/>
    <dgm:cxn modelId="{3A2E3B0F-23E2-4939-9C17-46B4C9E9E92D}" type="presParOf" srcId="{20A68B8F-AECE-48D9-BBB3-399A1223E817}" destId="{8B6A6E5E-E8B6-4AA0-9783-6454069905D8}" srcOrd="0" destOrd="0" presId="urn:microsoft.com/office/officeart/2018/2/layout/IconVerticalSolidList"/>
    <dgm:cxn modelId="{05CF7BA5-3058-4BF9-80DF-B28EDB60D6B9}" type="presParOf" srcId="{20A68B8F-AECE-48D9-BBB3-399A1223E817}" destId="{F858E470-E2D6-44FB-A9EF-38EDDECDA279}" srcOrd="1" destOrd="0" presId="urn:microsoft.com/office/officeart/2018/2/layout/IconVerticalSolidList"/>
    <dgm:cxn modelId="{F97AB57C-42B1-45CB-B2D2-A5A891F62737}" type="presParOf" srcId="{20A68B8F-AECE-48D9-BBB3-399A1223E817}" destId="{B5B48475-2A10-4FCB-8051-284A1A3B61C1}" srcOrd="2" destOrd="0" presId="urn:microsoft.com/office/officeart/2018/2/layout/IconVerticalSolidList"/>
    <dgm:cxn modelId="{6D68D8D8-886F-4A02-9BEE-19852AD0CBD1}" type="presParOf" srcId="{20A68B8F-AECE-48D9-BBB3-399A1223E817}" destId="{0D34B7A7-3D01-4FC3-9F21-119733BAD58D}" srcOrd="3" destOrd="0" presId="urn:microsoft.com/office/officeart/2018/2/layout/IconVerticalSolidList"/>
    <dgm:cxn modelId="{6D2737AA-78F2-4E69-A855-C3BCF5C3A164}" type="presParOf" srcId="{9E84BD82-7DD7-4EBA-A3F1-EDEB14D13A28}" destId="{D4EE1C4C-27B0-4B78-B8F7-2CD752BF53CC}" srcOrd="1" destOrd="0" presId="urn:microsoft.com/office/officeart/2018/2/layout/IconVerticalSolidList"/>
    <dgm:cxn modelId="{5FC6961D-5BEB-4319-87E1-63F11316522F}" type="presParOf" srcId="{9E84BD82-7DD7-4EBA-A3F1-EDEB14D13A28}" destId="{D73D2B4B-3037-46EF-A095-C9DD4E8C1744}" srcOrd="2" destOrd="0" presId="urn:microsoft.com/office/officeart/2018/2/layout/IconVerticalSolidList"/>
    <dgm:cxn modelId="{21F08216-8EBF-4DB8-BB28-348720881545}" type="presParOf" srcId="{D73D2B4B-3037-46EF-A095-C9DD4E8C1744}" destId="{5D0B747A-8726-4D8C-BD47-F6881103FF6A}" srcOrd="0" destOrd="0" presId="urn:microsoft.com/office/officeart/2018/2/layout/IconVerticalSolidList"/>
    <dgm:cxn modelId="{A30A3568-F58F-4A4D-A195-A1A2D70FDE3B}" type="presParOf" srcId="{D73D2B4B-3037-46EF-A095-C9DD4E8C1744}" destId="{173196C8-E83F-420A-AD24-34E191CAF0C7}" srcOrd="1" destOrd="0" presId="urn:microsoft.com/office/officeart/2018/2/layout/IconVerticalSolidList"/>
    <dgm:cxn modelId="{7926E720-57A9-4ED6-81B4-B2B5BD13EA80}" type="presParOf" srcId="{D73D2B4B-3037-46EF-A095-C9DD4E8C1744}" destId="{0D496047-AE96-4FA6-814E-93DBF7FD6887}" srcOrd="2" destOrd="0" presId="urn:microsoft.com/office/officeart/2018/2/layout/IconVerticalSolidList"/>
    <dgm:cxn modelId="{12A41468-4546-4BF0-BECB-869DF2CE15B2}" type="presParOf" srcId="{D73D2B4B-3037-46EF-A095-C9DD4E8C1744}" destId="{5CE8FE96-CD0C-4AB1-9A4E-96DAB110FDD0}" srcOrd="3" destOrd="0" presId="urn:microsoft.com/office/officeart/2018/2/layout/IconVerticalSolidList"/>
    <dgm:cxn modelId="{192C12E4-6FFA-4A9B-B810-1C6E7B1FE77E}" type="presParOf" srcId="{9E84BD82-7DD7-4EBA-A3F1-EDEB14D13A28}" destId="{DC397FF0-DB22-4C82-9B6F-D06F546C4AAF}" srcOrd="3" destOrd="0" presId="urn:microsoft.com/office/officeart/2018/2/layout/IconVerticalSolidList"/>
    <dgm:cxn modelId="{AF42AA65-BA96-4E9B-A0F6-474C86F883EB}" type="presParOf" srcId="{9E84BD82-7DD7-4EBA-A3F1-EDEB14D13A28}" destId="{718A1CF9-7282-4D81-B800-C75D9216D772}" srcOrd="4" destOrd="0" presId="urn:microsoft.com/office/officeart/2018/2/layout/IconVerticalSolidList"/>
    <dgm:cxn modelId="{0F747F98-112F-4225-B408-2547FF0E2084}" type="presParOf" srcId="{718A1CF9-7282-4D81-B800-C75D9216D772}" destId="{6AF1CA7D-AE08-4821-8C86-F2089862A668}" srcOrd="0" destOrd="0" presId="urn:microsoft.com/office/officeart/2018/2/layout/IconVerticalSolidList"/>
    <dgm:cxn modelId="{56FF8FB8-E6DD-4E2C-9DC1-736FF3E44B95}" type="presParOf" srcId="{718A1CF9-7282-4D81-B800-C75D9216D772}" destId="{DB9B7883-74ED-4D56-96EA-A0C08C771C91}" srcOrd="1" destOrd="0" presId="urn:microsoft.com/office/officeart/2018/2/layout/IconVerticalSolidList"/>
    <dgm:cxn modelId="{18CFBDC1-90C0-486B-A66D-3A57A4EF6C55}" type="presParOf" srcId="{718A1CF9-7282-4D81-B800-C75D9216D772}" destId="{6C9D92DF-3C14-45D8-B65C-D467D04A4024}" srcOrd="2" destOrd="0" presId="urn:microsoft.com/office/officeart/2018/2/layout/IconVerticalSolidList"/>
    <dgm:cxn modelId="{0C4CE798-36E5-4A22-978E-554B6B47A977}" type="presParOf" srcId="{718A1CF9-7282-4D81-B800-C75D9216D772}" destId="{58A8E52F-D53B-47FA-922A-54F67A93028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EA75D4A9-9261-4DFC-9C9B-1A6ECAAD5923}"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AD125AF-54B6-4C25-B7AC-AB7FDD4EF830}">
      <dgm:prSet custT="1"/>
      <dgm:spPr/>
      <dgm:t>
        <a:bodyPr/>
        <a:lstStyle/>
        <a:p>
          <a:pPr>
            <a:defRPr b="1"/>
          </a:pPr>
          <a:r>
            <a:rPr lang="en-US" sz="1800" u="sng" dirty="0"/>
            <a:t>Empathize: Project team puts themselves in the customer’s shoes to understand their wants and needs.</a:t>
          </a:r>
        </a:p>
      </dgm:t>
    </dgm:pt>
    <dgm:pt modelId="{C79CB6B9-5745-410E-A213-69E0D095B2B9}" type="parTrans" cxnId="{4100F7FD-DF1E-4696-9D6E-6DE4C52B055E}">
      <dgm:prSet/>
      <dgm:spPr/>
      <dgm:t>
        <a:bodyPr/>
        <a:lstStyle/>
        <a:p>
          <a:endParaRPr lang="en-US" sz="2400"/>
        </a:p>
      </dgm:t>
    </dgm:pt>
    <dgm:pt modelId="{F1342B79-3107-4240-BC90-305272DAC4E8}" type="sibTrans" cxnId="{4100F7FD-DF1E-4696-9D6E-6DE4C52B055E}">
      <dgm:prSet/>
      <dgm:spPr/>
      <dgm:t>
        <a:bodyPr/>
        <a:lstStyle/>
        <a:p>
          <a:endParaRPr lang="en-US" sz="2400"/>
        </a:p>
      </dgm:t>
    </dgm:pt>
    <dgm:pt modelId="{A82163A8-6A83-411E-90A0-F835BD3B8369}">
      <dgm:prSet custT="1"/>
      <dgm:spPr/>
      <dgm:t>
        <a:bodyPr/>
        <a:lstStyle/>
        <a:p>
          <a:r>
            <a:rPr lang="en-US" sz="1600"/>
            <a:t>Additional features are complex and not easy to use, coupled with extended support times make up the bulk of the frustration.</a:t>
          </a:r>
        </a:p>
      </dgm:t>
    </dgm:pt>
    <dgm:pt modelId="{11DC2075-C913-47D1-B2AF-9C979D808522}" type="parTrans" cxnId="{E1CE8871-7300-4A10-9C28-264D6484CD29}">
      <dgm:prSet/>
      <dgm:spPr/>
      <dgm:t>
        <a:bodyPr/>
        <a:lstStyle/>
        <a:p>
          <a:endParaRPr lang="en-US" sz="2400"/>
        </a:p>
      </dgm:t>
    </dgm:pt>
    <dgm:pt modelId="{12974523-7CBA-4B69-97D5-3C1035F122CF}" type="sibTrans" cxnId="{E1CE8871-7300-4A10-9C28-264D6484CD29}">
      <dgm:prSet/>
      <dgm:spPr/>
      <dgm:t>
        <a:bodyPr/>
        <a:lstStyle/>
        <a:p>
          <a:endParaRPr lang="en-US" sz="2400"/>
        </a:p>
      </dgm:t>
    </dgm:pt>
    <dgm:pt modelId="{E25F1528-750F-4A0F-B5C1-0D4B340B0DDD}">
      <dgm:prSet custT="1"/>
      <dgm:spPr/>
      <dgm:t>
        <a:bodyPr/>
        <a:lstStyle/>
        <a:p>
          <a:r>
            <a:rPr lang="en-US" sz="1600"/>
            <a:t>Site also does not stand out enough from the others.</a:t>
          </a:r>
        </a:p>
      </dgm:t>
    </dgm:pt>
    <dgm:pt modelId="{223602AB-5404-4E19-B134-4E8FFF766190}" type="parTrans" cxnId="{5598C11C-3735-4B40-87BA-C170E692AF8D}">
      <dgm:prSet/>
      <dgm:spPr/>
      <dgm:t>
        <a:bodyPr/>
        <a:lstStyle/>
        <a:p>
          <a:endParaRPr lang="en-US" sz="2400"/>
        </a:p>
      </dgm:t>
    </dgm:pt>
    <dgm:pt modelId="{06DD2A4F-6A54-4B73-B12A-596C5496B69F}" type="sibTrans" cxnId="{5598C11C-3735-4B40-87BA-C170E692AF8D}">
      <dgm:prSet/>
      <dgm:spPr/>
      <dgm:t>
        <a:bodyPr/>
        <a:lstStyle/>
        <a:p>
          <a:endParaRPr lang="en-US" sz="2400"/>
        </a:p>
      </dgm:t>
    </dgm:pt>
    <dgm:pt modelId="{A75FC68B-ADFD-403E-99D1-C10F470289B1}">
      <dgm:prSet custT="1"/>
      <dgm:spPr/>
      <dgm:t>
        <a:bodyPr/>
        <a:lstStyle/>
        <a:p>
          <a:pPr>
            <a:defRPr b="1"/>
          </a:pPr>
          <a:r>
            <a:rPr lang="en-US" sz="1800" u="sng" dirty="0"/>
            <a:t>Define: Take the findings from the empathize step and turn them into clear problem statements.</a:t>
          </a:r>
        </a:p>
      </dgm:t>
    </dgm:pt>
    <dgm:pt modelId="{076A6EAC-FCB9-4F9E-B572-D82C89ECBCE0}" type="parTrans" cxnId="{268A0616-D5B7-401E-86C8-6C6F99CDBE3F}">
      <dgm:prSet/>
      <dgm:spPr/>
      <dgm:t>
        <a:bodyPr/>
        <a:lstStyle/>
        <a:p>
          <a:endParaRPr lang="en-US" sz="2400"/>
        </a:p>
      </dgm:t>
    </dgm:pt>
    <dgm:pt modelId="{62CE0F39-0630-44D0-97AA-539A5FA535B1}" type="sibTrans" cxnId="{268A0616-D5B7-401E-86C8-6C6F99CDBE3F}">
      <dgm:prSet/>
      <dgm:spPr/>
      <dgm:t>
        <a:bodyPr/>
        <a:lstStyle/>
        <a:p>
          <a:endParaRPr lang="en-US" sz="2400"/>
        </a:p>
      </dgm:t>
    </dgm:pt>
    <dgm:pt modelId="{171F8E3F-D9B4-45E1-A6D0-5FA4B97A92F5}">
      <dgm:prSet custT="1"/>
      <dgm:spPr/>
      <dgm:t>
        <a:bodyPr/>
        <a:lstStyle/>
        <a:p>
          <a:r>
            <a:rPr lang="en-US" sz="1600"/>
            <a:t>Customers need a better system to get simple questions answered.</a:t>
          </a:r>
        </a:p>
      </dgm:t>
    </dgm:pt>
    <dgm:pt modelId="{B701C57E-7FF5-47F9-A3D0-1B76486F3E61}" type="parTrans" cxnId="{D4C5DB57-8B16-4F33-9630-36B0E82F1C06}">
      <dgm:prSet/>
      <dgm:spPr/>
      <dgm:t>
        <a:bodyPr/>
        <a:lstStyle/>
        <a:p>
          <a:endParaRPr lang="en-US" sz="2400"/>
        </a:p>
      </dgm:t>
    </dgm:pt>
    <dgm:pt modelId="{4A0FC5D1-4C07-4E77-B4F6-9A3563F76A5A}" type="sibTrans" cxnId="{D4C5DB57-8B16-4F33-9630-36B0E82F1C06}">
      <dgm:prSet/>
      <dgm:spPr/>
      <dgm:t>
        <a:bodyPr/>
        <a:lstStyle/>
        <a:p>
          <a:endParaRPr lang="en-US" sz="2400"/>
        </a:p>
      </dgm:t>
    </dgm:pt>
    <dgm:pt modelId="{CBE89D05-8159-4517-8E75-DD2473B559B9}">
      <dgm:prSet custT="1"/>
      <dgm:spPr/>
      <dgm:t>
        <a:bodyPr/>
        <a:lstStyle/>
        <a:p>
          <a:r>
            <a:rPr lang="en-US" sz="1600"/>
            <a:t>Customers need to feel the reliability of the platform and new features need to add value to the experience.</a:t>
          </a:r>
        </a:p>
      </dgm:t>
    </dgm:pt>
    <dgm:pt modelId="{D218AB79-8BCB-43BE-B712-365FB5C1CC85}" type="parTrans" cxnId="{7C985A31-6070-4C2F-8E21-2609F3CB2C0C}">
      <dgm:prSet/>
      <dgm:spPr/>
      <dgm:t>
        <a:bodyPr/>
        <a:lstStyle/>
        <a:p>
          <a:endParaRPr lang="en-US" sz="2400"/>
        </a:p>
      </dgm:t>
    </dgm:pt>
    <dgm:pt modelId="{2229E56A-C24C-42C9-9A86-9EB08E790C16}" type="sibTrans" cxnId="{7C985A31-6070-4C2F-8E21-2609F3CB2C0C}">
      <dgm:prSet/>
      <dgm:spPr/>
      <dgm:t>
        <a:bodyPr/>
        <a:lstStyle/>
        <a:p>
          <a:endParaRPr lang="en-US" sz="2400"/>
        </a:p>
      </dgm:t>
    </dgm:pt>
    <dgm:pt modelId="{37BC0143-ED90-419F-81DA-752207A4F187}">
      <dgm:prSet custT="1"/>
      <dgm:spPr/>
      <dgm:t>
        <a:bodyPr/>
        <a:lstStyle/>
        <a:p>
          <a:r>
            <a:rPr lang="en-US" sz="1600"/>
            <a:t>Customers need an easier path to the things that they are looking for on the platform.</a:t>
          </a:r>
        </a:p>
      </dgm:t>
    </dgm:pt>
    <dgm:pt modelId="{712093D5-EB46-442F-888A-8C5F4107B425}" type="parTrans" cxnId="{7BDAC270-5A00-4DF1-974D-99A99452DD75}">
      <dgm:prSet/>
      <dgm:spPr/>
      <dgm:t>
        <a:bodyPr/>
        <a:lstStyle/>
        <a:p>
          <a:endParaRPr lang="en-US" sz="2400"/>
        </a:p>
      </dgm:t>
    </dgm:pt>
    <dgm:pt modelId="{F5BC96CF-704E-4F3B-A29F-E6024E9D3795}" type="sibTrans" cxnId="{7BDAC270-5A00-4DF1-974D-99A99452DD75}">
      <dgm:prSet/>
      <dgm:spPr/>
      <dgm:t>
        <a:bodyPr/>
        <a:lstStyle/>
        <a:p>
          <a:endParaRPr lang="en-US" sz="2400"/>
        </a:p>
      </dgm:t>
    </dgm:pt>
    <dgm:pt modelId="{B1CFF099-B4C1-4E46-8596-5D8A93373A83}" type="pres">
      <dgm:prSet presAssocID="{EA75D4A9-9261-4DFC-9C9B-1A6ECAAD5923}" presName="root" presStyleCnt="0">
        <dgm:presLayoutVars>
          <dgm:dir/>
          <dgm:resizeHandles val="exact"/>
        </dgm:presLayoutVars>
      </dgm:prSet>
      <dgm:spPr/>
    </dgm:pt>
    <dgm:pt modelId="{CAD446C9-26EE-4BD1-B4CC-5A57F78768EA}" type="pres">
      <dgm:prSet presAssocID="{2AD125AF-54B6-4C25-B7AC-AB7FDD4EF830}" presName="compNode" presStyleCnt="0"/>
      <dgm:spPr/>
    </dgm:pt>
    <dgm:pt modelId="{0310E188-0243-43C1-BF5B-38012A8D2817}" type="pres">
      <dgm:prSet presAssocID="{2AD125AF-54B6-4C25-B7AC-AB7FDD4EF83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hoe"/>
        </a:ext>
      </dgm:extLst>
    </dgm:pt>
    <dgm:pt modelId="{BF7F075E-E9CD-470E-9DC8-D0C0C9ABFAC8}" type="pres">
      <dgm:prSet presAssocID="{2AD125AF-54B6-4C25-B7AC-AB7FDD4EF830}" presName="iconSpace" presStyleCnt="0"/>
      <dgm:spPr/>
    </dgm:pt>
    <dgm:pt modelId="{A1B69187-980C-4971-8D38-7FF3ED99ADFA}" type="pres">
      <dgm:prSet presAssocID="{2AD125AF-54B6-4C25-B7AC-AB7FDD4EF830}" presName="parTx" presStyleLbl="revTx" presStyleIdx="0" presStyleCnt="4">
        <dgm:presLayoutVars>
          <dgm:chMax val="0"/>
          <dgm:chPref val="0"/>
        </dgm:presLayoutVars>
      </dgm:prSet>
      <dgm:spPr/>
    </dgm:pt>
    <dgm:pt modelId="{44A105FE-7486-4B8C-A09A-84ECDDBD7F92}" type="pres">
      <dgm:prSet presAssocID="{2AD125AF-54B6-4C25-B7AC-AB7FDD4EF830}" presName="txSpace" presStyleCnt="0"/>
      <dgm:spPr/>
    </dgm:pt>
    <dgm:pt modelId="{6DE7725E-0F74-475E-84F6-E168A677BD7C}" type="pres">
      <dgm:prSet presAssocID="{2AD125AF-54B6-4C25-B7AC-AB7FDD4EF830}" presName="desTx" presStyleLbl="revTx" presStyleIdx="1" presStyleCnt="4">
        <dgm:presLayoutVars/>
      </dgm:prSet>
      <dgm:spPr/>
    </dgm:pt>
    <dgm:pt modelId="{BD3BD903-8EF2-40D9-AE74-1DBBF2A4AF5A}" type="pres">
      <dgm:prSet presAssocID="{F1342B79-3107-4240-BC90-305272DAC4E8}" presName="sibTrans" presStyleCnt="0"/>
      <dgm:spPr/>
    </dgm:pt>
    <dgm:pt modelId="{04F79E72-AB3B-4AEF-A25F-1818A8416A63}" type="pres">
      <dgm:prSet presAssocID="{A75FC68B-ADFD-403E-99D1-C10F470289B1}" presName="compNode" presStyleCnt="0"/>
      <dgm:spPr/>
    </dgm:pt>
    <dgm:pt modelId="{8057048B-85C5-44C4-B678-FF3497C9AEBA}" type="pres">
      <dgm:prSet presAssocID="{A75FC68B-ADFD-403E-99D1-C10F470289B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 mark"/>
        </a:ext>
      </dgm:extLst>
    </dgm:pt>
    <dgm:pt modelId="{568CDF61-2619-4BFF-9DBC-3D0EEAEA0295}" type="pres">
      <dgm:prSet presAssocID="{A75FC68B-ADFD-403E-99D1-C10F470289B1}" presName="iconSpace" presStyleCnt="0"/>
      <dgm:spPr/>
    </dgm:pt>
    <dgm:pt modelId="{F205AE7E-ECEE-4FD5-93C9-D64E72FD7CC2}" type="pres">
      <dgm:prSet presAssocID="{A75FC68B-ADFD-403E-99D1-C10F470289B1}" presName="parTx" presStyleLbl="revTx" presStyleIdx="2" presStyleCnt="4">
        <dgm:presLayoutVars>
          <dgm:chMax val="0"/>
          <dgm:chPref val="0"/>
        </dgm:presLayoutVars>
      </dgm:prSet>
      <dgm:spPr/>
    </dgm:pt>
    <dgm:pt modelId="{6D58749F-E2EB-4A61-A561-57E0A5349A6F}" type="pres">
      <dgm:prSet presAssocID="{A75FC68B-ADFD-403E-99D1-C10F470289B1}" presName="txSpace" presStyleCnt="0"/>
      <dgm:spPr/>
    </dgm:pt>
    <dgm:pt modelId="{D6EFE7A4-5E3D-416B-B74A-18DD08BE12C1}" type="pres">
      <dgm:prSet presAssocID="{A75FC68B-ADFD-403E-99D1-C10F470289B1}" presName="desTx" presStyleLbl="revTx" presStyleIdx="3" presStyleCnt="4">
        <dgm:presLayoutVars/>
      </dgm:prSet>
      <dgm:spPr/>
    </dgm:pt>
  </dgm:ptLst>
  <dgm:cxnLst>
    <dgm:cxn modelId="{D2C09712-D65C-48C0-BA1B-B9935A4623A9}" type="presOf" srcId="{A82163A8-6A83-411E-90A0-F835BD3B8369}" destId="{6DE7725E-0F74-475E-84F6-E168A677BD7C}" srcOrd="0" destOrd="0" presId="urn:microsoft.com/office/officeart/2018/2/layout/IconLabelDescriptionList"/>
    <dgm:cxn modelId="{268A0616-D5B7-401E-86C8-6C6F99CDBE3F}" srcId="{EA75D4A9-9261-4DFC-9C9B-1A6ECAAD5923}" destId="{A75FC68B-ADFD-403E-99D1-C10F470289B1}" srcOrd="1" destOrd="0" parTransId="{076A6EAC-FCB9-4F9E-B572-D82C89ECBCE0}" sibTransId="{62CE0F39-0630-44D0-97AA-539A5FA535B1}"/>
    <dgm:cxn modelId="{BF00A71B-6776-46BC-9D3C-69E887C97AF7}" type="presOf" srcId="{A75FC68B-ADFD-403E-99D1-C10F470289B1}" destId="{F205AE7E-ECEE-4FD5-93C9-D64E72FD7CC2}" srcOrd="0" destOrd="0" presId="urn:microsoft.com/office/officeart/2018/2/layout/IconLabelDescriptionList"/>
    <dgm:cxn modelId="{5598C11C-3735-4B40-87BA-C170E692AF8D}" srcId="{2AD125AF-54B6-4C25-B7AC-AB7FDD4EF830}" destId="{E25F1528-750F-4A0F-B5C1-0D4B340B0DDD}" srcOrd="1" destOrd="0" parTransId="{223602AB-5404-4E19-B134-4E8FFF766190}" sibTransId="{06DD2A4F-6A54-4B73-B12A-596C5496B69F}"/>
    <dgm:cxn modelId="{006DF31C-E5EE-4681-81BB-7BCB2DEB3C98}" type="presOf" srcId="{EA75D4A9-9261-4DFC-9C9B-1A6ECAAD5923}" destId="{B1CFF099-B4C1-4E46-8596-5D8A93373A83}" srcOrd="0" destOrd="0" presId="urn:microsoft.com/office/officeart/2018/2/layout/IconLabelDescriptionList"/>
    <dgm:cxn modelId="{F4F14E2F-6AFF-4A6F-A21B-DC4F4306BC22}" type="presOf" srcId="{171F8E3F-D9B4-45E1-A6D0-5FA4B97A92F5}" destId="{D6EFE7A4-5E3D-416B-B74A-18DD08BE12C1}" srcOrd="0" destOrd="0" presId="urn:microsoft.com/office/officeart/2018/2/layout/IconLabelDescriptionList"/>
    <dgm:cxn modelId="{7C985A31-6070-4C2F-8E21-2609F3CB2C0C}" srcId="{A75FC68B-ADFD-403E-99D1-C10F470289B1}" destId="{CBE89D05-8159-4517-8E75-DD2473B559B9}" srcOrd="1" destOrd="0" parTransId="{D218AB79-8BCB-43BE-B712-365FB5C1CC85}" sibTransId="{2229E56A-C24C-42C9-9A86-9EB08E790C16}"/>
    <dgm:cxn modelId="{226A0A3F-8446-4A37-B153-F322ECEF161B}" type="presOf" srcId="{2AD125AF-54B6-4C25-B7AC-AB7FDD4EF830}" destId="{A1B69187-980C-4971-8D38-7FF3ED99ADFA}" srcOrd="0" destOrd="0" presId="urn:microsoft.com/office/officeart/2018/2/layout/IconLabelDescriptionList"/>
    <dgm:cxn modelId="{A55E164F-CB8A-45C8-8DBA-66064D879DD2}" type="presOf" srcId="{37BC0143-ED90-419F-81DA-752207A4F187}" destId="{D6EFE7A4-5E3D-416B-B74A-18DD08BE12C1}" srcOrd="0" destOrd="2" presId="urn:microsoft.com/office/officeart/2018/2/layout/IconLabelDescriptionList"/>
    <dgm:cxn modelId="{7BDAC270-5A00-4DF1-974D-99A99452DD75}" srcId="{A75FC68B-ADFD-403E-99D1-C10F470289B1}" destId="{37BC0143-ED90-419F-81DA-752207A4F187}" srcOrd="2" destOrd="0" parTransId="{712093D5-EB46-442F-888A-8C5F4107B425}" sibTransId="{F5BC96CF-704E-4F3B-A29F-E6024E9D3795}"/>
    <dgm:cxn modelId="{E1CE8871-7300-4A10-9C28-264D6484CD29}" srcId="{2AD125AF-54B6-4C25-B7AC-AB7FDD4EF830}" destId="{A82163A8-6A83-411E-90A0-F835BD3B8369}" srcOrd="0" destOrd="0" parTransId="{11DC2075-C913-47D1-B2AF-9C979D808522}" sibTransId="{12974523-7CBA-4B69-97D5-3C1035F122CF}"/>
    <dgm:cxn modelId="{D4C5DB57-8B16-4F33-9630-36B0E82F1C06}" srcId="{A75FC68B-ADFD-403E-99D1-C10F470289B1}" destId="{171F8E3F-D9B4-45E1-A6D0-5FA4B97A92F5}" srcOrd="0" destOrd="0" parTransId="{B701C57E-7FF5-47F9-A3D0-1B76486F3E61}" sibTransId="{4A0FC5D1-4C07-4E77-B4F6-9A3563F76A5A}"/>
    <dgm:cxn modelId="{CECD6ED1-3C52-4F67-A7C4-50CACD1722D6}" type="presOf" srcId="{E25F1528-750F-4A0F-B5C1-0D4B340B0DDD}" destId="{6DE7725E-0F74-475E-84F6-E168A677BD7C}" srcOrd="0" destOrd="1" presId="urn:microsoft.com/office/officeart/2018/2/layout/IconLabelDescriptionList"/>
    <dgm:cxn modelId="{003A65F0-6B8D-4FC4-8CD5-09CC2E538693}" type="presOf" srcId="{CBE89D05-8159-4517-8E75-DD2473B559B9}" destId="{D6EFE7A4-5E3D-416B-B74A-18DD08BE12C1}" srcOrd="0" destOrd="1" presId="urn:microsoft.com/office/officeart/2018/2/layout/IconLabelDescriptionList"/>
    <dgm:cxn modelId="{4100F7FD-DF1E-4696-9D6E-6DE4C52B055E}" srcId="{EA75D4A9-9261-4DFC-9C9B-1A6ECAAD5923}" destId="{2AD125AF-54B6-4C25-B7AC-AB7FDD4EF830}" srcOrd="0" destOrd="0" parTransId="{C79CB6B9-5745-410E-A213-69E0D095B2B9}" sibTransId="{F1342B79-3107-4240-BC90-305272DAC4E8}"/>
    <dgm:cxn modelId="{A0AA72E5-1279-41A3-9E76-DE36DA41DB42}" type="presParOf" srcId="{B1CFF099-B4C1-4E46-8596-5D8A93373A83}" destId="{CAD446C9-26EE-4BD1-B4CC-5A57F78768EA}" srcOrd="0" destOrd="0" presId="urn:microsoft.com/office/officeart/2018/2/layout/IconLabelDescriptionList"/>
    <dgm:cxn modelId="{C382BD11-5F9E-4BE8-A064-0A490D6221C9}" type="presParOf" srcId="{CAD446C9-26EE-4BD1-B4CC-5A57F78768EA}" destId="{0310E188-0243-43C1-BF5B-38012A8D2817}" srcOrd="0" destOrd="0" presId="urn:microsoft.com/office/officeart/2018/2/layout/IconLabelDescriptionList"/>
    <dgm:cxn modelId="{13A47059-BA29-410F-AC02-6941717270CD}" type="presParOf" srcId="{CAD446C9-26EE-4BD1-B4CC-5A57F78768EA}" destId="{BF7F075E-E9CD-470E-9DC8-D0C0C9ABFAC8}" srcOrd="1" destOrd="0" presId="urn:microsoft.com/office/officeart/2018/2/layout/IconLabelDescriptionList"/>
    <dgm:cxn modelId="{9AF268AD-2239-4505-86D8-FB612811EE6D}" type="presParOf" srcId="{CAD446C9-26EE-4BD1-B4CC-5A57F78768EA}" destId="{A1B69187-980C-4971-8D38-7FF3ED99ADFA}" srcOrd="2" destOrd="0" presId="urn:microsoft.com/office/officeart/2018/2/layout/IconLabelDescriptionList"/>
    <dgm:cxn modelId="{3D698293-8B31-4D15-B489-A0DF95B8A49D}" type="presParOf" srcId="{CAD446C9-26EE-4BD1-B4CC-5A57F78768EA}" destId="{44A105FE-7486-4B8C-A09A-84ECDDBD7F92}" srcOrd="3" destOrd="0" presId="urn:microsoft.com/office/officeart/2018/2/layout/IconLabelDescriptionList"/>
    <dgm:cxn modelId="{90C56C80-FBAA-47A4-AE1D-553F5E9C7B0F}" type="presParOf" srcId="{CAD446C9-26EE-4BD1-B4CC-5A57F78768EA}" destId="{6DE7725E-0F74-475E-84F6-E168A677BD7C}" srcOrd="4" destOrd="0" presId="urn:microsoft.com/office/officeart/2018/2/layout/IconLabelDescriptionList"/>
    <dgm:cxn modelId="{F4431F6F-D3B9-458B-9159-E4A09125AE09}" type="presParOf" srcId="{B1CFF099-B4C1-4E46-8596-5D8A93373A83}" destId="{BD3BD903-8EF2-40D9-AE74-1DBBF2A4AF5A}" srcOrd="1" destOrd="0" presId="urn:microsoft.com/office/officeart/2018/2/layout/IconLabelDescriptionList"/>
    <dgm:cxn modelId="{018FD452-1D23-417D-8B0E-250BFE743EEE}" type="presParOf" srcId="{B1CFF099-B4C1-4E46-8596-5D8A93373A83}" destId="{04F79E72-AB3B-4AEF-A25F-1818A8416A63}" srcOrd="2" destOrd="0" presId="urn:microsoft.com/office/officeart/2018/2/layout/IconLabelDescriptionList"/>
    <dgm:cxn modelId="{475269F4-9325-4742-93D6-D01B6CC032BD}" type="presParOf" srcId="{04F79E72-AB3B-4AEF-A25F-1818A8416A63}" destId="{8057048B-85C5-44C4-B678-FF3497C9AEBA}" srcOrd="0" destOrd="0" presId="urn:microsoft.com/office/officeart/2018/2/layout/IconLabelDescriptionList"/>
    <dgm:cxn modelId="{A4FF19A6-DBAE-4F70-81EE-3711109E020B}" type="presParOf" srcId="{04F79E72-AB3B-4AEF-A25F-1818A8416A63}" destId="{568CDF61-2619-4BFF-9DBC-3D0EEAEA0295}" srcOrd="1" destOrd="0" presId="urn:microsoft.com/office/officeart/2018/2/layout/IconLabelDescriptionList"/>
    <dgm:cxn modelId="{A71FC66D-9C73-465F-8215-86FFE46A03EE}" type="presParOf" srcId="{04F79E72-AB3B-4AEF-A25F-1818A8416A63}" destId="{F205AE7E-ECEE-4FD5-93C9-D64E72FD7CC2}" srcOrd="2" destOrd="0" presId="urn:microsoft.com/office/officeart/2018/2/layout/IconLabelDescriptionList"/>
    <dgm:cxn modelId="{3ECD550E-6C89-4E0D-9A23-6B53031D2983}" type="presParOf" srcId="{04F79E72-AB3B-4AEF-A25F-1818A8416A63}" destId="{6D58749F-E2EB-4A61-A561-57E0A5349A6F}" srcOrd="3" destOrd="0" presId="urn:microsoft.com/office/officeart/2018/2/layout/IconLabelDescriptionList"/>
    <dgm:cxn modelId="{D150DCCE-1CF7-42E5-9468-6A7928863EFA}" type="presParOf" srcId="{04F79E72-AB3B-4AEF-A25F-1818A8416A63}" destId="{D6EFE7A4-5E3D-416B-B74A-18DD08BE12C1}"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6EC98FEE-A0E1-4274-ACFF-A4161EF307EC}"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267C3D14-068F-4935-8CFB-39A36048E3E2}">
      <dgm:prSet/>
      <dgm:spPr/>
      <dgm:t>
        <a:bodyPr/>
        <a:lstStyle/>
        <a:p>
          <a:pPr algn="ctr"/>
          <a:r>
            <a:rPr lang="en-US" b="1" u="sng" dirty="0"/>
            <a:t>Why?</a:t>
          </a:r>
        </a:p>
      </dgm:t>
    </dgm:pt>
    <dgm:pt modelId="{DB845CDB-0258-46B1-8042-74C18B053C81}" type="parTrans" cxnId="{2E7B02AD-B702-4ED6-AC27-FBA5A5ED3E4C}">
      <dgm:prSet/>
      <dgm:spPr/>
      <dgm:t>
        <a:bodyPr/>
        <a:lstStyle/>
        <a:p>
          <a:endParaRPr lang="en-US"/>
        </a:p>
      </dgm:t>
    </dgm:pt>
    <dgm:pt modelId="{C15CDA2A-FA90-45CD-9D41-4F6777D3696F}" type="sibTrans" cxnId="{2E7B02AD-B702-4ED6-AC27-FBA5A5ED3E4C}">
      <dgm:prSet/>
      <dgm:spPr/>
      <dgm:t>
        <a:bodyPr/>
        <a:lstStyle/>
        <a:p>
          <a:endParaRPr lang="en-US"/>
        </a:p>
      </dgm:t>
    </dgm:pt>
    <dgm:pt modelId="{4719E3FC-78ED-4E23-9E3C-03249096691D}">
      <dgm:prSet/>
      <dgm:spPr/>
      <dgm:t>
        <a:bodyPr/>
        <a:lstStyle/>
        <a:p>
          <a:r>
            <a:rPr lang="en-US"/>
            <a:t>Builds trust with customers.</a:t>
          </a:r>
        </a:p>
      </dgm:t>
    </dgm:pt>
    <dgm:pt modelId="{EEE0856B-E6DA-4FA7-A14E-95BAC3C492FB}" type="parTrans" cxnId="{AF864E9C-C618-4BDF-89B1-9ACB4DF47BCA}">
      <dgm:prSet/>
      <dgm:spPr/>
      <dgm:t>
        <a:bodyPr/>
        <a:lstStyle/>
        <a:p>
          <a:endParaRPr lang="en-US"/>
        </a:p>
      </dgm:t>
    </dgm:pt>
    <dgm:pt modelId="{B2192C5D-2776-4229-8261-487E93933A49}" type="sibTrans" cxnId="{AF864E9C-C618-4BDF-89B1-9ACB4DF47BCA}">
      <dgm:prSet/>
      <dgm:spPr/>
      <dgm:t>
        <a:bodyPr/>
        <a:lstStyle/>
        <a:p>
          <a:endParaRPr lang="en-US"/>
        </a:p>
      </dgm:t>
    </dgm:pt>
    <dgm:pt modelId="{E9E05F9E-5503-49BA-8F0F-EE42DC80F54C}">
      <dgm:prSet/>
      <dgm:spPr/>
      <dgm:t>
        <a:bodyPr/>
        <a:lstStyle/>
        <a:p>
          <a:r>
            <a:rPr lang="en-US"/>
            <a:t>Aligns with organizational values.</a:t>
          </a:r>
        </a:p>
      </dgm:t>
    </dgm:pt>
    <dgm:pt modelId="{BE945301-E047-41CF-955F-A44816316981}" type="parTrans" cxnId="{E50D7920-DB2F-46D3-BAE3-8CE3259C5744}">
      <dgm:prSet/>
      <dgm:spPr/>
      <dgm:t>
        <a:bodyPr/>
        <a:lstStyle/>
        <a:p>
          <a:endParaRPr lang="en-US"/>
        </a:p>
      </dgm:t>
    </dgm:pt>
    <dgm:pt modelId="{D7FD898B-ECF4-41C5-B629-A32AED1CCB96}" type="sibTrans" cxnId="{E50D7920-DB2F-46D3-BAE3-8CE3259C5744}">
      <dgm:prSet/>
      <dgm:spPr/>
      <dgm:t>
        <a:bodyPr/>
        <a:lstStyle/>
        <a:p>
          <a:endParaRPr lang="en-US"/>
        </a:p>
      </dgm:t>
    </dgm:pt>
    <dgm:pt modelId="{F542C2E6-52DC-45CD-A77F-F8C118A7E926}">
      <dgm:prSet/>
      <dgm:spPr/>
      <dgm:t>
        <a:bodyPr/>
        <a:lstStyle/>
        <a:p>
          <a:r>
            <a:rPr lang="en-US"/>
            <a:t>Mitigates key risks associated with AI.</a:t>
          </a:r>
        </a:p>
      </dgm:t>
    </dgm:pt>
    <dgm:pt modelId="{9AD3C27F-E083-4076-998F-8EBE5F5B1643}" type="parTrans" cxnId="{51941359-7889-4430-9220-7A14AEC7A2EC}">
      <dgm:prSet/>
      <dgm:spPr/>
      <dgm:t>
        <a:bodyPr/>
        <a:lstStyle/>
        <a:p>
          <a:endParaRPr lang="en-US"/>
        </a:p>
      </dgm:t>
    </dgm:pt>
    <dgm:pt modelId="{6DEFEDEB-03AC-4ED8-A88A-F0F01E39DD54}" type="sibTrans" cxnId="{51941359-7889-4430-9220-7A14AEC7A2EC}">
      <dgm:prSet/>
      <dgm:spPr/>
      <dgm:t>
        <a:bodyPr/>
        <a:lstStyle/>
        <a:p>
          <a:endParaRPr lang="en-US"/>
        </a:p>
      </dgm:t>
    </dgm:pt>
    <dgm:pt modelId="{7559B121-52D4-4A80-9889-44EFDD370C89}">
      <dgm:prSet/>
      <dgm:spPr/>
      <dgm:t>
        <a:bodyPr/>
        <a:lstStyle/>
        <a:p>
          <a:pPr algn="ctr"/>
          <a:r>
            <a:rPr lang="en-US" b="1" u="sng" dirty="0"/>
            <a:t>How?</a:t>
          </a:r>
        </a:p>
      </dgm:t>
    </dgm:pt>
    <dgm:pt modelId="{D9BB7B5E-3E2C-4D9B-BB0C-5479F23A66E5}" type="parTrans" cxnId="{BE4EBF80-4596-4437-8676-CB1AAFA400E5}">
      <dgm:prSet/>
      <dgm:spPr/>
      <dgm:t>
        <a:bodyPr/>
        <a:lstStyle/>
        <a:p>
          <a:endParaRPr lang="en-US"/>
        </a:p>
      </dgm:t>
    </dgm:pt>
    <dgm:pt modelId="{8BA07F46-6827-4C5E-B769-7D701770E70F}" type="sibTrans" cxnId="{BE4EBF80-4596-4437-8676-CB1AAFA400E5}">
      <dgm:prSet/>
      <dgm:spPr/>
      <dgm:t>
        <a:bodyPr/>
        <a:lstStyle/>
        <a:p>
          <a:endParaRPr lang="en-US"/>
        </a:p>
      </dgm:t>
    </dgm:pt>
    <dgm:pt modelId="{7E5BC412-A47B-49CA-9CC8-A2A9A038EA28}">
      <dgm:prSet/>
      <dgm:spPr/>
      <dgm:t>
        <a:bodyPr/>
        <a:lstStyle/>
        <a:p>
          <a:r>
            <a:rPr lang="en-US"/>
            <a:t>Privacy By Design methodology.</a:t>
          </a:r>
        </a:p>
      </dgm:t>
    </dgm:pt>
    <dgm:pt modelId="{8EFA4C4E-F700-4569-AF66-77AC21F53682}" type="parTrans" cxnId="{3A009A32-5FC0-472E-8A6D-A805405E8745}">
      <dgm:prSet/>
      <dgm:spPr/>
      <dgm:t>
        <a:bodyPr/>
        <a:lstStyle/>
        <a:p>
          <a:endParaRPr lang="en-US"/>
        </a:p>
      </dgm:t>
    </dgm:pt>
    <dgm:pt modelId="{1C490279-3F20-45D9-B71B-15B92AF0C163}" type="sibTrans" cxnId="{3A009A32-5FC0-472E-8A6D-A805405E8745}">
      <dgm:prSet/>
      <dgm:spPr/>
      <dgm:t>
        <a:bodyPr/>
        <a:lstStyle/>
        <a:p>
          <a:endParaRPr lang="en-US"/>
        </a:p>
      </dgm:t>
    </dgm:pt>
    <dgm:pt modelId="{E8600158-2AA6-4930-AF71-C33EF875019E}">
      <dgm:prSet/>
      <dgm:spPr/>
      <dgm:t>
        <a:bodyPr/>
        <a:lstStyle/>
        <a:p>
          <a:r>
            <a:rPr lang="en-US"/>
            <a:t>Bias assessments and create validation checkpoints.</a:t>
          </a:r>
        </a:p>
      </dgm:t>
    </dgm:pt>
    <dgm:pt modelId="{B92F7EFF-2655-4CF0-B182-338ADD886B96}" type="parTrans" cxnId="{F506601C-3C1B-427D-B79B-606CFD8B6526}">
      <dgm:prSet/>
      <dgm:spPr/>
      <dgm:t>
        <a:bodyPr/>
        <a:lstStyle/>
        <a:p>
          <a:endParaRPr lang="en-US"/>
        </a:p>
      </dgm:t>
    </dgm:pt>
    <dgm:pt modelId="{33EBB666-6FF9-41DE-AE1B-645ECA0CE547}" type="sibTrans" cxnId="{F506601C-3C1B-427D-B79B-606CFD8B6526}">
      <dgm:prSet/>
      <dgm:spPr/>
      <dgm:t>
        <a:bodyPr/>
        <a:lstStyle/>
        <a:p>
          <a:endParaRPr lang="en-US"/>
        </a:p>
      </dgm:t>
    </dgm:pt>
    <dgm:pt modelId="{F7E3C12F-B99D-4E0E-B79E-E0AFAEA3E2E1}">
      <dgm:prSet/>
      <dgm:spPr/>
      <dgm:t>
        <a:bodyPr/>
        <a:lstStyle/>
        <a:p>
          <a:r>
            <a:rPr lang="en-US"/>
            <a:t>Human-in-the-loop oversight.</a:t>
          </a:r>
        </a:p>
      </dgm:t>
    </dgm:pt>
    <dgm:pt modelId="{54632C98-277D-4432-BC23-7713C7816915}" type="parTrans" cxnId="{A1A4A668-E503-48A8-BF44-432C22B34832}">
      <dgm:prSet/>
      <dgm:spPr/>
      <dgm:t>
        <a:bodyPr/>
        <a:lstStyle/>
        <a:p>
          <a:endParaRPr lang="en-US"/>
        </a:p>
      </dgm:t>
    </dgm:pt>
    <dgm:pt modelId="{58BD8E5B-7A1D-40D7-8ECE-740803BB2EFF}" type="sibTrans" cxnId="{A1A4A668-E503-48A8-BF44-432C22B34832}">
      <dgm:prSet/>
      <dgm:spPr/>
      <dgm:t>
        <a:bodyPr/>
        <a:lstStyle/>
        <a:p>
          <a:endParaRPr lang="en-US"/>
        </a:p>
      </dgm:t>
    </dgm:pt>
    <dgm:pt modelId="{B1A5D0B3-53FC-43CB-8C6D-C1A6094B682D}" type="pres">
      <dgm:prSet presAssocID="{6EC98FEE-A0E1-4274-ACFF-A4161EF307EC}" presName="vert0" presStyleCnt="0">
        <dgm:presLayoutVars>
          <dgm:dir/>
          <dgm:animOne val="branch"/>
          <dgm:animLvl val="lvl"/>
        </dgm:presLayoutVars>
      </dgm:prSet>
      <dgm:spPr/>
    </dgm:pt>
    <dgm:pt modelId="{EC9A9BDD-9C98-4B84-80DD-F2F228EBC33F}" type="pres">
      <dgm:prSet presAssocID="{267C3D14-068F-4935-8CFB-39A36048E3E2}" presName="thickLine" presStyleLbl="alignNode1" presStyleIdx="0" presStyleCnt="8"/>
      <dgm:spPr/>
    </dgm:pt>
    <dgm:pt modelId="{5665B673-50BA-4067-9B1B-991E92349F83}" type="pres">
      <dgm:prSet presAssocID="{267C3D14-068F-4935-8CFB-39A36048E3E2}" presName="horz1" presStyleCnt="0"/>
      <dgm:spPr/>
    </dgm:pt>
    <dgm:pt modelId="{DE7F0D09-2AC5-49F9-B93E-61D4B4C120B6}" type="pres">
      <dgm:prSet presAssocID="{267C3D14-068F-4935-8CFB-39A36048E3E2}" presName="tx1" presStyleLbl="revTx" presStyleIdx="0" presStyleCnt="8"/>
      <dgm:spPr/>
    </dgm:pt>
    <dgm:pt modelId="{C2F089BD-1084-49A9-9709-DD3513AF78D2}" type="pres">
      <dgm:prSet presAssocID="{267C3D14-068F-4935-8CFB-39A36048E3E2}" presName="vert1" presStyleCnt="0"/>
      <dgm:spPr/>
    </dgm:pt>
    <dgm:pt modelId="{6A8996BE-0DF7-4DB1-A0B5-779E36FE0D0B}" type="pres">
      <dgm:prSet presAssocID="{4719E3FC-78ED-4E23-9E3C-03249096691D}" presName="thickLine" presStyleLbl="alignNode1" presStyleIdx="1" presStyleCnt="8"/>
      <dgm:spPr/>
    </dgm:pt>
    <dgm:pt modelId="{EAFE23D6-9582-4B6D-8E6B-5522C2C3FD8F}" type="pres">
      <dgm:prSet presAssocID="{4719E3FC-78ED-4E23-9E3C-03249096691D}" presName="horz1" presStyleCnt="0"/>
      <dgm:spPr/>
    </dgm:pt>
    <dgm:pt modelId="{2C959FF0-103F-4DB3-AD53-34CC8EA554EE}" type="pres">
      <dgm:prSet presAssocID="{4719E3FC-78ED-4E23-9E3C-03249096691D}" presName="tx1" presStyleLbl="revTx" presStyleIdx="1" presStyleCnt="8"/>
      <dgm:spPr/>
    </dgm:pt>
    <dgm:pt modelId="{AA049E2C-DC1A-45BE-BDA8-AEBCB8C9BE57}" type="pres">
      <dgm:prSet presAssocID="{4719E3FC-78ED-4E23-9E3C-03249096691D}" presName="vert1" presStyleCnt="0"/>
      <dgm:spPr/>
    </dgm:pt>
    <dgm:pt modelId="{66BB9CA0-363B-49A7-B0E5-C8D19561025D}" type="pres">
      <dgm:prSet presAssocID="{E9E05F9E-5503-49BA-8F0F-EE42DC80F54C}" presName="thickLine" presStyleLbl="alignNode1" presStyleIdx="2" presStyleCnt="8"/>
      <dgm:spPr/>
    </dgm:pt>
    <dgm:pt modelId="{F09C8C06-2712-46DA-B157-DBD48391F0E3}" type="pres">
      <dgm:prSet presAssocID="{E9E05F9E-5503-49BA-8F0F-EE42DC80F54C}" presName="horz1" presStyleCnt="0"/>
      <dgm:spPr/>
    </dgm:pt>
    <dgm:pt modelId="{AA4B9E44-36DD-4C16-BCEB-A156F28D46E9}" type="pres">
      <dgm:prSet presAssocID="{E9E05F9E-5503-49BA-8F0F-EE42DC80F54C}" presName="tx1" presStyleLbl="revTx" presStyleIdx="2" presStyleCnt="8"/>
      <dgm:spPr/>
    </dgm:pt>
    <dgm:pt modelId="{F4C69BC3-DC7F-4DE8-B064-DA28BE2700CF}" type="pres">
      <dgm:prSet presAssocID="{E9E05F9E-5503-49BA-8F0F-EE42DC80F54C}" presName="vert1" presStyleCnt="0"/>
      <dgm:spPr/>
    </dgm:pt>
    <dgm:pt modelId="{377CD6CE-33A3-43F4-8493-B59F9DDB8A71}" type="pres">
      <dgm:prSet presAssocID="{F542C2E6-52DC-45CD-A77F-F8C118A7E926}" presName="thickLine" presStyleLbl="alignNode1" presStyleIdx="3" presStyleCnt="8"/>
      <dgm:spPr/>
    </dgm:pt>
    <dgm:pt modelId="{8E08866F-4787-4A42-B83D-249D1764C621}" type="pres">
      <dgm:prSet presAssocID="{F542C2E6-52DC-45CD-A77F-F8C118A7E926}" presName="horz1" presStyleCnt="0"/>
      <dgm:spPr/>
    </dgm:pt>
    <dgm:pt modelId="{50672ADB-5B09-421C-B6E5-9C06A169EF36}" type="pres">
      <dgm:prSet presAssocID="{F542C2E6-52DC-45CD-A77F-F8C118A7E926}" presName="tx1" presStyleLbl="revTx" presStyleIdx="3" presStyleCnt="8"/>
      <dgm:spPr/>
    </dgm:pt>
    <dgm:pt modelId="{61AF03DC-603B-4FAB-9B43-0C135396D3B6}" type="pres">
      <dgm:prSet presAssocID="{F542C2E6-52DC-45CD-A77F-F8C118A7E926}" presName="vert1" presStyleCnt="0"/>
      <dgm:spPr/>
    </dgm:pt>
    <dgm:pt modelId="{FA013EEB-A7A0-44C1-B678-88D03752ACEB}" type="pres">
      <dgm:prSet presAssocID="{7559B121-52D4-4A80-9889-44EFDD370C89}" presName="thickLine" presStyleLbl="alignNode1" presStyleIdx="4" presStyleCnt="8"/>
      <dgm:spPr/>
    </dgm:pt>
    <dgm:pt modelId="{379A2392-8A08-4E30-B66B-CD587DAD87F2}" type="pres">
      <dgm:prSet presAssocID="{7559B121-52D4-4A80-9889-44EFDD370C89}" presName="horz1" presStyleCnt="0"/>
      <dgm:spPr/>
    </dgm:pt>
    <dgm:pt modelId="{A7AE2EA1-9063-4E03-82F9-ABC993643D83}" type="pres">
      <dgm:prSet presAssocID="{7559B121-52D4-4A80-9889-44EFDD370C89}" presName="tx1" presStyleLbl="revTx" presStyleIdx="4" presStyleCnt="8"/>
      <dgm:spPr/>
    </dgm:pt>
    <dgm:pt modelId="{89F91B13-E878-47CD-AD4D-D89B64AF5394}" type="pres">
      <dgm:prSet presAssocID="{7559B121-52D4-4A80-9889-44EFDD370C89}" presName="vert1" presStyleCnt="0"/>
      <dgm:spPr/>
    </dgm:pt>
    <dgm:pt modelId="{05F71122-82E1-4E9C-90F0-7608CDC93116}" type="pres">
      <dgm:prSet presAssocID="{7E5BC412-A47B-49CA-9CC8-A2A9A038EA28}" presName="thickLine" presStyleLbl="alignNode1" presStyleIdx="5" presStyleCnt="8"/>
      <dgm:spPr/>
    </dgm:pt>
    <dgm:pt modelId="{3033E84E-4971-4A67-9584-CD0BC1A83694}" type="pres">
      <dgm:prSet presAssocID="{7E5BC412-A47B-49CA-9CC8-A2A9A038EA28}" presName="horz1" presStyleCnt="0"/>
      <dgm:spPr/>
    </dgm:pt>
    <dgm:pt modelId="{8E160556-246A-4633-8400-453542018EF4}" type="pres">
      <dgm:prSet presAssocID="{7E5BC412-A47B-49CA-9CC8-A2A9A038EA28}" presName="tx1" presStyleLbl="revTx" presStyleIdx="5" presStyleCnt="8"/>
      <dgm:spPr/>
    </dgm:pt>
    <dgm:pt modelId="{53F14273-1AE7-4641-9706-9BA8750E5A74}" type="pres">
      <dgm:prSet presAssocID="{7E5BC412-A47B-49CA-9CC8-A2A9A038EA28}" presName="vert1" presStyleCnt="0"/>
      <dgm:spPr/>
    </dgm:pt>
    <dgm:pt modelId="{0BF2B8F9-A182-4192-A786-78487009A098}" type="pres">
      <dgm:prSet presAssocID="{E8600158-2AA6-4930-AF71-C33EF875019E}" presName="thickLine" presStyleLbl="alignNode1" presStyleIdx="6" presStyleCnt="8"/>
      <dgm:spPr/>
    </dgm:pt>
    <dgm:pt modelId="{AE876E51-F6E4-4606-B7E0-EF318F97EF98}" type="pres">
      <dgm:prSet presAssocID="{E8600158-2AA6-4930-AF71-C33EF875019E}" presName="horz1" presStyleCnt="0"/>
      <dgm:spPr/>
    </dgm:pt>
    <dgm:pt modelId="{A6F10CBE-2A58-4367-BF8C-025F3D52B8C7}" type="pres">
      <dgm:prSet presAssocID="{E8600158-2AA6-4930-AF71-C33EF875019E}" presName="tx1" presStyleLbl="revTx" presStyleIdx="6" presStyleCnt="8"/>
      <dgm:spPr/>
    </dgm:pt>
    <dgm:pt modelId="{C367A920-ACBF-451D-99B2-A0D406B24E2A}" type="pres">
      <dgm:prSet presAssocID="{E8600158-2AA6-4930-AF71-C33EF875019E}" presName="vert1" presStyleCnt="0"/>
      <dgm:spPr/>
    </dgm:pt>
    <dgm:pt modelId="{DE019534-2810-4995-8FC3-99B1012A3A8B}" type="pres">
      <dgm:prSet presAssocID="{F7E3C12F-B99D-4E0E-B79E-E0AFAEA3E2E1}" presName="thickLine" presStyleLbl="alignNode1" presStyleIdx="7" presStyleCnt="8"/>
      <dgm:spPr/>
    </dgm:pt>
    <dgm:pt modelId="{DAFBB662-1140-446B-B1FE-CCBC5433C419}" type="pres">
      <dgm:prSet presAssocID="{F7E3C12F-B99D-4E0E-B79E-E0AFAEA3E2E1}" presName="horz1" presStyleCnt="0"/>
      <dgm:spPr/>
    </dgm:pt>
    <dgm:pt modelId="{41D82AC8-D001-4BD5-A43C-6CA86BC124CB}" type="pres">
      <dgm:prSet presAssocID="{F7E3C12F-B99D-4E0E-B79E-E0AFAEA3E2E1}" presName="tx1" presStyleLbl="revTx" presStyleIdx="7" presStyleCnt="8"/>
      <dgm:spPr/>
    </dgm:pt>
    <dgm:pt modelId="{9DB006E0-D0B2-441E-9638-BD577957BB26}" type="pres">
      <dgm:prSet presAssocID="{F7E3C12F-B99D-4E0E-B79E-E0AFAEA3E2E1}" presName="vert1" presStyleCnt="0"/>
      <dgm:spPr/>
    </dgm:pt>
  </dgm:ptLst>
  <dgm:cxnLst>
    <dgm:cxn modelId="{F506601C-3C1B-427D-B79B-606CFD8B6526}" srcId="{6EC98FEE-A0E1-4274-ACFF-A4161EF307EC}" destId="{E8600158-2AA6-4930-AF71-C33EF875019E}" srcOrd="6" destOrd="0" parTransId="{B92F7EFF-2655-4CF0-B182-338ADD886B96}" sibTransId="{33EBB666-6FF9-41DE-AE1B-645ECA0CE547}"/>
    <dgm:cxn modelId="{E50D7920-DB2F-46D3-BAE3-8CE3259C5744}" srcId="{6EC98FEE-A0E1-4274-ACFF-A4161EF307EC}" destId="{E9E05F9E-5503-49BA-8F0F-EE42DC80F54C}" srcOrd="2" destOrd="0" parTransId="{BE945301-E047-41CF-955F-A44816316981}" sibTransId="{D7FD898B-ECF4-41C5-B629-A32AED1CCB96}"/>
    <dgm:cxn modelId="{3A009A32-5FC0-472E-8A6D-A805405E8745}" srcId="{6EC98FEE-A0E1-4274-ACFF-A4161EF307EC}" destId="{7E5BC412-A47B-49CA-9CC8-A2A9A038EA28}" srcOrd="5" destOrd="0" parTransId="{8EFA4C4E-F700-4569-AF66-77AC21F53682}" sibTransId="{1C490279-3F20-45D9-B71B-15B92AF0C163}"/>
    <dgm:cxn modelId="{A1A4A668-E503-48A8-BF44-432C22B34832}" srcId="{6EC98FEE-A0E1-4274-ACFF-A4161EF307EC}" destId="{F7E3C12F-B99D-4E0E-B79E-E0AFAEA3E2E1}" srcOrd="7" destOrd="0" parTransId="{54632C98-277D-4432-BC23-7713C7816915}" sibTransId="{58BD8E5B-7A1D-40D7-8ECE-740803BB2EFF}"/>
    <dgm:cxn modelId="{3D228C75-6AF3-4A90-BC8F-EAC38C45104C}" type="presOf" srcId="{4719E3FC-78ED-4E23-9E3C-03249096691D}" destId="{2C959FF0-103F-4DB3-AD53-34CC8EA554EE}" srcOrd="0" destOrd="0" presId="urn:microsoft.com/office/officeart/2008/layout/LinedList"/>
    <dgm:cxn modelId="{51941359-7889-4430-9220-7A14AEC7A2EC}" srcId="{6EC98FEE-A0E1-4274-ACFF-A4161EF307EC}" destId="{F542C2E6-52DC-45CD-A77F-F8C118A7E926}" srcOrd="3" destOrd="0" parTransId="{9AD3C27F-E083-4076-998F-8EBE5F5B1643}" sibTransId="{6DEFEDEB-03AC-4ED8-A88A-F0F01E39DD54}"/>
    <dgm:cxn modelId="{3CA68E7F-6064-46ED-95B2-FCD6211F9C12}" type="presOf" srcId="{F542C2E6-52DC-45CD-A77F-F8C118A7E926}" destId="{50672ADB-5B09-421C-B6E5-9C06A169EF36}" srcOrd="0" destOrd="0" presId="urn:microsoft.com/office/officeart/2008/layout/LinedList"/>
    <dgm:cxn modelId="{BE4EBF80-4596-4437-8676-CB1AAFA400E5}" srcId="{6EC98FEE-A0E1-4274-ACFF-A4161EF307EC}" destId="{7559B121-52D4-4A80-9889-44EFDD370C89}" srcOrd="4" destOrd="0" parTransId="{D9BB7B5E-3E2C-4D9B-BB0C-5479F23A66E5}" sibTransId="{8BA07F46-6827-4C5E-B769-7D701770E70F}"/>
    <dgm:cxn modelId="{51CC2586-B1F0-4C7C-975E-3DE35BAD69A5}" type="presOf" srcId="{6EC98FEE-A0E1-4274-ACFF-A4161EF307EC}" destId="{B1A5D0B3-53FC-43CB-8C6D-C1A6094B682D}" srcOrd="0" destOrd="0" presId="urn:microsoft.com/office/officeart/2008/layout/LinedList"/>
    <dgm:cxn modelId="{AF864E9C-C618-4BDF-89B1-9ACB4DF47BCA}" srcId="{6EC98FEE-A0E1-4274-ACFF-A4161EF307EC}" destId="{4719E3FC-78ED-4E23-9E3C-03249096691D}" srcOrd="1" destOrd="0" parTransId="{EEE0856B-E6DA-4FA7-A14E-95BAC3C492FB}" sibTransId="{B2192C5D-2776-4229-8261-487E93933A49}"/>
    <dgm:cxn modelId="{1A1E28A2-E673-4B50-B507-650E2C007E58}" type="presOf" srcId="{267C3D14-068F-4935-8CFB-39A36048E3E2}" destId="{DE7F0D09-2AC5-49F9-B93E-61D4B4C120B6}" srcOrd="0" destOrd="0" presId="urn:microsoft.com/office/officeart/2008/layout/LinedList"/>
    <dgm:cxn modelId="{4D77A1A4-21E8-4171-96FE-D4A470E148E5}" type="presOf" srcId="{E9E05F9E-5503-49BA-8F0F-EE42DC80F54C}" destId="{AA4B9E44-36DD-4C16-BCEB-A156F28D46E9}" srcOrd="0" destOrd="0" presId="urn:microsoft.com/office/officeart/2008/layout/LinedList"/>
    <dgm:cxn modelId="{2E7B02AD-B702-4ED6-AC27-FBA5A5ED3E4C}" srcId="{6EC98FEE-A0E1-4274-ACFF-A4161EF307EC}" destId="{267C3D14-068F-4935-8CFB-39A36048E3E2}" srcOrd="0" destOrd="0" parTransId="{DB845CDB-0258-46B1-8042-74C18B053C81}" sibTransId="{C15CDA2A-FA90-45CD-9D41-4F6777D3696F}"/>
    <dgm:cxn modelId="{741872B3-223E-4A84-ABB1-22F3A8E4E92F}" type="presOf" srcId="{E8600158-2AA6-4930-AF71-C33EF875019E}" destId="{A6F10CBE-2A58-4367-BF8C-025F3D52B8C7}" srcOrd="0" destOrd="0" presId="urn:microsoft.com/office/officeart/2008/layout/LinedList"/>
    <dgm:cxn modelId="{6A2B5EBC-10BA-4D05-9738-775FB9555829}" type="presOf" srcId="{7E5BC412-A47B-49CA-9CC8-A2A9A038EA28}" destId="{8E160556-246A-4633-8400-453542018EF4}" srcOrd="0" destOrd="0" presId="urn:microsoft.com/office/officeart/2008/layout/LinedList"/>
    <dgm:cxn modelId="{9F9288E3-6FCE-4444-AB92-5FEE711FD43A}" type="presOf" srcId="{7559B121-52D4-4A80-9889-44EFDD370C89}" destId="{A7AE2EA1-9063-4E03-82F9-ABC993643D83}" srcOrd="0" destOrd="0" presId="urn:microsoft.com/office/officeart/2008/layout/LinedList"/>
    <dgm:cxn modelId="{DFB07BE5-CF42-4549-94F9-479D6FE26213}" type="presOf" srcId="{F7E3C12F-B99D-4E0E-B79E-E0AFAEA3E2E1}" destId="{41D82AC8-D001-4BD5-A43C-6CA86BC124CB}" srcOrd="0" destOrd="0" presId="urn:microsoft.com/office/officeart/2008/layout/LinedList"/>
    <dgm:cxn modelId="{19FB4959-86A0-43BF-B755-282FE7CA1C30}" type="presParOf" srcId="{B1A5D0B3-53FC-43CB-8C6D-C1A6094B682D}" destId="{EC9A9BDD-9C98-4B84-80DD-F2F228EBC33F}" srcOrd="0" destOrd="0" presId="urn:microsoft.com/office/officeart/2008/layout/LinedList"/>
    <dgm:cxn modelId="{0D4CD7FA-E6F9-4223-B8CE-FEA5CDE2201B}" type="presParOf" srcId="{B1A5D0B3-53FC-43CB-8C6D-C1A6094B682D}" destId="{5665B673-50BA-4067-9B1B-991E92349F83}" srcOrd="1" destOrd="0" presId="urn:microsoft.com/office/officeart/2008/layout/LinedList"/>
    <dgm:cxn modelId="{72E54B64-7B1F-4154-8FD9-BA8D9C0EB40C}" type="presParOf" srcId="{5665B673-50BA-4067-9B1B-991E92349F83}" destId="{DE7F0D09-2AC5-49F9-B93E-61D4B4C120B6}" srcOrd="0" destOrd="0" presId="urn:microsoft.com/office/officeart/2008/layout/LinedList"/>
    <dgm:cxn modelId="{921354E1-5313-4AB1-BC28-E2928606EBBE}" type="presParOf" srcId="{5665B673-50BA-4067-9B1B-991E92349F83}" destId="{C2F089BD-1084-49A9-9709-DD3513AF78D2}" srcOrd="1" destOrd="0" presId="urn:microsoft.com/office/officeart/2008/layout/LinedList"/>
    <dgm:cxn modelId="{F9368929-E424-44B5-8418-499D9C46F8C7}" type="presParOf" srcId="{B1A5D0B3-53FC-43CB-8C6D-C1A6094B682D}" destId="{6A8996BE-0DF7-4DB1-A0B5-779E36FE0D0B}" srcOrd="2" destOrd="0" presId="urn:microsoft.com/office/officeart/2008/layout/LinedList"/>
    <dgm:cxn modelId="{CD7E9CC9-C5D2-406F-828B-EC44817D1557}" type="presParOf" srcId="{B1A5D0B3-53FC-43CB-8C6D-C1A6094B682D}" destId="{EAFE23D6-9582-4B6D-8E6B-5522C2C3FD8F}" srcOrd="3" destOrd="0" presId="urn:microsoft.com/office/officeart/2008/layout/LinedList"/>
    <dgm:cxn modelId="{20C9D153-574C-418F-999E-1981C695C830}" type="presParOf" srcId="{EAFE23D6-9582-4B6D-8E6B-5522C2C3FD8F}" destId="{2C959FF0-103F-4DB3-AD53-34CC8EA554EE}" srcOrd="0" destOrd="0" presId="urn:microsoft.com/office/officeart/2008/layout/LinedList"/>
    <dgm:cxn modelId="{75CD08F0-E8FF-4F51-92AD-72A2439EF122}" type="presParOf" srcId="{EAFE23D6-9582-4B6D-8E6B-5522C2C3FD8F}" destId="{AA049E2C-DC1A-45BE-BDA8-AEBCB8C9BE57}" srcOrd="1" destOrd="0" presId="urn:microsoft.com/office/officeart/2008/layout/LinedList"/>
    <dgm:cxn modelId="{13704F62-B885-48CC-9D50-6AB6E49054C8}" type="presParOf" srcId="{B1A5D0B3-53FC-43CB-8C6D-C1A6094B682D}" destId="{66BB9CA0-363B-49A7-B0E5-C8D19561025D}" srcOrd="4" destOrd="0" presId="urn:microsoft.com/office/officeart/2008/layout/LinedList"/>
    <dgm:cxn modelId="{BA447476-7BC4-467F-9B24-35986DC032F4}" type="presParOf" srcId="{B1A5D0B3-53FC-43CB-8C6D-C1A6094B682D}" destId="{F09C8C06-2712-46DA-B157-DBD48391F0E3}" srcOrd="5" destOrd="0" presId="urn:microsoft.com/office/officeart/2008/layout/LinedList"/>
    <dgm:cxn modelId="{77E59B80-733C-4D89-8B6C-0442E7389061}" type="presParOf" srcId="{F09C8C06-2712-46DA-B157-DBD48391F0E3}" destId="{AA4B9E44-36DD-4C16-BCEB-A156F28D46E9}" srcOrd="0" destOrd="0" presId="urn:microsoft.com/office/officeart/2008/layout/LinedList"/>
    <dgm:cxn modelId="{FA2FF54C-4F82-4398-B5CB-97216A46D631}" type="presParOf" srcId="{F09C8C06-2712-46DA-B157-DBD48391F0E3}" destId="{F4C69BC3-DC7F-4DE8-B064-DA28BE2700CF}" srcOrd="1" destOrd="0" presId="urn:microsoft.com/office/officeart/2008/layout/LinedList"/>
    <dgm:cxn modelId="{719A79C2-B15B-440D-BF23-B553B9C76325}" type="presParOf" srcId="{B1A5D0B3-53FC-43CB-8C6D-C1A6094B682D}" destId="{377CD6CE-33A3-43F4-8493-B59F9DDB8A71}" srcOrd="6" destOrd="0" presId="urn:microsoft.com/office/officeart/2008/layout/LinedList"/>
    <dgm:cxn modelId="{E6FF8623-E004-4498-897F-8BF79BD5AF7A}" type="presParOf" srcId="{B1A5D0B3-53FC-43CB-8C6D-C1A6094B682D}" destId="{8E08866F-4787-4A42-B83D-249D1764C621}" srcOrd="7" destOrd="0" presId="urn:microsoft.com/office/officeart/2008/layout/LinedList"/>
    <dgm:cxn modelId="{7280A41B-11CA-4A43-83DA-C26E478FB821}" type="presParOf" srcId="{8E08866F-4787-4A42-B83D-249D1764C621}" destId="{50672ADB-5B09-421C-B6E5-9C06A169EF36}" srcOrd="0" destOrd="0" presId="urn:microsoft.com/office/officeart/2008/layout/LinedList"/>
    <dgm:cxn modelId="{6384AC74-7045-4A36-B026-7135E50A92CB}" type="presParOf" srcId="{8E08866F-4787-4A42-B83D-249D1764C621}" destId="{61AF03DC-603B-4FAB-9B43-0C135396D3B6}" srcOrd="1" destOrd="0" presId="urn:microsoft.com/office/officeart/2008/layout/LinedList"/>
    <dgm:cxn modelId="{E6475337-91AA-40CD-8697-040CE0362A48}" type="presParOf" srcId="{B1A5D0B3-53FC-43CB-8C6D-C1A6094B682D}" destId="{FA013EEB-A7A0-44C1-B678-88D03752ACEB}" srcOrd="8" destOrd="0" presId="urn:microsoft.com/office/officeart/2008/layout/LinedList"/>
    <dgm:cxn modelId="{66D1CFCB-3C33-4760-A09D-A7C66993518E}" type="presParOf" srcId="{B1A5D0B3-53FC-43CB-8C6D-C1A6094B682D}" destId="{379A2392-8A08-4E30-B66B-CD587DAD87F2}" srcOrd="9" destOrd="0" presId="urn:microsoft.com/office/officeart/2008/layout/LinedList"/>
    <dgm:cxn modelId="{8A9610E7-DDD6-47F7-B588-4267987AD41E}" type="presParOf" srcId="{379A2392-8A08-4E30-B66B-CD587DAD87F2}" destId="{A7AE2EA1-9063-4E03-82F9-ABC993643D83}" srcOrd="0" destOrd="0" presId="urn:microsoft.com/office/officeart/2008/layout/LinedList"/>
    <dgm:cxn modelId="{8C05E14F-1EBE-42B4-8101-88BE3E088553}" type="presParOf" srcId="{379A2392-8A08-4E30-B66B-CD587DAD87F2}" destId="{89F91B13-E878-47CD-AD4D-D89B64AF5394}" srcOrd="1" destOrd="0" presId="urn:microsoft.com/office/officeart/2008/layout/LinedList"/>
    <dgm:cxn modelId="{3D9D8AA2-2481-4A81-B1D2-64B17771F06E}" type="presParOf" srcId="{B1A5D0B3-53FC-43CB-8C6D-C1A6094B682D}" destId="{05F71122-82E1-4E9C-90F0-7608CDC93116}" srcOrd="10" destOrd="0" presId="urn:microsoft.com/office/officeart/2008/layout/LinedList"/>
    <dgm:cxn modelId="{27DB4E53-EBDF-44C1-8BA7-758F9593337F}" type="presParOf" srcId="{B1A5D0B3-53FC-43CB-8C6D-C1A6094B682D}" destId="{3033E84E-4971-4A67-9584-CD0BC1A83694}" srcOrd="11" destOrd="0" presId="urn:microsoft.com/office/officeart/2008/layout/LinedList"/>
    <dgm:cxn modelId="{DBF1FB7B-D062-4401-832D-0AF4EA02A7D3}" type="presParOf" srcId="{3033E84E-4971-4A67-9584-CD0BC1A83694}" destId="{8E160556-246A-4633-8400-453542018EF4}" srcOrd="0" destOrd="0" presId="urn:microsoft.com/office/officeart/2008/layout/LinedList"/>
    <dgm:cxn modelId="{D79FE990-B1B8-4ACE-8789-46CB0EBA6F79}" type="presParOf" srcId="{3033E84E-4971-4A67-9584-CD0BC1A83694}" destId="{53F14273-1AE7-4641-9706-9BA8750E5A74}" srcOrd="1" destOrd="0" presId="urn:microsoft.com/office/officeart/2008/layout/LinedList"/>
    <dgm:cxn modelId="{4E3C934A-1ACD-4380-BBA8-0A45751A07D6}" type="presParOf" srcId="{B1A5D0B3-53FC-43CB-8C6D-C1A6094B682D}" destId="{0BF2B8F9-A182-4192-A786-78487009A098}" srcOrd="12" destOrd="0" presId="urn:microsoft.com/office/officeart/2008/layout/LinedList"/>
    <dgm:cxn modelId="{4013DD83-0FD4-4C60-B88E-FAA00A327788}" type="presParOf" srcId="{B1A5D0B3-53FC-43CB-8C6D-C1A6094B682D}" destId="{AE876E51-F6E4-4606-B7E0-EF318F97EF98}" srcOrd="13" destOrd="0" presId="urn:microsoft.com/office/officeart/2008/layout/LinedList"/>
    <dgm:cxn modelId="{4EC48E3D-3F1C-487A-AD0A-773A5D34BB5B}" type="presParOf" srcId="{AE876E51-F6E4-4606-B7E0-EF318F97EF98}" destId="{A6F10CBE-2A58-4367-BF8C-025F3D52B8C7}" srcOrd="0" destOrd="0" presId="urn:microsoft.com/office/officeart/2008/layout/LinedList"/>
    <dgm:cxn modelId="{D99D95B5-CA4D-4A06-BAB0-58620B418229}" type="presParOf" srcId="{AE876E51-F6E4-4606-B7E0-EF318F97EF98}" destId="{C367A920-ACBF-451D-99B2-A0D406B24E2A}" srcOrd="1" destOrd="0" presId="urn:microsoft.com/office/officeart/2008/layout/LinedList"/>
    <dgm:cxn modelId="{C77012D0-F637-4E27-8A95-5040617F6DCA}" type="presParOf" srcId="{B1A5D0B3-53FC-43CB-8C6D-C1A6094B682D}" destId="{DE019534-2810-4995-8FC3-99B1012A3A8B}" srcOrd="14" destOrd="0" presId="urn:microsoft.com/office/officeart/2008/layout/LinedList"/>
    <dgm:cxn modelId="{5625FBAC-94AD-4A7C-9903-1610380DD108}" type="presParOf" srcId="{B1A5D0B3-53FC-43CB-8C6D-C1A6094B682D}" destId="{DAFBB662-1140-446B-B1FE-CCBC5433C419}" srcOrd="15" destOrd="0" presId="urn:microsoft.com/office/officeart/2008/layout/LinedList"/>
    <dgm:cxn modelId="{AAFFFAD5-18CE-4B9C-BBF1-97A9CEF3F222}" type="presParOf" srcId="{DAFBB662-1140-446B-B1FE-CCBC5433C419}" destId="{41D82AC8-D001-4BD5-A43C-6CA86BC124CB}" srcOrd="0" destOrd="0" presId="urn:microsoft.com/office/officeart/2008/layout/LinedList"/>
    <dgm:cxn modelId="{ADAC5365-6542-48FC-B10D-C889CD1300A1}" type="presParOf" srcId="{DAFBB662-1140-446B-B1FE-CCBC5433C419}" destId="{9DB006E0-D0B2-441E-9638-BD577957BB2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C2AFFDBF-0E42-4A51-B0B9-0D22F67B4AC7}"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9407CC2-09F4-45D1-8337-D62322E583AC}">
      <dgm:prSet/>
      <dgm:spPr/>
      <dgm:t>
        <a:bodyPr/>
        <a:lstStyle/>
        <a:p>
          <a:pPr>
            <a:lnSpc>
              <a:spcPct val="100000"/>
            </a:lnSpc>
          </a:pPr>
          <a:r>
            <a:rPr lang="en-US"/>
            <a:t>Project finishes under budget and on time.</a:t>
          </a:r>
        </a:p>
      </dgm:t>
    </dgm:pt>
    <dgm:pt modelId="{D5096DF2-2495-441C-A467-44AD2F90D6E7}" type="parTrans" cxnId="{D9768560-FDC1-4488-819D-6B201F66EBF0}">
      <dgm:prSet/>
      <dgm:spPr/>
      <dgm:t>
        <a:bodyPr/>
        <a:lstStyle/>
        <a:p>
          <a:endParaRPr lang="en-US"/>
        </a:p>
      </dgm:t>
    </dgm:pt>
    <dgm:pt modelId="{0E4FF093-3FF7-45F1-8401-BCA3135097B0}" type="sibTrans" cxnId="{D9768560-FDC1-4488-819D-6B201F66EBF0}">
      <dgm:prSet/>
      <dgm:spPr/>
      <dgm:t>
        <a:bodyPr/>
        <a:lstStyle/>
        <a:p>
          <a:endParaRPr lang="en-US"/>
        </a:p>
      </dgm:t>
    </dgm:pt>
    <dgm:pt modelId="{FF578203-D658-4A89-A9F3-B320BEDB54AC}">
      <dgm:prSet/>
      <dgm:spPr/>
      <dgm:t>
        <a:bodyPr/>
        <a:lstStyle/>
        <a:p>
          <a:pPr>
            <a:lnSpc>
              <a:spcPct val="100000"/>
            </a:lnSpc>
          </a:pPr>
          <a:r>
            <a:rPr lang="en-US"/>
            <a:t>Maintain quality of output and user satisfaction in the site.</a:t>
          </a:r>
        </a:p>
      </dgm:t>
    </dgm:pt>
    <dgm:pt modelId="{386E4BA8-C457-46AB-A75F-D8BDBF8DF4DD}" type="parTrans" cxnId="{B2514E2D-31FD-40A5-A4AE-47020286D06D}">
      <dgm:prSet/>
      <dgm:spPr/>
      <dgm:t>
        <a:bodyPr/>
        <a:lstStyle/>
        <a:p>
          <a:endParaRPr lang="en-US"/>
        </a:p>
      </dgm:t>
    </dgm:pt>
    <dgm:pt modelId="{65CC622B-1D71-4F61-B7CA-36E0C71BDA7C}" type="sibTrans" cxnId="{B2514E2D-31FD-40A5-A4AE-47020286D06D}">
      <dgm:prSet/>
      <dgm:spPr/>
      <dgm:t>
        <a:bodyPr/>
        <a:lstStyle/>
        <a:p>
          <a:endParaRPr lang="en-US"/>
        </a:p>
      </dgm:t>
    </dgm:pt>
    <dgm:pt modelId="{56E1B477-2129-4AA6-8928-443685CE1DD1}">
      <dgm:prSet/>
      <dgm:spPr/>
      <dgm:t>
        <a:bodyPr/>
        <a:lstStyle/>
        <a:p>
          <a:pPr>
            <a:lnSpc>
              <a:spcPct val="100000"/>
            </a:lnSpc>
          </a:pPr>
          <a:r>
            <a:rPr lang="en-US"/>
            <a:t>Stabilize the project schedule. </a:t>
          </a:r>
        </a:p>
      </dgm:t>
    </dgm:pt>
    <dgm:pt modelId="{1B7521AF-0EC4-4719-B01D-614BA0E2669E}" type="parTrans" cxnId="{C6181FB6-9C8D-400A-AEC6-6337C1164CEB}">
      <dgm:prSet/>
      <dgm:spPr/>
      <dgm:t>
        <a:bodyPr/>
        <a:lstStyle/>
        <a:p>
          <a:endParaRPr lang="en-US"/>
        </a:p>
      </dgm:t>
    </dgm:pt>
    <dgm:pt modelId="{87D2B057-3F0D-46D5-9D26-563DA1BEFD6B}" type="sibTrans" cxnId="{C6181FB6-9C8D-400A-AEC6-6337C1164CEB}">
      <dgm:prSet/>
      <dgm:spPr/>
      <dgm:t>
        <a:bodyPr/>
        <a:lstStyle/>
        <a:p>
          <a:endParaRPr lang="en-US"/>
        </a:p>
      </dgm:t>
    </dgm:pt>
    <dgm:pt modelId="{A45C1FB4-8A8B-4311-A0B5-68237704888E}" type="pres">
      <dgm:prSet presAssocID="{C2AFFDBF-0E42-4A51-B0B9-0D22F67B4AC7}" presName="root" presStyleCnt="0">
        <dgm:presLayoutVars>
          <dgm:dir/>
          <dgm:resizeHandles val="exact"/>
        </dgm:presLayoutVars>
      </dgm:prSet>
      <dgm:spPr/>
    </dgm:pt>
    <dgm:pt modelId="{AED6BEC6-5135-482A-B602-C7B38DFAD73B}" type="pres">
      <dgm:prSet presAssocID="{E9407CC2-09F4-45D1-8337-D62322E583AC}" presName="compNode" presStyleCnt="0"/>
      <dgm:spPr/>
    </dgm:pt>
    <dgm:pt modelId="{9E7958B4-AF56-47E5-895A-9E9F88AA7BDC}" type="pres">
      <dgm:prSet presAssocID="{E9407CC2-09F4-45D1-8337-D62322E583AC}" presName="bgRect" presStyleLbl="bgShp" presStyleIdx="0" presStyleCnt="3"/>
      <dgm:spPr/>
    </dgm:pt>
    <dgm:pt modelId="{030F0627-0ACF-4EF8-A9EA-022113303D9F}" type="pres">
      <dgm:prSet presAssocID="{E9407CC2-09F4-45D1-8337-D62322E583A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oney"/>
        </a:ext>
      </dgm:extLst>
    </dgm:pt>
    <dgm:pt modelId="{E1104E52-A71D-499F-BE76-E9D4AB4F23CB}" type="pres">
      <dgm:prSet presAssocID="{E9407CC2-09F4-45D1-8337-D62322E583AC}" presName="spaceRect" presStyleCnt="0"/>
      <dgm:spPr/>
    </dgm:pt>
    <dgm:pt modelId="{533F52B3-6BE2-4E16-BB36-6A8C85178B62}" type="pres">
      <dgm:prSet presAssocID="{E9407CC2-09F4-45D1-8337-D62322E583AC}" presName="parTx" presStyleLbl="revTx" presStyleIdx="0" presStyleCnt="3">
        <dgm:presLayoutVars>
          <dgm:chMax val="0"/>
          <dgm:chPref val="0"/>
        </dgm:presLayoutVars>
      </dgm:prSet>
      <dgm:spPr/>
    </dgm:pt>
    <dgm:pt modelId="{524A0E83-E83D-4778-B081-D8EC1ABF40B5}" type="pres">
      <dgm:prSet presAssocID="{0E4FF093-3FF7-45F1-8401-BCA3135097B0}" presName="sibTrans" presStyleCnt="0"/>
      <dgm:spPr/>
    </dgm:pt>
    <dgm:pt modelId="{9C826F38-E5D7-4133-B78F-4D258F60AA3E}" type="pres">
      <dgm:prSet presAssocID="{FF578203-D658-4A89-A9F3-B320BEDB54AC}" presName="compNode" presStyleCnt="0"/>
      <dgm:spPr/>
    </dgm:pt>
    <dgm:pt modelId="{C42F0B60-9AA6-48A0-BE70-07D4591B0981}" type="pres">
      <dgm:prSet presAssocID="{FF578203-D658-4A89-A9F3-B320BEDB54AC}" presName="bgRect" presStyleLbl="bgShp" presStyleIdx="1" presStyleCnt="3"/>
      <dgm:spPr/>
    </dgm:pt>
    <dgm:pt modelId="{1B205C3D-B702-4781-9C33-0368649E432C}" type="pres">
      <dgm:prSet presAssocID="{FF578203-D658-4A89-A9F3-B320BEDB54A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2DA5369F-34B4-48D4-BF1D-B62A31AEE454}" type="pres">
      <dgm:prSet presAssocID="{FF578203-D658-4A89-A9F3-B320BEDB54AC}" presName="spaceRect" presStyleCnt="0"/>
      <dgm:spPr/>
    </dgm:pt>
    <dgm:pt modelId="{1696347E-97D0-43A2-96EE-47E0CB96E399}" type="pres">
      <dgm:prSet presAssocID="{FF578203-D658-4A89-A9F3-B320BEDB54AC}" presName="parTx" presStyleLbl="revTx" presStyleIdx="1" presStyleCnt="3">
        <dgm:presLayoutVars>
          <dgm:chMax val="0"/>
          <dgm:chPref val="0"/>
        </dgm:presLayoutVars>
      </dgm:prSet>
      <dgm:spPr/>
    </dgm:pt>
    <dgm:pt modelId="{AB31B34C-4922-45F8-8BE5-086809ABD28F}" type="pres">
      <dgm:prSet presAssocID="{65CC622B-1D71-4F61-B7CA-36E0C71BDA7C}" presName="sibTrans" presStyleCnt="0"/>
      <dgm:spPr/>
    </dgm:pt>
    <dgm:pt modelId="{899B399D-B1A3-44F8-8A28-0FDAE9AF7FDD}" type="pres">
      <dgm:prSet presAssocID="{56E1B477-2129-4AA6-8928-443685CE1DD1}" presName="compNode" presStyleCnt="0"/>
      <dgm:spPr/>
    </dgm:pt>
    <dgm:pt modelId="{68D6E149-AF1F-466B-9E42-5F7E638F35C6}" type="pres">
      <dgm:prSet presAssocID="{56E1B477-2129-4AA6-8928-443685CE1DD1}" presName="bgRect" presStyleLbl="bgShp" presStyleIdx="2" presStyleCnt="3"/>
      <dgm:spPr/>
    </dgm:pt>
    <dgm:pt modelId="{916832BE-56A1-48B3-A85D-1BA9B298E3BE}" type="pres">
      <dgm:prSet presAssocID="{56E1B477-2129-4AA6-8928-443685CE1DD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heckmark"/>
        </a:ext>
      </dgm:extLst>
    </dgm:pt>
    <dgm:pt modelId="{1CF6829C-9324-46C9-820A-F3D57F55BBE8}" type="pres">
      <dgm:prSet presAssocID="{56E1B477-2129-4AA6-8928-443685CE1DD1}" presName="spaceRect" presStyleCnt="0"/>
      <dgm:spPr/>
    </dgm:pt>
    <dgm:pt modelId="{A98F09D3-91FF-410D-880E-F001E50D7104}" type="pres">
      <dgm:prSet presAssocID="{56E1B477-2129-4AA6-8928-443685CE1DD1}" presName="parTx" presStyleLbl="revTx" presStyleIdx="2" presStyleCnt="3">
        <dgm:presLayoutVars>
          <dgm:chMax val="0"/>
          <dgm:chPref val="0"/>
        </dgm:presLayoutVars>
      </dgm:prSet>
      <dgm:spPr/>
    </dgm:pt>
  </dgm:ptLst>
  <dgm:cxnLst>
    <dgm:cxn modelId="{B2514E2D-31FD-40A5-A4AE-47020286D06D}" srcId="{C2AFFDBF-0E42-4A51-B0B9-0D22F67B4AC7}" destId="{FF578203-D658-4A89-A9F3-B320BEDB54AC}" srcOrd="1" destOrd="0" parTransId="{386E4BA8-C457-46AB-A75F-D8BDBF8DF4DD}" sibTransId="{65CC622B-1D71-4F61-B7CA-36E0C71BDA7C}"/>
    <dgm:cxn modelId="{D9768560-FDC1-4488-819D-6B201F66EBF0}" srcId="{C2AFFDBF-0E42-4A51-B0B9-0D22F67B4AC7}" destId="{E9407CC2-09F4-45D1-8337-D62322E583AC}" srcOrd="0" destOrd="0" parTransId="{D5096DF2-2495-441C-A467-44AD2F90D6E7}" sibTransId="{0E4FF093-3FF7-45F1-8401-BCA3135097B0}"/>
    <dgm:cxn modelId="{37D77B7B-D8A0-4596-86A3-FC2C14C55A1B}" type="presOf" srcId="{E9407CC2-09F4-45D1-8337-D62322E583AC}" destId="{533F52B3-6BE2-4E16-BB36-6A8C85178B62}" srcOrd="0" destOrd="0" presId="urn:microsoft.com/office/officeart/2018/2/layout/IconVerticalSolidList"/>
    <dgm:cxn modelId="{C6181FB6-9C8D-400A-AEC6-6337C1164CEB}" srcId="{C2AFFDBF-0E42-4A51-B0B9-0D22F67B4AC7}" destId="{56E1B477-2129-4AA6-8928-443685CE1DD1}" srcOrd="2" destOrd="0" parTransId="{1B7521AF-0EC4-4719-B01D-614BA0E2669E}" sibTransId="{87D2B057-3F0D-46D5-9D26-563DA1BEFD6B}"/>
    <dgm:cxn modelId="{05F5B6BB-53E3-4DD3-8015-3BBAD91D5554}" type="presOf" srcId="{56E1B477-2129-4AA6-8928-443685CE1DD1}" destId="{A98F09D3-91FF-410D-880E-F001E50D7104}" srcOrd="0" destOrd="0" presId="urn:microsoft.com/office/officeart/2018/2/layout/IconVerticalSolidList"/>
    <dgm:cxn modelId="{F739FEBE-6436-4484-8F1C-A1ECF9398185}" type="presOf" srcId="{FF578203-D658-4A89-A9F3-B320BEDB54AC}" destId="{1696347E-97D0-43A2-96EE-47E0CB96E399}" srcOrd="0" destOrd="0" presId="urn:microsoft.com/office/officeart/2018/2/layout/IconVerticalSolidList"/>
    <dgm:cxn modelId="{21DAACCD-CF62-466E-A3AA-F1FC7F069C7D}" type="presOf" srcId="{C2AFFDBF-0E42-4A51-B0B9-0D22F67B4AC7}" destId="{A45C1FB4-8A8B-4311-A0B5-68237704888E}" srcOrd="0" destOrd="0" presId="urn:microsoft.com/office/officeart/2018/2/layout/IconVerticalSolidList"/>
    <dgm:cxn modelId="{FDE38B71-C36E-42A0-BCE4-C867EC807401}" type="presParOf" srcId="{A45C1FB4-8A8B-4311-A0B5-68237704888E}" destId="{AED6BEC6-5135-482A-B602-C7B38DFAD73B}" srcOrd="0" destOrd="0" presId="urn:microsoft.com/office/officeart/2018/2/layout/IconVerticalSolidList"/>
    <dgm:cxn modelId="{712CF6FB-3058-45F1-846E-653E6F73B98B}" type="presParOf" srcId="{AED6BEC6-5135-482A-B602-C7B38DFAD73B}" destId="{9E7958B4-AF56-47E5-895A-9E9F88AA7BDC}" srcOrd="0" destOrd="0" presId="urn:microsoft.com/office/officeart/2018/2/layout/IconVerticalSolidList"/>
    <dgm:cxn modelId="{0E66D0A3-E0B3-4178-9726-5C112C479220}" type="presParOf" srcId="{AED6BEC6-5135-482A-B602-C7B38DFAD73B}" destId="{030F0627-0ACF-4EF8-A9EA-022113303D9F}" srcOrd="1" destOrd="0" presId="urn:microsoft.com/office/officeart/2018/2/layout/IconVerticalSolidList"/>
    <dgm:cxn modelId="{5A1154E8-6869-4412-BEA4-6CD7EA45293F}" type="presParOf" srcId="{AED6BEC6-5135-482A-B602-C7B38DFAD73B}" destId="{E1104E52-A71D-499F-BE76-E9D4AB4F23CB}" srcOrd="2" destOrd="0" presId="urn:microsoft.com/office/officeart/2018/2/layout/IconVerticalSolidList"/>
    <dgm:cxn modelId="{627C9815-B6C8-41C3-92C3-6D770A65850C}" type="presParOf" srcId="{AED6BEC6-5135-482A-B602-C7B38DFAD73B}" destId="{533F52B3-6BE2-4E16-BB36-6A8C85178B62}" srcOrd="3" destOrd="0" presId="urn:microsoft.com/office/officeart/2018/2/layout/IconVerticalSolidList"/>
    <dgm:cxn modelId="{F544277D-0C08-452A-8FF2-944FF15EE609}" type="presParOf" srcId="{A45C1FB4-8A8B-4311-A0B5-68237704888E}" destId="{524A0E83-E83D-4778-B081-D8EC1ABF40B5}" srcOrd="1" destOrd="0" presId="urn:microsoft.com/office/officeart/2018/2/layout/IconVerticalSolidList"/>
    <dgm:cxn modelId="{D868CB40-062D-437E-B574-A581C708A34C}" type="presParOf" srcId="{A45C1FB4-8A8B-4311-A0B5-68237704888E}" destId="{9C826F38-E5D7-4133-B78F-4D258F60AA3E}" srcOrd="2" destOrd="0" presId="urn:microsoft.com/office/officeart/2018/2/layout/IconVerticalSolidList"/>
    <dgm:cxn modelId="{5367A45D-7F0E-40C2-801D-427DBECF8C4E}" type="presParOf" srcId="{9C826F38-E5D7-4133-B78F-4D258F60AA3E}" destId="{C42F0B60-9AA6-48A0-BE70-07D4591B0981}" srcOrd="0" destOrd="0" presId="urn:microsoft.com/office/officeart/2018/2/layout/IconVerticalSolidList"/>
    <dgm:cxn modelId="{277C3C46-BE1E-4E72-B53D-C1D6A13AA841}" type="presParOf" srcId="{9C826F38-E5D7-4133-B78F-4D258F60AA3E}" destId="{1B205C3D-B702-4781-9C33-0368649E432C}" srcOrd="1" destOrd="0" presId="urn:microsoft.com/office/officeart/2018/2/layout/IconVerticalSolidList"/>
    <dgm:cxn modelId="{B6E6B4D9-6420-4B06-92C5-5A619BB57D7A}" type="presParOf" srcId="{9C826F38-E5D7-4133-B78F-4D258F60AA3E}" destId="{2DA5369F-34B4-48D4-BF1D-B62A31AEE454}" srcOrd="2" destOrd="0" presId="urn:microsoft.com/office/officeart/2018/2/layout/IconVerticalSolidList"/>
    <dgm:cxn modelId="{350BD797-75C3-4CFF-8924-B1DA0B292A18}" type="presParOf" srcId="{9C826F38-E5D7-4133-B78F-4D258F60AA3E}" destId="{1696347E-97D0-43A2-96EE-47E0CB96E399}" srcOrd="3" destOrd="0" presId="urn:microsoft.com/office/officeart/2018/2/layout/IconVerticalSolidList"/>
    <dgm:cxn modelId="{12C40ED8-D0D5-45ED-A64B-B6150CA805CF}" type="presParOf" srcId="{A45C1FB4-8A8B-4311-A0B5-68237704888E}" destId="{AB31B34C-4922-45F8-8BE5-086809ABD28F}" srcOrd="3" destOrd="0" presId="urn:microsoft.com/office/officeart/2018/2/layout/IconVerticalSolidList"/>
    <dgm:cxn modelId="{1D404490-2223-4F41-8A0D-ED8EA0F5D76B}" type="presParOf" srcId="{A45C1FB4-8A8B-4311-A0B5-68237704888E}" destId="{899B399D-B1A3-44F8-8A28-0FDAE9AF7FDD}" srcOrd="4" destOrd="0" presId="urn:microsoft.com/office/officeart/2018/2/layout/IconVerticalSolidList"/>
    <dgm:cxn modelId="{B34D679B-8045-43F0-9A3F-E6903C6801F8}" type="presParOf" srcId="{899B399D-B1A3-44F8-8A28-0FDAE9AF7FDD}" destId="{68D6E149-AF1F-466B-9E42-5F7E638F35C6}" srcOrd="0" destOrd="0" presId="urn:microsoft.com/office/officeart/2018/2/layout/IconVerticalSolidList"/>
    <dgm:cxn modelId="{39CB77FB-853F-416C-8CA1-5EADF3A14470}" type="presParOf" srcId="{899B399D-B1A3-44F8-8A28-0FDAE9AF7FDD}" destId="{916832BE-56A1-48B3-A85D-1BA9B298E3BE}" srcOrd="1" destOrd="0" presId="urn:microsoft.com/office/officeart/2018/2/layout/IconVerticalSolidList"/>
    <dgm:cxn modelId="{52DCCE1C-8558-4E95-9C48-AD65FABAA76E}" type="presParOf" srcId="{899B399D-B1A3-44F8-8A28-0FDAE9AF7FDD}" destId="{1CF6829C-9324-46C9-820A-F3D57F55BBE8}" srcOrd="2" destOrd="0" presId="urn:microsoft.com/office/officeart/2018/2/layout/IconVerticalSolidList"/>
    <dgm:cxn modelId="{DEC8690D-6916-473F-845B-FBF02F625EE9}" type="presParOf" srcId="{899B399D-B1A3-44F8-8A28-0FDAE9AF7FDD}" destId="{A98F09D3-91FF-410D-880E-F001E50D710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78AE3783-6F12-4BFF-815C-D8109931FD7E}"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US"/>
        </a:p>
      </dgm:t>
    </dgm:pt>
    <dgm:pt modelId="{A44E790E-17DF-464C-BFEF-96D5D3799788}">
      <dgm:prSet custT="1"/>
      <dgm:spPr/>
      <dgm:t>
        <a:bodyPr/>
        <a:lstStyle/>
        <a:p>
          <a:r>
            <a:rPr lang="en-US" sz="1800"/>
            <a:t>Agile methodology to be implemented for EBizTech’s upcoming projects.</a:t>
          </a:r>
        </a:p>
      </dgm:t>
    </dgm:pt>
    <dgm:pt modelId="{0F4B4C29-5E6C-47FF-A808-6A7A3CFEA81F}" type="parTrans" cxnId="{4C50F300-9EA5-4730-959A-15242D6D2023}">
      <dgm:prSet/>
      <dgm:spPr/>
      <dgm:t>
        <a:bodyPr/>
        <a:lstStyle/>
        <a:p>
          <a:endParaRPr lang="en-US" sz="2400"/>
        </a:p>
      </dgm:t>
    </dgm:pt>
    <dgm:pt modelId="{94FD51F6-E8F8-4417-AA58-8C127A008C81}" type="sibTrans" cxnId="{4C50F300-9EA5-4730-959A-15242D6D2023}">
      <dgm:prSet/>
      <dgm:spPr/>
      <dgm:t>
        <a:bodyPr/>
        <a:lstStyle/>
        <a:p>
          <a:endParaRPr lang="en-US" sz="2400"/>
        </a:p>
      </dgm:t>
    </dgm:pt>
    <dgm:pt modelId="{CC058B18-763D-48CB-8D9C-88CD23E4F076}">
      <dgm:prSet custT="1"/>
      <dgm:spPr/>
      <dgm:t>
        <a:bodyPr/>
        <a:lstStyle/>
        <a:p>
          <a:r>
            <a:rPr lang="en-US" sz="1800"/>
            <a:t>E-commerce industry evolves and changes rapidly.</a:t>
          </a:r>
        </a:p>
      </dgm:t>
    </dgm:pt>
    <dgm:pt modelId="{2206F994-256A-4BC9-B2C7-6A79E2CE939B}" type="parTrans" cxnId="{3239F998-0C38-42E1-BDB7-0D152F94D4C2}">
      <dgm:prSet/>
      <dgm:spPr/>
      <dgm:t>
        <a:bodyPr/>
        <a:lstStyle/>
        <a:p>
          <a:endParaRPr lang="en-US" sz="2400"/>
        </a:p>
      </dgm:t>
    </dgm:pt>
    <dgm:pt modelId="{29FA2CDE-1E56-4EEB-B927-17B169D8FB3B}" type="sibTrans" cxnId="{3239F998-0C38-42E1-BDB7-0D152F94D4C2}">
      <dgm:prSet/>
      <dgm:spPr/>
      <dgm:t>
        <a:bodyPr/>
        <a:lstStyle/>
        <a:p>
          <a:endParaRPr lang="en-US" sz="2400"/>
        </a:p>
      </dgm:t>
    </dgm:pt>
    <dgm:pt modelId="{7C3E4C1F-1FDC-4C26-B383-6FBD20D9EFAB}">
      <dgm:prSet custT="1"/>
      <dgm:spPr/>
      <dgm:t>
        <a:bodyPr/>
        <a:lstStyle/>
        <a:p>
          <a:r>
            <a:rPr lang="en-US" sz="1800"/>
            <a:t>With sprints EBizTech can get smaller improvements to the e-commerce site out quickly.</a:t>
          </a:r>
        </a:p>
      </dgm:t>
    </dgm:pt>
    <dgm:pt modelId="{9DBF4560-809D-4CA5-9187-7BB2A3B15884}" type="parTrans" cxnId="{D7DA500A-1978-4A1E-AF91-FD8198962F5F}">
      <dgm:prSet/>
      <dgm:spPr/>
      <dgm:t>
        <a:bodyPr/>
        <a:lstStyle/>
        <a:p>
          <a:endParaRPr lang="en-US" sz="2400"/>
        </a:p>
      </dgm:t>
    </dgm:pt>
    <dgm:pt modelId="{1DAF974D-4D5A-4C1B-89FA-13BD73CC0C74}" type="sibTrans" cxnId="{D7DA500A-1978-4A1E-AF91-FD8198962F5F}">
      <dgm:prSet/>
      <dgm:spPr/>
      <dgm:t>
        <a:bodyPr/>
        <a:lstStyle/>
        <a:p>
          <a:endParaRPr lang="en-US" sz="2400"/>
        </a:p>
      </dgm:t>
    </dgm:pt>
    <dgm:pt modelId="{B967288B-2414-44D4-BCBD-A622150E62C0}">
      <dgm:prSet custT="1"/>
      <dgm:spPr/>
      <dgm:t>
        <a:bodyPr/>
        <a:lstStyle/>
        <a:p>
          <a:r>
            <a:rPr lang="en-US" sz="1800"/>
            <a:t>Reduce overall risk associated with a complete revamp of the site.</a:t>
          </a:r>
        </a:p>
      </dgm:t>
    </dgm:pt>
    <dgm:pt modelId="{76882842-28C3-4660-9A99-B177B52E9C17}" type="parTrans" cxnId="{3421190C-8BE7-464B-B4F9-F92EBC3808EC}">
      <dgm:prSet/>
      <dgm:spPr/>
      <dgm:t>
        <a:bodyPr/>
        <a:lstStyle/>
        <a:p>
          <a:endParaRPr lang="en-US" sz="2400"/>
        </a:p>
      </dgm:t>
    </dgm:pt>
    <dgm:pt modelId="{B118653C-2D0C-4F0C-9F3A-C05C94E7ADDB}" type="sibTrans" cxnId="{3421190C-8BE7-464B-B4F9-F92EBC3808EC}">
      <dgm:prSet/>
      <dgm:spPr/>
      <dgm:t>
        <a:bodyPr/>
        <a:lstStyle/>
        <a:p>
          <a:endParaRPr lang="en-US" sz="2400"/>
        </a:p>
      </dgm:t>
    </dgm:pt>
    <dgm:pt modelId="{47BAF737-0E2D-490E-B38A-1F0E4D9BDA66}">
      <dgm:prSet custT="1"/>
      <dgm:spPr/>
      <dgm:t>
        <a:bodyPr/>
        <a:lstStyle/>
        <a:p>
          <a:r>
            <a:rPr lang="en-US" sz="1800"/>
            <a:t>Aligns EBizTech with the overall technology industry.</a:t>
          </a:r>
        </a:p>
      </dgm:t>
    </dgm:pt>
    <dgm:pt modelId="{AFC1624E-5D03-4A21-A5FA-5C11F8C22FF1}" type="parTrans" cxnId="{358E3BAC-4D60-44CE-96E9-922144F5884B}">
      <dgm:prSet/>
      <dgm:spPr/>
      <dgm:t>
        <a:bodyPr/>
        <a:lstStyle/>
        <a:p>
          <a:endParaRPr lang="en-US" sz="2400"/>
        </a:p>
      </dgm:t>
    </dgm:pt>
    <dgm:pt modelId="{C4CA1361-D8FB-4FEF-B184-E9C80B8602A8}" type="sibTrans" cxnId="{358E3BAC-4D60-44CE-96E9-922144F5884B}">
      <dgm:prSet/>
      <dgm:spPr/>
      <dgm:t>
        <a:bodyPr/>
        <a:lstStyle/>
        <a:p>
          <a:endParaRPr lang="en-US" sz="2400"/>
        </a:p>
      </dgm:t>
    </dgm:pt>
    <dgm:pt modelId="{6CB934B8-353C-40D9-B073-45B45735751A}">
      <dgm:prSet custT="1"/>
      <dgm:spPr/>
      <dgm:t>
        <a:bodyPr/>
        <a:lstStyle/>
        <a:p>
          <a:r>
            <a:rPr lang="en-US" sz="1800"/>
            <a:t>Human centered design philosophies should also be implemented.</a:t>
          </a:r>
        </a:p>
      </dgm:t>
    </dgm:pt>
    <dgm:pt modelId="{1F2ACCDD-64B0-4239-B04F-A4B2F42DAA28}" type="parTrans" cxnId="{8D9AF115-4281-4560-B9CB-3BD8D1B3BA36}">
      <dgm:prSet/>
      <dgm:spPr/>
      <dgm:t>
        <a:bodyPr/>
        <a:lstStyle/>
        <a:p>
          <a:endParaRPr lang="en-US" sz="2400"/>
        </a:p>
      </dgm:t>
    </dgm:pt>
    <dgm:pt modelId="{9BE4227B-9DCB-4006-BAD2-830132F593E6}" type="sibTrans" cxnId="{8D9AF115-4281-4560-B9CB-3BD8D1B3BA36}">
      <dgm:prSet/>
      <dgm:spPr/>
      <dgm:t>
        <a:bodyPr/>
        <a:lstStyle/>
        <a:p>
          <a:endParaRPr lang="en-US" sz="2400"/>
        </a:p>
      </dgm:t>
    </dgm:pt>
    <dgm:pt modelId="{4E4152AA-9B0A-4268-A281-DD0AB48C62F3}">
      <dgm:prSet custT="1"/>
      <dgm:spPr/>
      <dgm:t>
        <a:bodyPr/>
        <a:lstStyle/>
        <a:p>
          <a:r>
            <a:rPr lang="en-US" sz="1400" dirty="0"/>
            <a:t>Creates a connection between the business and its customers.</a:t>
          </a:r>
        </a:p>
      </dgm:t>
    </dgm:pt>
    <dgm:pt modelId="{CCC6A52B-B814-49AD-A2B9-C1F9E31A8D9E}" type="parTrans" cxnId="{173955F2-EE0D-4E56-80FD-1F8747D8A038}">
      <dgm:prSet/>
      <dgm:spPr/>
      <dgm:t>
        <a:bodyPr/>
        <a:lstStyle/>
        <a:p>
          <a:endParaRPr lang="en-US" sz="2400"/>
        </a:p>
      </dgm:t>
    </dgm:pt>
    <dgm:pt modelId="{C81D4DD4-262E-4E0A-9EFE-8D71B707A36C}" type="sibTrans" cxnId="{173955F2-EE0D-4E56-80FD-1F8747D8A038}">
      <dgm:prSet/>
      <dgm:spPr/>
      <dgm:t>
        <a:bodyPr/>
        <a:lstStyle/>
        <a:p>
          <a:endParaRPr lang="en-US" sz="2400"/>
        </a:p>
      </dgm:t>
    </dgm:pt>
    <dgm:pt modelId="{1F47C3C1-D643-418A-A968-541A58C61457}">
      <dgm:prSet custT="1"/>
      <dgm:spPr/>
      <dgm:t>
        <a:bodyPr/>
        <a:lstStyle/>
        <a:p>
          <a:r>
            <a:rPr lang="en-US" sz="1400"/>
            <a:t>Designing and improving with customers in mind creates long term ROI and loyal customer base.</a:t>
          </a:r>
        </a:p>
      </dgm:t>
    </dgm:pt>
    <dgm:pt modelId="{1C20FAF2-6C70-4B8F-BD49-A449CBB9B97A}" type="parTrans" cxnId="{200E643D-6653-49B6-A75B-97A117C657A7}">
      <dgm:prSet/>
      <dgm:spPr/>
      <dgm:t>
        <a:bodyPr/>
        <a:lstStyle/>
        <a:p>
          <a:endParaRPr lang="en-US" sz="2400"/>
        </a:p>
      </dgm:t>
    </dgm:pt>
    <dgm:pt modelId="{92458FAC-5FA4-4ABB-9408-4429ED5E0BC2}" type="sibTrans" cxnId="{200E643D-6653-49B6-A75B-97A117C657A7}">
      <dgm:prSet/>
      <dgm:spPr/>
      <dgm:t>
        <a:bodyPr/>
        <a:lstStyle/>
        <a:p>
          <a:endParaRPr lang="en-US" sz="2400"/>
        </a:p>
      </dgm:t>
    </dgm:pt>
    <dgm:pt modelId="{439BEA6B-BA41-4F1F-8B7A-0F19FF24159F}" type="pres">
      <dgm:prSet presAssocID="{78AE3783-6F12-4BFF-815C-D8109931FD7E}" presName="linear" presStyleCnt="0">
        <dgm:presLayoutVars>
          <dgm:animLvl val="lvl"/>
          <dgm:resizeHandles val="exact"/>
        </dgm:presLayoutVars>
      </dgm:prSet>
      <dgm:spPr/>
    </dgm:pt>
    <dgm:pt modelId="{6FCD7609-B926-4372-A560-02E234943ED3}" type="pres">
      <dgm:prSet presAssocID="{A44E790E-17DF-464C-BFEF-96D5D3799788}" presName="parentText" presStyleLbl="node1" presStyleIdx="0" presStyleCnt="6">
        <dgm:presLayoutVars>
          <dgm:chMax val="0"/>
          <dgm:bulletEnabled val="1"/>
        </dgm:presLayoutVars>
      </dgm:prSet>
      <dgm:spPr/>
    </dgm:pt>
    <dgm:pt modelId="{37A81D43-8D8D-4E98-947B-58EF712BEBE8}" type="pres">
      <dgm:prSet presAssocID="{94FD51F6-E8F8-4417-AA58-8C127A008C81}" presName="spacer" presStyleCnt="0"/>
      <dgm:spPr/>
    </dgm:pt>
    <dgm:pt modelId="{14C2EF1C-A809-41A8-896F-3E731E1D9D7F}" type="pres">
      <dgm:prSet presAssocID="{CC058B18-763D-48CB-8D9C-88CD23E4F076}" presName="parentText" presStyleLbl="node1" presStyleIdx="1" presStyleCnt="6">
        <dgm:presLayoutVars>
          <dgm:chMax val="0"/>
          <dgm:bulletEnabled val="1"/>
        </dgm:presLayoutVars>
      </dgm:prSet>
      <dgm:spPr/>
    </dgm:pt>
    <dgm:pt modelId="{D57CAC3D-F22A-4E12-B856-3D2816768792}" type="pres">
      <dgm:prSet presAssocID="{29FA2CDE-1E56-4EEB-B927-17B169D8FB3B}" presName="spacer" presStyleCnt="0"/>
      <dgm:spPr/>
    </dgm:pt>
    <dgm:pt modelId="{936B85CA-773B-4674-8DBA-45548751B213}" type="pres">
      <dgm:prSet presAssocID="{7C3E4C1F-1FDC-4C26-B383-6FBD20D9EFAB}" presName="parentText" presStyleLbl="node1" presStyleIdx="2" presStyleCnt="6">
        <dgm:presLayoutVars>
          <dgm:chMax val="0"/>
          <dgm:bulletEnabled val="1"/>
        </dgm:presLayoutVars>
      </dgm:prSet>
      <dgm:spPr/>
    </dgm:pt>
    <dgm:pt modelId="{487A5146-B5EC-4769-A0D9-8E9A1FB3D4D0}" type="pres">
      <dgm:prSet presAssocID="{1DAF974D-4D5A-4C1B-89FA-13BD73CC0C74}" presName="spacer" presStyleCnt="0"/>
      <dgm:spPr/>
    </dgm:pt>
    <dgm:pt modelId="{85E6D692-2478-483B-9967-A618BAAA3777}" type="pres">
      <dgm:prSet presAssocID="{B967288B-2414-44D4-BCBD-A622150E62C0}" presName="parentText" presStyleLbl="node1" presStyleIdx="3" presStyleCnt="6">
        <dgm:presLayoutVars>
          <dgm:chMax val="0"/>
          <dgm:bulletEnabled val="1"/>
        </dgm:presLayoutVars>
      </dgm:prSet>
      <dgm:spPr/>
    </dgm:pt>
    <dgm:pt modelId="{5EE66120-E75A-4524-93F4-AAAD7E9BBB82}" type="pres">
      <dgm:prSet presAssocID="{B118653C-2D0C-4F0C-9F3A-C05C94E7ADDB}" presName="spacer" presStyleCnt="0"/>
      <dgm:spPr/>
    </dgm:pt>
    <dgm:pt modelId="{D4B42AF1-F4DD-4BAB-82EC-D6FE7AF3517C}" type="pres">
      <dgm:prSet presAssocID="{47BAF737-0E2D-490E-B38A-1F0E4D9BDA66}" presName="parentText" presStyleLbl="node1" presStyleIdx="4" presStyleCnt="6">
        <dgm:presLayoutVars>
          <dgm:chMax val="0"/>
          <dgm:bulletEnabled val="1"/>
        </dgm:presLayoutVars>
      </dgm:prSet>
      <dgm:spPr/>
    </dgm:pt>
    <dgm:pt modelId="{93F4CAD1-4B08-442B-B0FF-98D0F5ED9AF3}" type="pres">
      <dgm:prSet presAssocID="{C4CA1361-D8FB-4FEF-B184-E9C80B8602A8}" presName="spacer" presStyleCnt="0"/>
      <dgm:spPr/>
    </dgm:pt>
    <dgm:pt modelId="{3E3FFDB2-BCE0-4B0D-8AE5-19D50B1CCB6F}" type="pres">
      <dgm:prSet presAssocID="{6CB934B8-353C-40D9-B073-45B45735751A}" presName="parentText" presStyleLbl="node1" presStyleIdx="5" presStyleCnt="6">
        <dgm:presLayoutVars>
          <dgm:chMax val="0"/>
          <dgm:bulletEnabled val="1"/>
        </dgm:presLayoutVars>
      </dgm:prSet>
      <dgm:spPr/>
    </dgm:pt>
    <dgm:pt modelId="{F08B1C90-A272-40DB-88B9-99E75CCB9477}" type="pres">
      <dgm:prSet presAssocID="{6CB934B8-353C-40D9-B073-45B45735751A}" presName="childText" presStyleLbl="revTx" presStyleIdx="0" presStyleCnt="1">
        <dgm:presLayoutVars>
          <dgm:bulletEnabled val="1"/>
        </dgm:presLayoutVars>
      </dgm:prSet>
      <dgm:spPr/>
    </dgm:pt>
  </dgm:ptLst>
  <dgm:cxnLst>
    <dgm:cxn modelId="{63C8D800-C619-4F2A-B245-9BBCEE598709}" type="presOf" srcId="{7C3E4C1F-1FDC-4C26-B383-6FBD20D9EFAB}" destId="{936B85CA-773B-4674-8DBA-45548751B213}" srcOrd="0" destOrd="0" presId="urn:microsoft.com/office/officeart/2005/8/layout/vList2"/>
    <dgm:cxn modelId="{4C50F300-9EA5-4730-959A-15242D6D2023}" srcId="{78AE3783-6F12-4BFF-815C-D8109931FD7E}" destId="{A44E790E-17DF-464C-BFEF-96D5D3799788}" srcOrd="0" destOrd="0" parTransId="{0F4B4C29-5E6C-47FF-A808-6A7A3CFEA81F}" sibTransId="{94FD51F6-E8F8-4417-AA58-8C127A008C81}"/>
    <dgm:cxn modelId="{D7DA500A-1978-4A1E-AF91-FD8198962F5F}" srcId="{78AE3783-6F12-4BFF-815C-D8109931FD7E}" destId="{7C3E4C1F-1FDC-4C26-B383-6FBD20D9EFAB}" srcOrd="2" destOrd="0" parTransId="{9DBF4560-809D-4CA5-9187-7BB2A3B15884}" sibTransId="{1DAF974D-4D5A-4C1B-89FA-13BD73CC0C74}"/>
    <dgm:cxn modelId="{3421190C-8BE7-464B-B4F9-F92EBC3808EC}" srcId="{78AE3783-6F12-4BFF-815C-D8109931FD7E}" destId="{B967288B-2414-44D4-BCBD-A622150E62C0}" srcOrd="3" destOrd="0" parTransId="{76882842-28C3-4660-9A99-B177B52E9C17}" sibTransId="{B118653C-2D0C-4F0C-9F3A-C05C94E7ADDB}"/>
    <dgm:cxn modelId="{8D9AF115-4281-4560-B9CB-3BD8D1B3BA36}" srcId="{78AE3783-6F12-4BFF-815C-D8109931FD7E}" destId="{6CB934B8-353C-40D9-B073-45B45735751A}" srcOrd="5" destOrd="0" parTransId="{1F2ACCDD-64B0-4239-B04F-A4B2F42DAA28}" sibTransId="{9BE4227B-9DCB-4006-BAD2-830132F593E6}"/>
    <dgm:cxn modelId="{705AAA1D-262C-4B19-BE23-418169687BF8}" type="presOf" srcId="{78AE3783-6F12-4BFF-815C-D8109931FD7E}" destId="{439BEA6B-BA41-4F1F-8B7A-0F19FF24159F}" srcOrd="0" destOrd="0" presId="urn:microsoft.com/office/officeart/2005/8/layout/vList2"/>
    <dgm:cxn modelId="{623D4E32-A6B1-46C0-B298-D414ECED9E2B}" type="presOf" srcId="{A44E790E-17DF-464C-BFEF-96D5D3799788}" destId="{6FCD7609-B926-4372-A560-02E234943ED3}" srcOrd="0" destOrd="0" presId="urn:microsoft.com/office/officeart/2005/8/layout/vList2"/>
    <dgm:cxn modelId="{200E643D-6653-49B6-A75B-97A117C657A7}" srcId="{6CB934B8-353C-40D9-B073-45B45735751A}" destId="{1F47C3C1-D643-418A-A968-541A58C61457}" srcOrd="1" destOrd="0" parTransId="{1C20FAF2-6C70-4B8F-BD49-A449CBB9B97A}" sibTransId="{92458FAC-5FA4-4ABB-9408-4429ED5E0BC2}"/>
    <dgm:cxn modelId="{6E1DC455-295D-402F-B2D8-EED2DBD87FD8}" type="presOf" srcId="{CC058B18-763D-48CB-8D9C-88CD23E4F076}" destId="{14C2EF1C-A809-41A8-896F-3E731E1D9D7F}" srcOrd="0" destOrd="0" presId="urn:microsoft.com/office/officeart/2005/8/layout/vList2"/>
    <dgm:cxn modelId="{8DBFF67A-66A3-4C1B-9121-B258452CE40F}" type="presOf" srcId="{1F47C3C1-D643-418A-A968-541A58C61457}" destId="{F08B1C90-A272-40DB-88B9-99E75CCB9477}" srcOrd="0" destOrd="1" presId="urn:microsoft.com/office/officeart/2005/8/layout/vList2"/>
    <dgm:cxn modelId="{3239F998-0C38-42E1-BDB7-0D152F94D4C2}" srcId="{78AE3783-6F12-4BFF-815C-D8109931FD7E}" destId="{CC058B18-763D-48CB-8D9C-88CD23E4F076}" srcOrd="1" destOrd="0" parTransId="{2206F994-256A-4BC9-B2C7-6A79E2CE939B}" sibTransId="{29FA2CDE-1E56-4EEB-B927-17B169D8FB3B}"/>
    <dgm:cxn modelId="{358E3BAC-4D60-44CE-96E9-922144F5884B}" srcId="{78AE3783-6F12-4BFF-815C-D8109931FD7E}" destId="{47BAF737-0E2D-490E-B38A-1F0E4D9BDA66}" srcOrd="4" destOrd="0" parTransId="{AFC1624E-5D03-4A21-A5FA-5C11F8C22FF1}" sibTransId="{C4CA1361-D8FB-4FEF-B184-E9C80B8602A8}"/>
    <dgm:cxn modelId="{9D9088BF-8877-47A2-B9BB-82837FE81AD1}" type="presOf" srcId="{6CB934B8-353C-40D9-B073-45B45735751A}" destId="{3E3FFDB2-BCE0-4B0D-8AE5-19D50B1CCB6F}" srcOrd="0" destOrd="0" presId="urn:microsoft.com/office/officeart/2005/8/layout/vList2"/>
    <dgm:cxn modelId="{159018CC-05F7-4D89-99D0-6812707F1D72}" type="presOf" srcId="{4E4152AA-9B0A-4268-A281-DD0AB48C62F3}" destId="{F08B1C90-A272-40DB-88B9-99E75CCB9477}" srcOrd="0" destOrd="0" presId="urn:microsoft.com/office/officeart/2005/8/layout/vList2"/>
    <dgm:cxn modelId="{7ACD4FDB-EFE0-45EB-8E78-0C4079986791}" type="presOf" srcId="{B967288B-2414-44D4-BCBD-A622150E62C0}" destId="{85E6D692-2478-483B-9967-A618BAAA3777}" srcOrd="0" destOrd="0" presId="urn:microsoft.com/office/officeart/2005/8/layout/vList2"/>
    <dgm:cxn modelId="{08EB1CF1-1CC7-4261-958E-44E075985006}" type="presOf" srcId="{47BAF737-0E2D-490E-B38A-1F0E4D9BDA66}" destId="{D4B42AF1-F4DD-4BAB-82EC-D6FE7AF3517C}" srcOrd="0" destOrd="0" presId="urn:microsoft.com/office/officeart/2005/8/layout/vList2"/>
    <dgm:cxn modelId="{173955F2-EE0D-4E56-80FD-1F8747D8A038}" srcId="{6CB934B8-353C-40D9-B073-45B45735751A}" destId="{4E4152AA-9B0A-4268-A281-DD0AB48C62F3}" srcOrd="0" destOrd="0" parTransId="{CCC6A52B-B814-49AD-A2B9-C1F9E31A8D9E}" sibTransId="{C81D4DD4-262E-4E0A-9EFE-8D71B707A36C}"/>
    <dgm:cxn modelId="{801AD461-FEF0-4FEE-A4DA-26A410EC707E}" type="presParOf" srcId="{439BEA6B-BA41-4F1F-8B7A-0F19FF24159F}" destId="{6FCD7609-B926-4372-A560-02E234943ED3}" srcOrd="0" destOrd="0" presId="urn:microsoft.com/office/officeart/2005/8/layout/vList2"/>
    <dgm:cxn modelId="{89D0F779-60D2-469B-866C-9AC44329A445}" type="presParOf" srcId="{439BEA6B-BA41-4F1F-8B7A-0F19FF24159F}" destId="{37A81D43-8D8D-4E98-947B-58EF712BEBE8}" srcOrd="1" destOrd="0" presId="urn:microsoft.com/office/officeart/2005/8/layout/vList2"/>
    <dgm:cxn modelId="{CC2FF067-898B-4ED8-8463-49AEBE287C6E}" type="presParOf" srcId="{439BEA6B-BA41-4F1F-8B7A-0F19FF24159F}" destId="{14C2EF1C-A809-41A8-896F-3E731E1D9D7F}" srcOrd="2" destOrd="0" presId="urn:microsoft.com/office/officeart/2005/8/layout/vList2"/>
    <dgm:cxn modelId="{D12C60A5-1A3A-4B98-8E47-9E28FCF8207C}" type="presParOf" srcId="{439BEA6B-BA41-4F1F-8B7A-0F19FF24159F}" destId="{D57CAC3D-F22A-4E12-B856-3D2816768792}" srcOrd="3" destOrd="0" presId="urn:microsoft.com/office/officeart/2005/8/layout/vList2"/>
    <dgm:cxn modelId="{90119098-19C7-4B6C-B6F8-051DD9E16C90}" type="presParOf" srcId="{439BEA6B-BA41-4F1F-8B7A-0F19FF24159F}" destId="{936B85CA-773B-4674-8DBA-45548751B213}" srcOrd="4" destOrd="0" presId="urn:microsoft.com/office/officeart/2005/8/layout/vList2"/>
    <dgm:cxn modelId="{A4207B0D-AE44-4EB9-96C2-BB4825E41CEE}" type="presParOf" srcId="{439BEA6B-BA41-4F1F-8B7A-0F19FF24159F}" destId="{487A5146-B5EC-4769-A0D9-8E9A1FB3D4D0}" srcOrd="5" destOrd="0" presId="urn:microsoft.com/office/officeart/2005/8/layout/vList2"/>
    <dgm:cxn modelId="{27A61B94-2C12-4692-8C41-8178D981910E}" type="presParOf" srcId="{439BEA6B-BA41-4F1F-8B7A-0F19FF24159F}" destId="{85E6D692-2478-483B-9967-A618BAAA3777}" srcOrd="6" destOrd="0" presId="urn:microsoft.com/office/officeart/2005/8/layout/vList2"/>
    <dgm:cxn modelId="{05EA5D9E-ED22-4543-8D9F-0F17E6A2CCF4}" type="presParOf" srcId="{439BEA6B-BA41-4F1F-8B7A-0F19FF24159F}" destId="{5EE66120-E75A-4524-93F4-AAAD7E9BBB82}" srcOrd="7" destOrd="0" presId="urn:microsoft.com/office/officeart/2005/8/layout/vList2"/>
    <dgm:cxn modelId="{4D9704E0-0EC5-4A1A-8224-D4200C306774}" type="presParOf" srcId="{439BEA6B-BA41-4F1F-8B7A-0F19FF24159F}" destId="{D4B42AF1-F4DD-4BAB-82EC-D6FE7AF3517C}" srcOrd="8" destOrd="0" presId="urn:microsoft.com/office/officeart/2005/8/layout/vList2"/>
    <dgm:cxn modelId="{9B316C36-FA0A-4EEB-9E9A-A579660334DF}" type="presParOf" srcId="{439BEA6B-BA41-4F1F-8B7A-0F19FF24159F}" destId="{93F4CAD1-4B08-442B-B0FF-98D0F5ED9AF3}" srcOrd="9" destOrd="0" presId="urn:microsoft.com/office/officeart/2005/8/layout/vList2"/>
    <dgm:cxn modelId="{A3F5CDFE-EE0C-4F58-8560-7743B757027B}" type="presParOf" srcId="{439BEA6B-BA41-4F1F-8B7A-0F19FF24159F}" destId="{3E3FFDB2-BCE0-4B0D-8AE5-19D50B1CCB6F}" srcOrd="10" destOrd="0" presId="urn:microsoft.com/office/officeart/2005/8/layout/vList2"/>
    <dgm:cxn modelId="{9C4FE8FF-F5FC-4880-879E-F30CF5E491D9}" type="presParOf" srcId="{439BEA6B-BA41-4F1F-8B7A-0F19FF24159F}" destId="{F08B1C90-A272-40DB-88B9-99E75CCB9477}" srcOrd="1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60DFBAC6-B1EE-4A0C-B8DC-96957E248267}" type="doc">
      <dgm:prSet loTypeId="urn:microsoft.com/office/officeart/2008/layout/LinedList" loCatId="list" qsTypeId="urn:microsoft.com/office/officeart/2005/8/quickstyle/simple4" qsCatId="simple" csTypeId="urn:microsoft.com/office/officeart/2005/8/colors/accent1_2" csCatId="accent1"/>
      <dgm:spPr/>
      <dgm:t>
        <a:bodyPr/>
        <a:lstStyle/>
        <a:p>
          <a:endParaRPr lang="en-US"/>
        </a:p>
      </dgm:t>
    </dgm:pt>
    <dgm:pt modelId="{5BDD6D5F-F218-4AE4-A550-444BC24996C2}">
      <dgm:prSet/>
      <dgm:spPr/>
      <dgm:t>
        <a:bodyPr/>
        <a:lstStyle/>
        <a:p>
          <a:r>
            <a:rPr lang="en-US"/>
            <a:t>AI integration has risks involved.</a:t>
          </a:r>
        </a:p>
      </dgm:t>
    </dgm:pt>
    <dgm:pt modelId="{17A03AF9-E9B5-4D4D-B881-19F0F1714274}" type="parTrans" cxnId="{078D4BAD-A381-4667-AA50-FFDB3D41C6FB}">
      <dgm:prSet/>
      <dgm:spPr/>
      <dgm:t>
        <a:bodyPr/>
        <a:lstStyle/>
        <a:p>
          <a:endParaRPr lang="en-US"/>
        </a:p>
      </dgm:t>
    </dgm:pt>
    <dgm:pt modelId="{894A6D12-EBE6-4A23-A0AA-450EABD956B8}" type="sibTrans" cxnId="{078D4BAD-A381-4667-AA50-FFDB3D41C6FB}">
      <dgm:prSet/>
      <dgm:spPr/>
      <dgm:t>
        <a:bodyPr/>
        <a:lstStyle/>
        <a:p>
          <a:endParaRPr lang="en-US"/>
        </a:p>
      </dgm:t>
    </dgm:pt>
    <dgm:pt modelId="{1E3E844F-9236-4C9A-B266-19A9ADD7117A}">
      <dgm:prSet/>
      <dgm:spPr/>
      <dgm:t>
        <a:bodyPr/>
        <a:lstStyle/>
        <a:p>
          <a:r>
            <a:rPr lang="en-US"/>
            <a:t>Mitigation plan addresses the top three risks comprehensively.</a:t>
          </a:r>
        </a:p>
      </dgm:t>
    </dgm:pt>
    <dgm:pt modelId="{B927B85B-2E7F-4ECF-9544-C43E74FE3664}" type="parTrans" cxnId="{FF511E73-79AD-4CA5-9BE3-6933B13B2824}">
      <dgm:prSet/>
      <dgm:spPr/>
      <dgm:t>
        <a:bodyPr/>
        <a:lstStyle/>
        <a:p>
          <a:endParaRPr lang="en-US"/>
        </a:p>
      </dgm:t>
    </dgm:pt>
    <dgm:pt modelId="{1DC942A0-71EA-4FCE-A18F-729E8FEB14AD}" type="sibTrans" cxnId="{FF511E73-79AD-4CA5-9BE3-6933B13B2824}">
      <dgm:prSet/>
      <dgm:spPr/>
      <dgm:t>
        <a:bodyPr/>
        <a:lstStyle/>
        <a:p>
          <a:endParaRPr lang="en-US"/>
        </a:p>
      </dgm:t>
    </dgm:pt>
    <dgm:pt modelId="{62BF860C-8DA9-4052-9131-5AE0E98919CE}">
      <dgm:prSet/>
      <dgm:spPr/>
      <dgm:t>
        <a:bodyPr/>
        <a:lstStyle/>
        <a:p>
          <a:r>
            <a:rPr lang="en-US"/>
            <a:t>Continuous monitoring ensures they stay mitigated.</a:t>
          </a:r>
        </a:p>
      </dgm:t>
    </dgm:pt>
    <dgm:pt modelId="{19616F0D-58A4-4542-9689-40C52A209F15}" type="parTrans" cxnId="{F2C2B491-5BD8-4FF9-B15F-F93D765BF3EB}">
      <dgm:prSet/>
      <dgm:spPr/>
      <dgm:t>
        <a:bodyPr/>
        <a:lstStyle/>
        <a:p>
          <a:endParaRPr lang="en-US"/>
        </a:p>
      </dgm:t>
    </dgm:pt>
    <dgm:pt modelId="{8AA96DD0-8E1F-4BB0-BAAA-28F63D116532}" type="sibTrans" cxnId="{F2C2B491-5BD8-4FF9-B15F-F93D765BF3EB}">
      <dgm:prSet/>
      <dgm:spPr/>
      <dgm:t>
        <a:bodyPr/>
        <a:lstStyle/>
        <a:p>
          <a:endParaRPr lang="en-US"/>
        </a:p>
      </dgm:t>
    </dgm:pt>
    <dgm:pt modelId="{565726EE-2BC3-491F-A06C-E51476EE2758}">
      <dgm:prSet/>
      <dgm:spPr/>
      <dgm:t>
        <a:bodyPr/>
        <a:lstStyle/>
        <a:p>
          <a:r>
            <a:rPr lang="en-US"/>
            <a:t>Plan should ensure continued compliance, customer trust, and overall performance.</a:t>
          </a:r>
        </a:p>
      </dgm:t>
    </dgm:pt>
    <dgm:pt modelId="{E98E1CF2-75BB-46B3-8391-E091BE0EF818}" type="parTrans" cxnId="{B835626F-3824-405C-A94C-4CE103CA997A}">
      <dgm:prSet/>
      <dgm:spPr/>
      <dgm:t>
        <a:bodyPr/>
        <a:lstStyle/>
        <a:p>
          <a:endParaRPr lang="en-US"/>
        </a:p>
      </dgm:t>
    </dgm:pt>
    <dgm:pt modelId="{E03498BB-15E8-4C1D-9F8E-0FE8CA50DE29}" type="sibTrans" cxnId="{B835626F-3824-405C-A94C-4CE103CA997A}">
      <dgm:prSet/>
      <dgm:spPr/>
      <dgm:t>
        <a:bodyPr/>
        <a:lstStyle/>
        <a:p>
          <a:endParaRPr lang="en-US"/>
        </a:p>
      </dgm:t>
    </dgm:pt>
    <dgm:pt modelId="{90999A54-57BD-4121-A200-441A9A1D9A93}" type="pres">
      <dgm:prSet presAssocID="{60DFBAC6-B1EE-4A0C-B8DC-96957E248267}" presName="vert0" presStyleCnt="0">
        <dgm:presLayoutVars>
          <dgm:dir/>
          <dgm:animOne val="branch"/>
          <dgm:animLvl val="lvl"/>
        </dgm:presLayoutVars>
      </dgm:prSet>
      <dgm:spPr/>
    </dgm:pt>
    <dgm:pt modelId="{1DB93E57-DD24-4E0E-A3ED-CB2FBBA3CC04}" type="pres">
      <dgm:prSet presAssocID="{5BDD6D5F-F218-4AE4-A550-444BC24996C2}" presName="thickLine" presStyleLbl="alignNode1" presStyleIdx="0" presStyleCnt="4"/>
      <dgm:spPr/>
    </dgm:pt>
    <dgm:pt modelId="{03DF93EB-B8C2-4F32-83FA-367591780778}" type="pres">
      <dgm:prSet presAssocID="{5BDD6D5F-F218-4AE4-A550-444BC24996C2}" presName="horz1" presStyleCnt="0"/>
      <dgm:spPr/>
    </dgm:pt>
    <dgm:pt modelId="{493E7DA6-A5DA-48DB-B57F-744A9EAC4AB7}" type="pres">
      <dgm:prSet presAssocID="{5BDD6D5F-F218-4AE4-A550-444BC24996C2}" presName="tx1" presStyleLbl="revTx" presStyleIdx="0" presStyleCnt="4"/>
      <dgm:spPr/>
    </dgm:pt>
    <dgm:pt modelId="{393D1DE4-97E5-41C2-9AA8-FDBCF16007EC}" type="pres">
      <dgm:prSet presAssocID="{5BDD6D5F-F218-4AE4-A550-444BC24996C2}" presName="vert1" presStyleCnt="0"/>
      <dgm:spPr/>
    </dgm:pt>
    <dgm:pt modelId="{1EA1E15E-D4F0-4054-A9A5-6A17D9815572}" type="pres">
      <dgm:prSet presAssocID="{1E3E844F-9236-4C9A-B266-19A9ADD7117A}" presName="thickLine" presStyleLbl="alignNode1" presStyleIdx="1" presStyleCnt="4"/>
      <dgm:spPr/>
    </dgm:pt>
    <dgm:pt modelId="{FA9A4A19-EAFA-4C29-BC3B-CFD6D296C9B0}" type="pres">
      <dgm:prSet presAssocID="{1E3E844F-9236-4C9A-B266-19A9ADD7117A}" presName="horz1" presStyleCnt="0"/>
      <dgm:spPr/>
    </dgm:pt>
    <dgm:pt modelId="{9EC754C8-FCCE-4851-AE8C-8CE1077ECC8F}" type="pres">
      <dgm:prSet presAssocID="{1E3E844F-9236-4C9A-B266-19A9ADD7117A}" presName="tx1" presStyleLbl="revTx" presStyleIdx="1" presStyleCnt="4"/>
      <dgm:spPr/>
    </dgm:pt>
    <dgm:pt modelId="{19488505-F5B4-48D0-A86C-E0E1F1C578A1}" type="pres">
      <dgm:prSet presAssocID="{1E3E844F-9236-4C9A-B266-19A9ADD7117A}" presName="vert1" presStyleCnt="0"/>
      <dgm:spPr/>
    </dgm:pt>
    <dgm:pt modelId="{7B2C9175-978A-4E27-8EB2-EFED04B114E5}" type="pres">
      <dgm:prSet presAssocID="{62BF860C-8DA9-4052-9131-5AE0E98919CE}" presName="thickLine" presStyleLbl="alignNode1" presStyleIdx="2" presStyleCnt="4"/>
      <dgm:spPr/>
    </dgm:pt>
    <dgm:pt modelId="{278808FE-54C1-468A-90D3-4A0CDD0A1CFF}" type="pres">
      <dgm:prSet presAssocID="{62BF860C-8DA9-4052-9131-5AE0E98919CE}" presName="horz1" presStyleCnt="0"/>
      <dgm:spPr/>
    </dgm:pt>
    <dgm:pt modelId="{A32979C9-7CC5-4161-AB14-0AC5520A835B}" type="pres">
      <dgm:prSet presAssocID="{62BF860C-8DA9-4052-9131-5AE0E98919CE}" presName="tx1" presStyleLbl="revTx" presStyleIdx="2" presStyleCnt="4"/>
      <dgm:spPr/>
    </dgm:pt>
    <dgm:pt modelId="{65F091D6-AAB2-41BF-8B1B-400F691CD94E}" type="pres">
      <dgm:prSet presAssocID="{62BF860C-8DA9-4052-9131-5AE0E98919CE}" presName="vert1" presStyleCnt="0"/>
      <dgm:spPr/>
    </dgm:pt>
    <dgm:pt modelId="{BC4D47CE-B8B0-4CF9-A694-20D239DFE5E6}" type="pres">
      <dgm:prSet presAssocID="{565726EE-2BC3-491F-A06C-E51476EE2758}" presName="thickLine" presStyleLbl="alignNode1" presStyleIdx="3" presStyleCnt="4"/>
      <dgm:spPr/>
    </dgm:pt>
    <dgm:pt modelId="{1535639B-1D68-47E4-9A28-AF81C2D9EFC8}" type="pres">
      <dgm:prSet presAssocID="{565726EE-2BC3-491F-A06C-E51476EE2758}" presName="horz1" presStyleCnt="0"/>
      <dgm:spPr/>
    </dgm:pt>
    <dgm:pt modelId="{4D927055-9A4A-45A7-A295-5A78691065F6}" type="pres">
      <dgm:prSet presAssocID="{565726EE-2BC3-491F-A06C-E51476EE2758}" presName="tx1" presStyleLbl="revTx" presStyleIdx="3" presStyleCnt="4"/>
      <dgm:spPr/>
    </dgm:pt>
    <dgm:pt modelId="{A7EC22B8-3B51-4B89-B519-8C5F65D1F610}" type="pres">
      <dgm:prSet presAssocID="{565726EE-2BC3-491F-A06C-E51476EE2758}" presName="vert1" presStyleCnt="0"/>
      <dgm:spPr/>
    </dgm:pt>
  </dgm:ptLst>
  <dgm:cxnLst>
    <dgm:cxn modelId="{F7F38525-95FD-4902-9CD6-CFC6477125A4}" type="presOf" srcId="{565726EE-2BC3-491F-A06C-E51476EE2758}" destId="{4D927055-9A4A-45A7-A295-5A78691065F6}" srcOrd="0" destOrd="0" presId="urn:microsoft.com/office/officeart/2008/layout/LinedList"/>
    <dgm:cxn modelId="{F808DF60-90BA-43E1-A2E3-7E207392AB88}" type="presOf" srcId="{60DFBAC6-B1EE-4A0C-B8DC-96957E248267}" destId="{90999A54-57BD-4121-A200-441A9A1D9A93}" srcOrd="0" destOrd="0" presId="urn:microsoft.com/office/officeart/2008/layout/LinedList"/>
    <dgm:cxn modelId="{B835626F-3824-405C-A94C-4CE103CA997A}" srcId="{60DFBAC6-B1EE-4A0C-B8DC-96957E248267}" destId="{565726EE-2BC3-491F-A06C-E51476EE2758}" srcOrd="3" destOrd="0" parTransId="{E98E1CF2-75BB-46B3-8391-E091BE0EF818}" sibTransId="{E03498BB-15E8-4C1D-9F8E-0FE8CA50DE29}"/>
    <dgm:cxn modelId="{5633C251-8026-4522-A778-322C02C8BA4D}" type="presOf" srcId="{5BDD6D5F-F218-4AE4-A550-444BC24996C2}" destId="{493E7DA6-A5DA-48DB-B57F-744A9EAC4AB7}" srcOrd="0" destOrd="0" presId="urn:microsoft.com/office/officeart/2008/layout/LinedList"/>
    <dgm:cxn modelId="{FF511E73-79AD-4CA5-9BE3-6933B13B2824}" srcId="{60DFBAC6-B1EE-4A0C-B8DC-96957E248267}" destId="{1E3E844F-9236-4C9A-B266-19A9ADD7117A}" srcOrd="1" destOrd="0" parTransId="{B927B85B-2E7F-4ECF-9544-C43E74FE3664}" sibTransId="{1DC942A0-71EA-4FCE-A18F-729E8FEB14AD}"/>
    <dgm:cxn modelId="{102E3389-D201-4AF0-B283-35E29428EFE1}" type="presOf" srcId="{1E3E844F-9236-4C9A-B266-19A9ADD7117A}" destId="{9EC754C8-FCCE-4851-AE8C-8CE1077ECC8F}" srcOrd="0" destOrd="0" presId="urn:microsoft.com/office/officeart/2008/layout/LinedList"/>
    <dgm:cxn modelId="{F2C2B491-5BD8-4FF9-B15F-F93D765BF3EB}" srcId="{60DFBAC6-B1EE-4A0C-B8DC-96957E248267}" destId="{62BF860C-8DA9-4052-9131-5AE0E98919CE}" srcOrd="2" destOrd="0" parTransId="{19616F0D-58A4-4542-9689-40C52A209F15}" sibTransId="{8AA96DD0-8E1F-4BB0-BAAA-28F63D116532}"/>
    <dgm:cxn modelId="{078D4BAD-A381-4667-AA50-FFDB3D41C6FB}" srcId="{60DFBAC6-B1EE-4A0C-B8DC-96957E248267}" destId="{5BDD6D5F-F218-4AE4-A550-444BC24996C2}" srcOrd="0" destOrd="0" parTransId="{17A03AF9-E9B5-4D4D-B881-19F0F1714274}" sibTransId="{894A6D12-EBE6-4A23-A0AA-450EABD956B8}"/>
    <dgm:cxn modelId="{D6EF70B3-37B7-4169-BA8E-09DBF26303D2}" type="presOf" srcId="{62BF860C-8DA9-4052-9131-5AE0E98919CE}" destId="{A32979C9-7CC5-4161-AB14-0AC5520A835B}" srcOrd="0" destOrd="0" presId="urn:microsoft.com/office/officeart/2008/layout/LinedList"/>
    <dgm:cxn modelId="{4944CF68-A373-4972-8B0E-D114DF3A9A30}" type="presParOf" srcId="{90999A54-57BD-4121-A200-441A9A1D9A93}" destId="{1DB93E57-DD24-4E0E-A3ED-CB2FBBA3CC04}" srcOrd="0" destOrd="0" presId="urn:microsoft.com/office/officeart/2008/layout/LinedList"/>
    <dgm:cxn modelId="{A45B3658-CF18-448E-A4F3-A7D9350EF40C}" type="presParOf" srcId="{90999A54-57BD-4121-A200-441A9A1D9A93}" destId="{03DF93EB-B8C2-4F32-83FA-367591780778}" srcOrd="1" destOrd="0" presId="urn:microsoft.com/office/officeart/2008/layout/LinedList"/>
    <dgm:cxn modelId="{AF50A230-1DDA-4148-AEB4-C2C365990EC7}" type="presParOf" srcId="{03DF93EB-B8C2-4F32-83FA-367591780778}" destId="{493E7DA6-A5DA-48DB-B57F-744A9EAC4AB7}" srcOrd="0" destOrd="0" presId="urn:microsoft.com/office/officeart/2008/layout/LinedList"/>
    <dgm:cxn modelId="{6DC19102-3E18-4F29-BFD9-48057FA394A0}" type="presParOf" srcId="{03DF93EB-B8C2-4F32-83FA-367591780778}" destId="{393D1DE4-97E5-41C2-9AA8-FDBCF16007EC}" srcOrd="1" destOrd="0" presId="urn:microsoft.com/office/officeart/2008/layout/LinedList"/>
    <dgm:cxn modelId="{AFFBC2CE-5FAA-4A7A-A24A-DCF059070BB1}" type="presParOf" srcId="{90999A54-57BD-4121-A200-441A9A1D9A93}" destId="{1EA1E15E-D4F0-4054-A9A5-6A17D9815572}" srcOrd="2" destOrd="0" presId="urn:microsoft.com/office/officeart/2008/layout/LinedList"/>
    <dgm:cxn modelId="{251579DD-EEAF-4200-AF17-12995EA4B236}" type="presParOf" srcId="{90999A54-57BD-4121-A200-441A9A1D9A93}" destId="{FA9A4A19-EAFA-4C29-BC3B-CFD6D296C9B0}" srcOrd="3" destOrd="0" presId="urn:microsoft.com/office/officeart/2008/layout/LinedList"/>
    <dgm:cxn modelId="{33946969-5E23-4307-92E4-49085CB11E51}" type="presParOf" srcId="{FA9A4A19-EAFA-4C29-BC3B-CFD6D296C9B0}" destId="{9EC754C8-FCCE-4851-AE8C-8CE1077ECC8F}" srcOrd="0" destOrd="0" presId="urn:microsoft.com/office/officeart/2008/layout/LinedList"/>
    <dgm:cxn modelId="{6C9E9ABC-34C0-45A0-96EF-533FD4C86598}" type="presParOf" srcId="{FA9A4A19-EAFA-4C29-BC3B-CFD6D296C9B0}" destId="{19488505-F5B4-48D0-A86C-E0E1F1C578A1}" srcOrd="1" destOrd="0" presId="urn:microsoft.com/office/officeart/2008/layout/LinedList"/>
    <dgm:cxn modelId="{D1E8528A-C183-4255-AF9A-4AE6203D3BEA}" type="presParOf" srcId="{90999A54-57BD-4121-A200-441A9A1D9A93}" destId="{7B2C9175-978A-4E27-8EB2-EFED04B114E5}" srcOrd="4" destOrd="0" presId="urn:microsoft.com/office/officeart/2008/layout/LinedList"/>
    <dgm:cxn modelId="{5DADB56B-4464-4E39-88BD-76C5BA32403A}" type="presParOf" srcId="{90999A54-57BD-4121-A200-441A9A1D9A93}" destId="{278808FE-54C1-468A-90D3-4A0CDD0A1CFF}" srcOrd="5" destOrd="0" presId="urn:microsoft.com/office/officeart/2008/layout/LinedList"/>
    <dgm:cxn modelId="{3489FBF9-B2F8-42AA-846B-078BCDCB15D8}" type="presParOf" srcId="{278808FE-54C1-468A-90D3-4A0CDD0A1CFF}" destId="{A32979C9-7CC5-4161-AB14-0AC5520A835B}" srcOrd="0" destOrd="0" presId="urn:microsoft.com/office/officeart/2008/layout/LinedList"/>
    <dgm:cxn modelId="{78D3D73B-0036-4FA5-A742-D35DD0B380D9}" type="presParOf" srcId="{278808FE-54C1-468A-90D3-4A0CDD0A1CFF}" destId="{65F091D6-AAB2-41BF-8B1B-400F691CD94E}" srcOrd="1" destOrd="0" presId="urn:microsoft.com/office/officeart/2008/layout/LinedList"/>
    <dgm:cxn modelId="{5B7DA933-AA52-43EE-9BE2-BD82C48D4953}" type="presParOf" srcId="{90999A54-57BD-4121-A200-441A9A1D9A93}" destId="{BC4D47CE-B8B0-4CF9-A694-20D239DFE5E6}" srcOrd="6" destOrd="0" presId="urn:microsoft.com/office/officeart/2008/layout/LinedList"/>
    <dgm:cxn modelId="{FD8CAB1C-483D-498D-8376-214E05937E1B}" type="presParOf" srcId="{90999A54-57BD-4121-A200-441A9A1D9A93}" destId="{1535639B-1D68-47E4-9A28-AF81C2D9EFC8}" srcOrd="7" destOrd="0" presId="urn:microsoft.com/office/officeart/2008/layout/LinedList"/>
    <dgm:cxn modelId="{C45C9CA4-4107-4437-B6C4-C631E67C2FE5}" type="presParOf" srcId="{1535639B-1D68-47E4-9A28-AF81C2D9EFC8}" destId="{4D927055-9A4A-45A7-A295-5A78691065F6}" srcOrd="0" destOrd="0" presId="urn:microsoft.com/office/officeart/2008/layout/LinedList"/>
    <dgm:cxn modelId="{E9E276EB-762C-4CB6-8F27-9F2E689F60DD}" type="presParOf" srcId="{1535639B-1D68-47E4-9A28-AF81C2D9EFC8}" destId="{A7EC22B8-3B51-4B89-B519-8C5F65D1F610}"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92B4C1-043E-4BEA-8FD5-268CD68C02FF}">
      <dsp:nvSpPr>
        <dsp:cNvPr id="0" name=""/>
        <dsp:cNvSpPr/>
      </dsp:nvSpPr>
      <dsp:spPr>
        <a:xfrm>
          <a:off x="1127830" y="508017"/>
          <a:ext cx="616992" cy="61699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E81104D-DE30-4C5E-8A60-96C61F1556B0}">
      <dsp:nvSpPr>
        <dsp:cNvPr id="0" name=""/>
        <dsp:cNvSpPr/>
      </dsp:nvSpPr>
      <dsp:spPr>
        <a:xfrm>
          <a:off x="750779" y="1376578"/>
          <a:ext cx="1371093" cy="548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Background</a:t>
          </a:r>
        </a:p>
      </dsp:txBody>
      <dsp:txXfrm>
        <a:off x="750779" y="1376578"/>
        <a:ext cx="1371093" cy="548437"/>
      </dsp:txXfrm>
    </dsp:sp>
    <dsp:sp modelId="{1B33DAAE-C4FD-4DFD-92DA-78547F511AC7}">
      <dsp:nvSpPr>
        <dsp:cNvPr id="0" name=""/>
        <dsp:cNvSpPr/>
      </dsp:nvSpPr>
      <dsp:spPr>
        <a:xfrm>
          <a:off x="2738865" y="508017"/>
          <a:ext cx="616992" cy="61699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32386A-84FF-48B6-8238-72595496C545}">
      <dsp:nvSpPr>
        <dsp:cNvPr id="0" name=""/>
        <dsp:cNvSpPr/>
      </dsp:nvSpPr>
      <dsp:spPr>
        <a:xfrm>
          <a:off x="2361814" y="1376578"/>
          <a:ext cx="1371093" cy="548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Methodologies and Tools</a:t>
          </a:r>
        </a:p>
      </dsp:txBody>
      <dsp:txXfrm>
        <a:off x="2361814" y="1376578"/>
        <a:ext cx="1371093" cy="548437"/>
      </dsp:txXfrm>
    </dsp:sp>
    <dsp:sp modelId="{F798D55D-A2B5-4EC2-AED4-B871FD320DCC}">
      <dsp:nvSpPr>
        <dsp:cNvPr id="0" name=""/>
        <dsp:cNvSpPr/>
      </dsp:nvSpPr>
      <dsp:spPr>
        <a:xfrm>
          <a:off x="4349900" y="508017"/>
          <a:ext cx="616992" cy="61699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6AF6227-A2AE-42DA-8006-6E1ED874E009}">
      <dsp:nvSpPr>
        <dsp:cNvPr id="0" name=""/>
        <dsp:cNvSpPr/>
      </dsp:nvSpPr>
      <dsp:spPr>
        <a:xfrm>
          <a:off x="3972850" y="1376578"/>
          <a:ext cx="1371093" cy="548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Project Management Challenges</a:t>
          </a:r>
        </a:p>
      </dsp:txBody>
      <dsp:txXfrm>
        <a:off x="3972850" y="1376578"/>
        <a:ext cx="1371093" cy="548437"/>
      </dsp:txXfrm>
    </dsp:sp>
    <dsp:sp modelId="{560378C6-34FD-419F-B95E-2352174474FB}">
      <dsp:nvSpPr>
        <dsp:cNvPr id="0" name=""/>
        <dsp:cNvSpPr/>
      </dsp:nvSpPr>
      <dsp:spPr>
        <a:xfrm>
          <a:off x="5960935" y="508017"/>
          <a:ext cx="616992" cy="61699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F717C56-2330-4A66-B929-22E0DDFA2B23}">
      <dsp:nvSpPr>
        <dsp:cNvPr id="0" name=""/>
        <dsp:cNvSpPr/>
      </dsp:nvSpPr>
      <dsp:spPr>
        <a:xfrm>
          <a:off x="5583885" y="1376578"/>
          <a:ext cx="1371093" cy="548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Risk Management Strategies</a:t>
          </a:r>
        </a:p>
      </dsp:txBody>
      <dsp:txXfrm>
        <a:off x="5583885" y="1376578"/>
        <a:ext cx="1371093" cy="548437"/>
      </dsp:txXfrm>
    </dsp:sp>
    <dsp:sp modelId="{4C739B02-66B0-470E-B6A3-7507EF942C49}">
      <dsp:nvSpPr>
        <dsp:cNvPr id="0" name=""/>
        <dsp:cNvSpPr/>
      </dsp:nvSpPr>
      <dsp:spPr>
        <a:xfrm>
          <a:off x="7571971" y="508017"/>
          <a:ext cx="616992" cy="61699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0DB54F5-BB18-4023-8248-54586F8A3B2A}">
      <dsp:nvSpPr>
        <dsp:cNvPr id="0" name=""/>
        <dsp:cNvSpPr/>
      </dsp:nvSpPr>
      <dsp:spPr>
        <a:xfrm>
          <a:off x="7194920" y="1376578"/>
          <a:ext cx="1371093" cy="548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Data-Driven Decisions</a:t>
          </a:r>
        </a:p>
      </dsp:txBody>
      <dsp:txXfrm>
        <a:off x="7194920" y="1376578"/>
        <a:ext cx="1371093" cy="548437"/>
      </dsp:txXfrm>
    </dsp:sp>
    <dsp:sp modelId="{B0271BE1-E81B-45A7-B91D-3E875845FF58}">
      <dsp:nvSpPr>
        <dsp:cNvPr id="0" name=""/>
        <dsp:cNvSpPr/>
      </dsp:nvSpPr>
      <dsp:spPr>
        <a:xfrm>
          <a:off x="9183006" y="508017"/>
          <a:ext cx="616992" cy="61699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301434A-6182-469F-BD2E-D60BEB48A148}">
      <dsp:nvSpPr>
        <dsp:cNvPr id="0" name=""/>
        <dsp:cNvSpPr/>
      </dsp:nvSpPr>
      <dsp:spPr>
        <a:xfrm>
          <a:off x="8805955" y="1376578"/>
          <a:ext cx="1371093" cy="548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Customer-Centric Approaches</a:t>
          </a:r>
        </a:p>
      </dsp:txBody>
      <dsp:txXfrm>
        <a:off x="8805955" y="1376578"/>
        <a:ext cx="1371093" cy="548437"/>
      </dsp:txXfrm>
    </dsp:sp>
    <dsp:sp modelId="{8D3CFF3F-05D9-4E15-B418-80EF8ED03323}">
      <dsp:nvSpPr>
        <dsp:cNvPr id="0" name=""/>
        <dsp:cNvSpPr/>
      </dsp:nvSpPr>
      <dsp:spPr>
        <a:xfrm>
          <a:off x="4349900" y="2267789"/>
          <a:ext cx="616992" cy="616992"/>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02992-01B3-4E0B-AF28-BC5FEF67E527}">
      <dsp:nvSpPr>
        <dsp:cNvPr id="0" name=""/>
        <dsp:cNvSpPr/>
      </dsp:nvSpPr>
      <dsp:spPr>
        <a:xfrm>
          <a:off x="3972850" y="3136349"/>
          <a:ext cx="1371093" cy="548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AI Integration and Ethical Considerations</a:t>
          </a:r>
        </a:p>
      </dsp:txBody>
      <dsp:txXfrm>
        <a:off x="3972850" y="3136349"/>
        <a:ext cx="1371093" cy="548437"/>
      </dsp:txXfrm>
    </dsp:sp>
    <dsp:sp modelId="{B1A87218-4F04-4FAC-8C6B-4829133B2F3D}">
      <dsp:nvSpPr>
        <dsp:cNvPr id="0" name=""/>
        <dsp:cNvSpPr/>
      </dsp:nvSpPr>
      <dsp:spPr>
        <a:xfrm>
          <a:off x="5960935" y="2267789"/>
          <a:ext cx="616992" cy="616992"/>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47C49C-3F82-42AB-9EDA-BE4077B0E66D}">
      <dsp:nvSpPr>
        <dsp:cNvPr id="0" name=""/>
        <dsp:cNvSpPr/>
      </dsp:nvSpPr>
      <dsp:spPr>
        <a:xfrm>
          <a:off x="5583885" y="3136349"/>
          <a:ext cx="1371093" cy="548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Summary</a:t>
          </a:r>
        </a:p>
      </dsp:txBody>
      <dsp:txXfrm>
        <a:off x="5583885" y="3136349"/>
        <a:ext cx="1371093" cy="5484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146F8C-1919-4E62-9E6C-65BDCECC7C89}">
      <dsp:nvSpPr>
        <dsp:cNvPr id="0" name=""/>
        <dsp:cNvSpPr/>
      </dsp:nvSpPr>
      <dsp:spPr>
        <a:xfrm>
          <a:off x="0" y="0"/>
          <a:ext cx="4126229" cy="81060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Every part of the project must be completed before the next segment begins.</a:t>
          </a:r>
        </a:p>
      </dsp:txBody>
      <dsp:txXfrm>
        <a:off x="23742" y="23742"/>
        <a:ext cx="3183022" cy="763125"/>
      </dsp:txXfrm>
    </dsp:sp>
    <dsp:sp modelId="{510943F9-474F-4219-B0AC-8674FC458B5F}">
      <dsp:nvSpPr>
        <dsp:cNvPr id="0" name=""/>
        <dsp:cNvSpPr/>
      </dsp:nvSpPr>
      <dsp:spPr>
        <a:xfrm>
          <a:off x="345571" y="957992"/>
          <a:ext cx="4126229" cy="81060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Change within a project cycle can be very difficult.</a:t>
          </a:r>
        </a:p>
      </dsp:txBody>
      <dsp:txXfrm>
        <a:off x="369313" y="981734"/>
        <a:ext cx="3206277" cy="763125"/>
      </dsp:txXfrm>
    </dsp:sp>
    <dsp:sp modelId="{7C76E22B-47BD-45F7-8DF9-7D27868A559A}">
      <dsp:nvSpPr>
        <dsp:cNvPr id="0" name=""/>
        <dsp:cNvSpPr/>
      </dsp:nvSpPr>
      <dsp:spPr>
        <a:xfrm>
          <a:off x="685985" y="1915985"/>
          <a:ext cx="4126229" cy="81060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Customer engagement at the front of the project and at the end during deployment.</a:t>
          </a:r>
        </a:p>
      </dsp:txBody>
      <dsp:txXfrm>
        <a:off x="709727" y="1939727"/>
        <a:ext cx="3211435" cy="763125"/>
      </dsp:txXfrm>
    </dsp:sp>
    <dsp:sp modelId="{AE7F392A-F61E-4766-A92A-78FCC4BD419A}">
      <dsp:nvSpPr>
        <dsp:cNvPr id="0" name=""/>
        <dsp:cNvSpPr/>
      </dsp:nvSpPr>
      <dsp:spPr>
        <a:xfrm>
          <a:off x="1031557" y="2873978"/>
          <a:ext cx="4126229" cy="81060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Late-stage risks can disrupt the flow. </a:t>
          </a:r>
        </a:p>
      </dsp:txBody>
      <dsp:txXfrm>
        <a:off x="1055299" y="2897720"/>
        <a:ext cx="3206277" cy="763125"/>
      </dsp:txXfrm>
    </dsp:sp>
    <dsp:sp modelId="{FEB50615-71CE-4436-99D1-98709CD608BB}">
      <dsp:nvSpPr>
        <dsp:cNvPr id="0" name=""/>
        <dsp:cNvSpPr/>
      </dsp:nvSpPr>
      <dsp:spPr>
        <a:xfrm>
          <a:off x="3599333" y="620853"/>
          <a:ext cx="526896" cy="526896"/>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3717885" y="620853"/>
        <a:ext cx="289792" cy="396489"/>
      </dsp:txXfrm>
    </dsp:sp>
    <dsp:sp modelId="{0BBC7FD3-F423-42ED-9396-74247502DF1F}">
      <dsp:nvSpPr>
        <dsp:cNvPr id="0" name=""/>
        <dsp:cNvSpPr/>
      </dsp:nvSpPr>
      <dsp:spPr>
        <a:xfrm>
          <a:off x="3944905" y="1578845"/>
          <a:ext cx="526896" cy="526896"/>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4063457" y="1578845"/>
        <a:ext cx="289792" cy="396489"/>
      </dsp:txXfrm>
    </dsp:sp>
    <dsp:sp modelId="{1C55410C-1B54-462A-9629-D86B9BA9698D}">
      <dsp:nvSpPr>
        <dsp:cNvPr id="0" name=""/>
        <dsp:cNvSpPr/>
      </dsp:nvSpPr>
      <dsp:spPr>
        <a:xfrm>
          <a:off x="4285319" y="2536838"/>
          <a:ext cx="526896" cy="526896"/>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4403871" y="2536838"/>
        <a:ext cx="289792" cy="3964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D7510E-7300-49DA-9E4A-FDFECFE5BF2D}">
      <dsp:nvSpPr>
        <dsp:cNvPr id="0" name=""/>
        <dsp:cNvSpPr/>
      </dsp:nvSpPr>
      <dsp:spPr>
        <a:xfrm>
          <a:off x="0" y="437990"/>
          <a:ext cx="6666833" cy="730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00E67047-93A0-411F-A1DC-18C213BDC8EA}">
      <dsp:nvSpPr>
        <dsp:cNvPr id="0" name=""/>
        <dsp:cNvSpPr/>
      </dsp:nvSpPr>
      <dsp:spPr>
        <a:xfrm>
          <a:off x="333341" y="9949"/>
          <a:ext cx="4666783" cy="85608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711200">
            <a:lnSpc>
              <a:spcPct val="90000"/>
            </a:lnSpc>
            <a:spcBef>
              <a:spcPct val="0"/>
            </a:spcBef>
            <a:spcAft>
              <a:spcPct val="35000"/>
            </a:spcAft>
            <a:buNone/>
          </a:pPr>
          <a:r>
            <a:rPr lang="en-US" sz="1600" kern="1200"/>
            <a:t>Aligning methodologies and tools with what users need.</a:t>
          </a:r>
        </a:p>
      </dsp:txBody>
      <dsp:txXfrm>
        <a:off x="375131" y="51739"/>
        <a:ext cx="4583203" cy="772500"/>
      </dsp:txXfrm>
    </dsp:sp>
    <dsp:sp modelId="{1E9B4234-5F28-4A63-85A0-7566B9B0D1FE}">
      <dsp:nvSpPr>
        <dsp:cNvPr id="0" name=""/>
        <dsp:cNvSpPr/>
      </dsp:nvSpPr>
      <dsp:spPr>
        <a:xfrm>
          <a:off x="0" y="1753430"/>
          <a:ext cx="6666833" cy="730800"/>
        </a:xfrm>
        <a:prstGeom prst="rect">
          <a:avLst/>
        </a:prstGeom>
        <a:solidFill>
          <a:schemeClr val="lt1">
            <a:alpha val="90000"/>
            <a:hueOff val="0"/>
            <a:satOff val="0"/>
            <a:lumOff val="0"/>
            <a:alphaOff val="0"/>
          </a:schemeClr>
        </a:solidFill>
        <a:ln w="12700" cap="flat" cmpd="sng" algn="ctr">
          <a:solidFill>
            <a:schemeClr val="accent2">
              <a:hueOff val="-638687"/>
              <a:satOff val="1755"/>
              <a:lumOff val="1176"/>
              <a:alphaOff val="0"/>
            </a:schemeClr>
          </a:solidFill>
          <a:prstDash val="solid"/>
          <a:miter lim="800000"/>
        </a:ln>
        <a:effectLst/>
      </dsp:spPr>
      <dsp:style>
        <a:lnRef idx="1">
          <a:scrgbClr r="0" g="0" b="0"/>
        </a:lnRef>
        <a:fillRef idx="1">
          <a:scrgbClr r="0" g="0" b="0"/>
        </a:fillRef>
        <a:effectRef idx="0">
          <a:scrgbClr r="0" g="0" b="0"/>
        </a:effectRef>
        <a:fontRef idx="minor"/>
      </dsp:style>
    </dsp:sp>
    <dsp:sp modelId="{3D3B13C4-EA2F-4A7F-BFA9-5281165DE565}">
      <dsp:nvSpPr>
        <dsp:cNvPr id="0" name=""/>
        <dsp:cNvSpPr/>
      </dsp:nvSpPr>
      <dsp:spPr>
        <a:xfrm>
          <a:off x="333341" y="1325390"/>
          <a:ext cx="4666783" cy="856080"/>
        </a:xfrm>
        <a:prstGeom prst="roundRect">
          <a:avLst/>
        </a:prstGeom>
        <a:gradFill rotWithShape="0">
          <a:gsLst>
            <a:gs pos="0">
              <a:schemeClr val="accent2">
                <a:hueOff val="-638687"/>
                <a:satOff val="1755"/>
                <a:lumOff val="1176"/>
                <a:alphaOff val="0"/>
                <a:satMod val="103000"/>
                <a:lumMod val="102000"/>
                <a:tint val="94000"/>
              </a:schemeClr>
            </a:gs>
            <a:gs pos="50000">
              <a:schemeClr val="accent2">
                <a:hueOff val="-638687"/>
                <a:satOff val="1755"/>
                <a:lumOff val="1176"/>
                <a:alphaOff val="0"/>
                <a:satMod val="110000"/>
                <a:lumMod val="100000"/>
                <a:shade val="100000"/>
              </a:schemeClr>
            </a:gs>
            <a:gs pos="100000">
              <a:schemeClr val="accent2">
                <a:hueOff val="-638687"/>
                <a:satOff val="1755"/>
                <a:lumOff val="117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711200">
            <a:lnSpc>
              <a:spcPct val="90000"/>
            </a:lnSpc>
            <a:spcBef>
              <a:spcPct val="0"/>
            </a:spcBef>
            <a:spcAft>
              <a:spcPct val="35000"/>
            </a:spcAft>
            <a:buNone/>
          </a:pPr>
          <a:r>
            <a:rPr lang="en-US" sz="1600" kern="1200"/>
            <a:t>Understand the customer at a base level.</a:t>
          </a:r>
        </a:p>
      </dsp:txBody>
      <dsp:txXfrm>
        <a:off x="375131" y="1367180"/>
        <a:ext cx="4583203" cy="772500"/>
      </dsp:txXfrm>
    </dsp:sp>
    <dsp:sp modelId="{18DBAC55-02D3-4349-A366-C843FA3CEDED}">
      <dsp:nvSpPr>
        <dsp:cNvPr id="0" name=""/>
        <dsp:cNvSpPr/>
      </dsp:nvSpPr>
      <dsp:spPr>
        <a:xfrm>
          <a:off x="0" y="3068870"/>
          <a:ext cx="6666833" cy="2375100"/>
        </a:xfrm>
        <a:prstGeom prst="rect">
          <a:avLst/>
        </a:prstGeom>
        <a:solidFill>
          <a:schemeClr val="lt1">
            <a:alpha val="90000"/>
            <a:hueOff val="0"/>
            <a:satOff val="0"/>
            <a:lumOff val="0"/>
            <a:alphaOff val="0"/>
          </a:schemeClr>
        </a:solidFill>
        <a:ln w="12700" cap="flat" cmpd="sng" algn="ctr">
          <a:solidFill>
            <a:schemeClr val="accent2">
              <a:hueOff val="-1277375"/>
              <a:satOff val="3509"/>
              <a:lumOff val="2352"/>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604012" rIns="51742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Research and Empathy: understand the day-to-day of a customer/user and how the product fits.</a:t>
          </a:r>
        </a:p>
        <a:p>
          <a:pPr marL="171450" lvl="1" indent="-171450" algn="l" defTabSz="711200">
            <a:lnSpc>
              <a:spcPct val="90000"/>
            </a:lnSpc>
            <a:spcBef>
              <a:spcPct val="0"/>
            </a:spcBef>
            <a:spcAft>
              <a:spcPct val="15000"/>
            </a:spcAft>
            <a:buChar char="•"/>
          </a:pPr>
          <a:r>
            <a:rPr lang="en-US" sz="1600" kern="1200"/>
            <a:t>Define Needs and Requirements: solutions are developed to address the needs or gaps that customers/users currently have.</a:t>
          </a:r>
        </a:p>
        <a:p>
          <a:pPr marL="171450" lvl="1" indent="-171450" algn="l" defTabSz="711200">
            <a:lnSpc>
              <a:spcPct val="90000"/>
            </a:lnSpc>
            <a:spcBef>
              <a:spcPct val="0"/>
            </a:spcBef>
            <a:spcAft>
              <a:spcPct val="15000"/>
            </a:spcAft>
            <a:buChar char="•"/>
          </a:pPr>
          <a:r>
            <a:rPr lang="en-US" sz="1600" kern="1200"/>
            <a:t>Prototyping and Testing: confirmation that solutions that have been developed do meet the needs.</a:t>
          </a:r>
        </a:p>
      </dsp:txBody>
      <dsp:txXfrm>
        <a:off x="0" y="3068870"/>
        <a:ext cx="6666833" cy="2375100"/>
      </dsp:txXfrm>
    </dsp:sp>
    <dsp:sp modelId="{A9EE9225-0DD9-4822-A64C-64201C54F2BD}">
      <dsp:nvSpPr>
        <dsp:cNvPr id="0" name=""/>
        <dsp:cNvSpPr/>
      </dsp:nvSpPr>
      <dsp:spPr>
        <a:xfrm>
          <a:off x="333341" y="2640830"/>
          <a:ext cx="4666783" cy="856080"/>
        </a:xfrm>
        <a:prstGeom prst="roundRect">
          <a:avLst/>
        </a:prstGeom>
        <a:gradFill rotWithShape="0">
          <a:gsLst>
            <a:gs pos="0">
              <a:schemeClr val="accent2">
                <a:hueOff val="-1277375"/>
                <a:satOff val="3509"/>
                <a:lumOff val="2352"/>
                <a:alphaOff val="0"/>
                <a:satMod val="103000"/>
                <a:lumMod val="102000"/>
                <a:tint val="94000"/>
              </a:schemeClr>
            </a:gs>
            <a:gs pos="50000">
              <a:schemeClr val="accent2">
                <a:hueOff val="-1277375"/>
                <a:satOff val="3509"/>
                <a:lumOff val="2352"/>
                <a:alphaOff val="0"/>
                <a:satMod val="110000"/>
                <a:lumMod val="100000"/>
                <a:shade val="100000"/>
              </a:schemeClr>
            </a:gs>
            <a:gs pos="100000">
              <a:schemeClr val="accent2">
                <a:hueOff val="-1277375"/>
                <a:satOff val="3509"/>
                <a:lumOff val="235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711200">
            <a:lnSpc>
              <a:spcPct val="90000"/>
            </a:lnSpc>
            <a:spcBef>
              <a:spcPct val="0"/>
            </a:spcBef>
            <a:spcAft>
              <a:spcPct val="35000"/>
            </a:spcAft>
            <a:buNone/>
          </a:pPr>
          <a:r>
            <a:rPr lang="en-US" sz="1600" kern="1200"/>
            <a:t>Broken down into three main parts:</a:t>
          </a:r>
        </a:p>
      </dsp:txBody>
      <dsp:txXfrm>
        <a:off x="375131" y="2682620"/>
        <a:ext cx="4583203" cy="7725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829BCB-DB99-4F80-8C2C-AC73C43213C1}">
      <dsp:nvSpPr>
        <dsp:cNvPr id="0" name=""/>
        <dsp:cNvSpPr/>
      </dsp:nvSpPr>
      <dsp:spPr>
        <a:xfrm>
          <a:off x="0" y="251374"/>
          <a:ext cx="6666833" cy="159471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Jira Automation - automate repetitive tasks like notifying your quality and testing teams.</a:t>
          </a:r>
        </a:p>
      </dsp:txBody>
      <dsp:txXfrm>
        <a:off x="77847" y="329221"/>
        <a:ext cx="6511139" cy="1439016"/>
      </dsp:txXfrm>
    </dsp:sp>
    <dsp:sp modelId="{E43E033A-31F0-4680-8DC5-A52B87882C81}">
      <dsp:nvSpPr>
        <dsp:cNvPr id="0" name=""/>
        <dsp:cNvSpPr/>
      </dsp:nvSpPr>
      <dsp:spPr>
        <a:xfrm>
          <a:off x="0" y="1929604"/>
          <a:ext cx="6666833" cy="1594710"/>
        </a:xfrm>
        <a:prstGeom prst="roundRect">
          <a:avLst/>
        </a:prstGeom>
        <a:gradFill rotWithShape="0">
          <a:gsLst>
            <a:gs pos="0">
              <a:schemeClr val="accent5">
                <a:hueOff val="460881"/>
                <a:satOff val="-8998"/>
                <a:lumOff val="196"/>
                <a:alphaOff val="0"/>
                <a:satMod val="103000"/>
                <a:lumMod val="102000"/>
                <a:tint val="94000"/>
              </a:schemeClr>
            </a:gs>
            <a:gs pos="50000">
              <a:schemeClr val="accent5">
                <a:hueOff val="460881"/>
                <a:satOff val="-8998"/>
                <a:lumOff val="196"/>
                <a:alphaOff val="0"/>
                <a:satMod val="110000"/>
                <a:lumMod val="100000"/>
                <a:shade val="100000"/>
              </a:schemeClr>
            </a:gs>
            <a:gs pos="100000">
              <a:schemeClr val="accent5">
                <a:hueOff val="460881"/>
                <a:satOff val="-8998"/>
                <a:lumOff val="19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Tempo.io - overview of your projects, allowing for more efficient resource allocation.</a:t>
          </a:r>
        </a:p>
      </dsp:txBody>
      <dsp:txXfrm>
        <a:off x="77847" y="2007451"/>
        <a:ext cx="6511139" cy="1439016"/>
      </dsp:txXfrm>
    </dsp:sp>
    <dsp:sp modelId="{41DFC3D2-3DBF-44A0-9B3C-2200FEB85D66}">
      <dsp:nvSpPr>
        <dsp:cNvPr id="0" name=""/>
        <dsp:cNvSpPr/>
      </dsp:nvSpPr>
      <dsp:spPr>
        <a:xfrm>
          <a:off x="0" y="3607835"/>
          <a:ext cx="6666833" cy="1594710"/>
        </a:xfrm>
        <a:prstGeom prst="roundRect">
          <a:avLst/>
        </a:prstGeom>
        <a:gradFill rotWithShape="0">
          <a:gsLst>
            <a:gs pos="0">
              <a:schemeClr val="accent5">
                <a:hueOff val="921761"/>
                <a:satOff val="-17996"/>
                <a:lumOff val="392"/>
                <a:alphaOff val="0"/>
                <a:satMod val="103000"/>
                <a:lumMod val="102000"/>
                <a:tint val="94000"/>
              </a:schemeClr>
            </a:gs>
            <a:gs pos="50000">
              <a:schemeClr val="accent5">
                <a:hueOff val="921761"/>
                <a:satOff val="-17996"/>
                <a:lumOff val="392"/>
                <a:alphaOff val="0"/>
                <a:satMod val="110000"/>
                <a:lumMod val="100000"/>
                <a:shade val="100000"/>
              </a:schemeClr>
            </a:gs>
            <a:gs pos="100000">
              <a:schemeClr val="accent5">
                <a:hueOff val="921761"/>
                <a:satOff val="-17996"/>
                <a:lumOff val="39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Machine Learning Models – analysis of historical project data as well as real-time IoT analysis (predictive analytics).</a:t>
          </a:r>
        </a:p>
      </dsp:txBody>
      <dsp:txXfrm>
        <a:off x="77847" y="3685682"/>
        <a:ext cx="6511139" cy="143901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3052DB-0997-4A6F-A592-D349E3645918}">
      <dsp:nvSpPr>
        <dsp:cNvPr id="0" name=""/>
        <dsp:cNvSpPr/>
      </dsp:nvSpPr>
      <dsp:spPr>
        <a:xfrm>
          <a:off x="0" y="509871"/>
          <a:ext cx="6666833" cy="83845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Goals shift from milestones to 2–4 week goal targets.</a:t>
          </a:r>
        </a:p>
      </dsp:txBody>
      <dsp:txXfrm>
        <a:off x="40930" y="550801"/>
        <a:ext cx="6584973" cy="756591"/>
      </dsp:txXfrm>
    </dsp:sp>
    <dsp:sp modelId="{2B6C2498-F54B-4F84-834E-C4512A05FA78}">
      <dsp:nvSpPr>
        <dsp:cNvPr id="0" name=""/>
        <dsp:cNvSpPr/>
      </dsp:nvSpPr>
      <dsp:spPr>
        <a:xfrm>
          <a:off x="0" y="1408803"/>
          <a:ext cx="6666833" cy="838451"/>
        </a:xfrm>
        <a:prstGeom prst="roundRect">
          <a:avLst/>
        </a:prstGeom>
        <a:gradFill rotWithShape="0">
          <a:gsLst>
            <a:gs pos="0">
              <a:schemeClr val="accent2">
                <a:hueOff val="-319344"/>
                <a:satOff val="877"/>
                <a:lumOff val="588"/>
                <a:alphaOff val="0"/>
                <a:satMod val="103000"/>
                <a:lumMod val="102000"/>
                <a:tint val="94000"/>
              </a:schemeClr>
            </a:gs>
            <a:gs pos="50000">
              <a:schemeClr val="accent2">
                <a:hueOff val="-319344"/>
                <a:satOff val="877"/>
                <a:lumOff val="588"/>
                <a:alphaOff val="0"/>
                <a:satMod val="110000"/>
                <a:lumMod val="100000"/>
                <a:shade val="100000"/>
              </a:schemeClr>
            </a:gs>
            <a:gs pos="100000">
              <a:schemeClr val="accent2">
                <a:hueOff val="-319344"/>
                <a:satOff val="877"/>
                <a:lumOff val="58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Elimination of work silos and communication barriers as sprints force communication between stakeholders.</a:t>
          </a:r>
        </a:p>
      </dsp:txBody>
      <dsp:txXfrm>
        <a:off x="40930" y="1449733"/>
        <a:ext cx="6584973" cy="756591"/>
      </dsp:txXfrm>
    </dsp:sp>
    <dsp:sp modelId="{A6DFE239-69BF-4F1D-A8BB-38D9615725CC}">
      <dsp:nvSpPr>
        <dsp:cNvPr id="0" name=""/>
        <dsp:cNvSpPr/>
      </dsp:nvSpPr>
      <dsp:spPr>
        <a:xfrm>
          <a:off x="0" y="2307734"/>
          <a:ext cx="6666833" cy="838451"/>
        </a:xfrm>
        <a:prstGeom prst="roundRect">
          <a:avLst/>
        </a:prstGeom>
        <a:gradFill rotWithShape="0">
          <a:gsLst>
            <a:gs pos="0">
              <a:schemeClr val="accent2">
                <a:hueOff val="-638687"/>
                <a:satOff val="1755"/>
                <a:lumOff val="1176"/>
                <a:alphaOff val="0"/>
                <a:satMod val="103000"/>
                <a:lumMod val="102000"/>
                <a:tint val="94000"/>
              </a:schemeClr>
            </a:gs>
            <a:gs pos="50000">
              <a:schemeClr val="accent2">
                <a:hueOff val="-638687"/>
                <a:satOff val="1755"/>
                <a:lumOff val="1176"/>
                <a:alphaOff val="0"/>
                <a:satMod val="110000"/>
                <a:lumMod val="100000"/>
                <a:shade val="100000"/>
              </a:schemeClr>
            </a:gs>
            <a:gs pos="100000">
              <a:schemeClr val="accent2">
                <a:hueOff val="-638687"/>
                <a:satOff val="1755"/>
                <a:lumOff val="117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Shortening overall project timelines.</a:t>
          </a:r>
        </a:p>
      </dsp:txBody>
      <dsp:txXfrm>
        <a:off x="40930" y="2348664"/>
        <a:ext cx="6584973" cy="756591"/>
      </dsp:txXfrm>
    </dsp:sp>
    <dsp:sp modelId="{6EC05781-8B19-4026-9BAA-C9976F0342FE}">
      <dsp:nvSpPr>
        <dsp:cNvPr id="0" name=""/>
        <dsp:cNvSpPr/>
      </dsp:nvSpPr>
      <dsp:spPr>
        <a:xfrm>
          <a:off x="0" y="3206665"/>
          <a:ext cx="6666833" cy="838451"/>
        </a:xfrm>
        <a:prstGeom prst="roundRect">
          <a:avLst/>
        </a:prstGeom>
        <a:gradFill rotWithShape="0">
          <a:gsLst>
            <a:gs pos="0">
              <a:schemeClr val="accent2">
                <a:hueOff val="-958031"/>
                <a:satOff val="2632"/>
                <a:lumOff val="1764"/>
                <a:alphaOff val="0"/>
                <a:satMod val="103000"/>
                <a:lumMod val="102000"/>
                <a:tint val="94000"/>
              </a:schemeClr>
            </a:gs>
            <a:gs pos="50000">
              <a:schemeClr val="accent2">
                <a:hueOff val="-958031"/>
                <a:satOff val="2632"/>
                <a:lumOff val="1764"/>
                <a:alphaOff val="0"/>
                <a:satMod val="110000"/>
                <a:lumMod val="100000"/>
                <a:shade val="100000"/>
              </a:schemeClr>
            </a:gs>
            <a:gs pos="100000">
              <a:schemeClr val="accent2">
                <a:hueOff val="-958031"/>
                <a:satOff val="2632"/>
                <a:lumOff val="176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Higher potential for scope creep with iterative cycles.</a:t>
          </a:r>
        </a:p>
      </dsp:txBody>
      <dsp:txXfrm>
        <a:off x="40930" y="3247595"/>
        <a:ext cx="6584973" cy="756591"/>
      </dsp:txXfrm>
    </dsp:sp>
    <dsp:sp modelId="{50206B8E-7B1E-4EE2-9477-2A318F4143CB}">
      <dsp:nvSpPr>
        <dsp:cNvPr id="0" name=""/>
        <dsp:cNvSpPr/>
      </dsp:nvSpPr>
      <dsp:spPr>
        <a:xfrm>
          <a:off x="0" y="4105596"/>
          <a:ext cx="6666833" cy="838451"/>
        </a:xfrm>
        <a:prstGeom prst="roundRect">
          <a:avLst/>
        </a:prstGeom>
        <a:gradFill rotWithShape="0">
          <a:gsLst>
            <a:gs pos="0">
              <a:schemeClr val="accent2">
                <a:hueOff val="-1277375"/>
                <a:satOff val="3509"/>
                <a:lumOff val="2352"/>
                <a:alphaOff val="0"/>
                <a:satMod val="103000"/>
                <a:lumMod val="102000"/>
                <a:tint val="94000"/>
              </a:schemeClr>
            </a:gs>
            <a:gs pos="50000">
              <a:schemeClr val="accent2">
                <a:hueOff val="-1277375"/>
                <a:satOff val="3509"/>
                <a:lumOff val="2352"/>
                <a:alphaOff val="0"/>
                <a:satMod val="110000"/>
                <a:lumMod val="100000"/>
                <a:shade val="100000"/>
              </a:schemeClr>
            </a:gs>
            <a:gs pos="100000">
              <a:schemeClr val="accent2">
                <a:hueOff val="-1277375"/>
                <a:satOff val="3509"/>
                <a:lumOff val="235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Potential for resistance to buy in of new methodologies. </a:t>
          </a:r>
        </a:p>
      </dsp:txBody>
      <dsp:txXfrm>
        <a:off x="40930" y="4146526"/>
        <a:ext cx="6584973" cy="75659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65C244-1978-44FC-BE2B-326863312AA7}">
      <dsp:nvSpPr>
        <dsp:cNvPr id="0" name=""/>
        <dsp:cNvSpPr/>
      </dsp:nvSpPr>
      <dsp:spPr>
        <a:xfrm>
          <a:off x="0" y="2626263"/>
          <a:ext cx="1430371" cy="1723112"/>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01728" tIns="120904" rIns="101728" bIns="120904" numCol="1" spcCol="1270" anchor="ctr" anchorCtr="0">
          <a:noAutofit/>
        </a:bodyPr>
        <a:lstStyle/>
        <a:p>
          <a:pPr marL="0" lvl="0" indent="0" algn="ctr" defTabSz="755650">
            <a:lnSpc>
              <a:spcPct val="90000"/>
            </a:lnSpc>
            <a:spcBef>
              <a:spcPct val="0"/>
            </a:spcBef>
            <a:spcAft>
              <a:spcPct val="35000"/>
            </a:spcAft>
            <a:buNone/>
          </a:pPr>
          <a:r>
            <a:rPr lang="en-US" sz="1700" kern="1200" dirty="0"/>
            <a:t>Project is experiencing scope creep.</a:t>
          </a:r>
        </a:p>
      </dsp:txBody>
      <dsp:txXfrm>
        <a:off x="0" y="2626263"/>
        <a:ext cx="1430371" cy="1723112"/>
      </dsp:txXfrm>
    </dsp:sp>
    <dsp:sp modelId="{35772A5A-939C-4740-BEC3-FD3F6FB31030}">
      <dsp:nvSpPr>
        <dsp:cNvPr id="0" name=""/>
        <dsp:cNvSpPr/>
      </dsp:nvSpPr>
      <dsp:spPr>
        <a:xfrm>
          <a:off x="1430371" y="2626263"/>
          <a:ext cx="4291113" cy="1723112"/>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044" tIns="190500" rIns="87044" bIns="190500" numCol="1" spcCol="1270" anchor="ctr" anchorCtr="0">
          <a:noAutofit/>
        </a:bodyPr>
        <a:lstStyle/>
        <a:p>
          <a:pPr marL="0" lvl="0" indent="0" algn="l" defTabSz="666750">
            <a:lnSpc>
              <a:spcPct val="90000"/>
            </a:lnSpc>
            <a:spcBef>
              <a:spcPct val="0"/>
            </a:spcBef>
            <a:spcAft>
              <a:spcPct val="35000"/>
            </a:spcAft>
            <a:buNone/>
          </a:pPr>
          <a:r>
            <a:rPr lang="en-US" sz="1500" kern="1200" dirty="0"/>
            <a:t>Driven by the mobile development for iOS and Android.</a:t>
          </a:r>
        </a:p>
      </dsp:txBody>
      <dsp:txXfrm>
        <a:off x="1430371" y="2626263"/>
        <a:ext cx="4291113" cy="1723112"/>
      </dsp:txXfrm>
    </dsp:sp>
    <dsp:sp modelId="{A7742213-25F8-4D85-BC7D-A9F14AE4F3DB}">
      <dsp:nvSpPr>
        <dsp:cNvPr id="0" name=""/>
        <dsp:cNvSpPr/>
      </dsp:nvSpPr>
      <dsp:spPr>
        <a:xfrm rot="10800000">
          <a:off x="0" y="1962"/>
          <a:ext cx="1430371" cy="2650147"/>
        </a:xfrm>
        <a:prstGeom prst="upArrowCallout">
          <a:avLst>
            <a:gd name="adj1" fmla="val 5000"/>
            <a:gd name="adj2" fmla="val 10000"/>
            <a:gd name="adj3" fmla="val 15000"/>
            <a:gd name="adj4" fmla="val 64977"/>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01728" tIns="120904" rIns="101728" bIns="120904" numCol="1" spcCol="1270" anchor="ctr" anchorCtr="0">
          <a:noAutofit/>
        </a:bodyPr>
        <a:lstStyle/>
        <a:p>
          <a:pPr marL="0" lvl="0" indent="0" algn="ctr" defTabSz="755650">
            <a:lnSpc>
              <a:spcPct val="90000"/>
            </a:lnSpc>
            <a:spcBef>
              <a:spcPct val="0"/>
            </a:spcBef>
            <a:spcAft>
              <a:spcPct val="35000"/>
            </a:spcAft>
            <a:buNone/>
          </a:pPr>
          <a:r>
            <a:rPr lang="en-US" sz="1700" kern="1200"/>
            <a:t>EBizTech is integrating AI into core systems.</a:t>
          </a:r>
        </a:p>
      </dsp:txBody>
      <dsp:txXfrm rot="-10800000">
        <a:off x="0" y="1962"/>
        <a:ext cx="1430371" cy="1722595"/>
      </dsp:txXfrm>
    </dsp:sp>
    <dsp:sp modelId="{951E2A18-3EDD-4E4B-8BBD-8ECE6F515935}">
      <dsp:nvSpPr>
        <dsp:cNvPr id="0" name=""/>
        <dsp:cNvSpPr/>
      </dsp:nvSpPr>
      <dsp:spPr>
        <a:xfrm>
          <a:off x="1430371" y="1962"/>
          <a:ext cx="4291113" cy="1722595"/>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044" tIns="190500" rIns="87044" bIns="190500" numCol="1" spcCol="1270" anchor="ctr" anchorCtr="0">
          <a:noAutofit/>
        </a:bodyPr>
        <a:lstStyle/>
        <a:p>
          <a:pPr marL="0" lvl="0" indent="0" algn="l" defTabSz="666750">
            <a:lnSpc>
              <a:spcPct val="90000"/>
            </a:lnSpc>
            <a:spcBef>
              <a:spcPct val="0"/>
            </a:spcBef>
            <a:spcAft>
              <a:spcPct val="35000"/>
            </a:spcAft>
            <a:buNone/>
          </a:pPr>
          <a:r>
            <a:rPr lang="en-US" sz="1500" kern="1200" dirty="0"/>
            <a:t>Personalized shopping recommendations.</a:t>
          </a:r>
        </a:p>
        <a:p>
          <a:pPr marL="0" lvl="0" indent="0" algn="l" defTabSz="666750">
            <a:lnSpc>
              <a:spcPct val="90000"/>
            </a:lnSpc>
            <a:spcBef>
              <a:spcPct val="0"/>
            </a:spcBef>
            <a:spcAft>
              <a:spcPct val="35000"/>
            </a:spcAft>
            <a:buNone/>
          </a:pPr>
          <a:r>
            <a:rPr lang="en-US" sz="1500" kern="1200" dirty="0"/>
            <a:t>Create better search capabilities on the platform.</a:t>
          </a:r>
        </a:p>
        <a:p>
          <a:pPr marL="0" lvl="0" indent="0" algn="l" defTabSz="666750">
            <a:lnSpc>
              <a:spcPct val="90000"/>
            </a:lnSpc>
            <a:spcBef>
              <a:spcPct val="0"/>
            </a:spcBef>
            <a:spcAft>
              <a:spcPct val="35000"/>
            </a:spcAft>
            <a:buNone/>
          </a:pPr>
          <a:r>
            <a:rPr lang="en-US" sz="1500" kern="1200" dirty="0"/>
            <a:t>Use predictive analytics for inventory management.</a:t>
          </a:r>
        </a:p>
        <a:p>
          <a:pPr marL="0" lvl="0" indent="0" algn="l" defTabSz="666750">
            <a:lnSpc>
              <a:spcPct val="90000"/>
            </a:lnSpc>
            <a:spcBef>
              <a:spcPct val="0"/>
            </a:spcBef>
            <a:spcAft>
              <a:spcPct val="35000"/>
            </a:spcAft>
            <a:buNone/>
          </a:pPr>
          <a:r>
            <a:rPr lang="en-US" sz="1500" kern="1200" dirty="0"/>
            <a:t>Additional automations for core processes.</a:t>
          </a:r>
        </a:p>
      </dsp:txBody>
      <dsp:txXfrm>
        <a:off x="1430371" y="1962"/>
        <a:ext cx="4291113" cy="172259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35512E-56B2-46FF-9836-7357327A2B70}">
      <dsp:nvSpPr>
        <dsp:cNvPr id="0" name=""/>
        <dsp:cNvSpPr/>
      </dsp:nvSpPr>
      <dsp:spPr>
        <a:xfrm>
          <a:off x="282221" y="368029"/>
          <a:ext cx="1371985" cy="137198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945542-623F-4EA8-8860-F8CB95FF0A7B}">
      <dsp:nvSpPr>
        <dsp:cNvPr id="0" name=""/>
        <dsp:cNvSpPr/>
      </dsp:nvSpPr>
      <dsp:spPr>
        <a:xfrm>
          <a:off x="570337" y="656145"/>
          <a:ext cx="795751" cy="7957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7A7ACA9-D655-41FA-9B84-05171DA0BC0E}">
      <dsp:nvSpPr>
        <dsp:cNvPr id="0" name=""/>
        <dsp:cNvSpPr/>
      </dsp:nvSpPr>
      <dsp:spPr>
        <a:xfrm>
          <a:off x="1948202"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90000"/>
            </a:lnSpc>
            <a:spcBef>
              <a:spcPct val="0"/>
            </a:spcBef>
            <a:spcAft>
              <a:spcPct val="35000"/>
            </a:spcAft>
            <a:buNone/>
          </a:pPr>
          <a:r>
            <a:rPr lang="en-US" sz="2100" kern="1200"/>
            <a:t>Increase in quality as bugs are caught early and often.</a:t>
          </a:r>
        </a:p>
      </dsp:txBody>
      <dsp:txXfrm>
        <a:off x="1948202" y="368029"/>
        <a:ext cx="3233964" cy="1371985"/>
      </dsp:txXfrm>
    </dsp:sp>
    <dsp:sp modelId="{F5A965C5-5AFA-4FF3-A176-872EDD3A1977}">
      <dsp:nvSpPr>
        <dsp:cNvPr id="0" name=""/>
        <dsp:cNvSpPr/>
      </dsp:nvSpPr>
      <dsp:spPr>
        <a:xfrm>
          <a:off x="5745661" y="368029"/>
          <a:ext cx="1371985" cy="137198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C881C5-05AE-49A6-8A3D-3DF14F1538F1}">
      <dsp:nvSpPr>
        <dsp:cNvPr id="0" name=""/>
        <dsp:cNvSpPr/>
      </dsp:nvSpPr>
      <dsp:spPr>
        <a:xfrm>
          <a:off x="6033778" y="656145"/>
          <a:ext cx="795751" cy="7957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1C1A7C-56E4-4D29-B8D5-7FC6C846A577}">
      <dsp:nvSpPr>
        <dsp:cNvPr id="0" name=""/>
        <dsp:cNvSpPr/>
      </dsp:nvSpPr>
      <dsp:spPr>
        <a:xfrm>
          <a:off x="7411643"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90000"/>
            </a:lnSpc>
            <a:spcBef>
              <a:spcPct val="0"/>
            </a:spcBef>
            <a:spcAft>
              <a:spcPct val="35000"/>
            </a:spcAft>
            <a:buNone/>
          </a:pPr>
          <a:r>
            <a:rPr lang="en-US" sz="2100" kern="1200"/>
            <a:t>Increase in time to market as many labor-intensive manual steps become automated.</a:t>
          </a:r>
        </a:p>
      </dsp:txBody>
      <dsp:txXfrm>
        <a:off x="7411643" y="368029"/>
        <a:ext cx="3233964" cy="1371985"/>
      </dsp:txXfrm>
    </dsp:sp>
    <dsp:sp modelId="{CF1CF74C-64C8-468E-A9EF-78D400AD7402}">
      <dsp:nvSpPr>
        <dsp:cNvPr id="0" name=""/>
        <dsp:cNvSpPr/>
      </dsp:nvSpPr>
      <dsp:spPr>
        <a:xfrm>
          <a:off x="282221" y="2452790"/>
          <a:ext cx="1371985" cy="137198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AD4865-BA8B-4E33-959C-5C5F1374B22C}">
      <dsp:nvSpPr>
        <dsp:cNvPr id="0" name=""/>
        <dsp:cNvSpPr/>
      </dsp:nvSpPr>
      <dsp:spPr>
        <a:xfrm>
          <a:off x="570337" y="2740907"/>
          <a:ext cx="795751" cy="7957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43E2830-D61A-4865-AABD-8D77BDE47B2D}">
      <dsp:nvSpPr>
        <dsp:cNvPr id="0" name=""/>
        <dsp:cNvSpPr/>
      </dsp:nvSpPr>
      <dsp:spPr>
        <a:xfrm>
          <a:off x="1948202"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90000"/>
            </a:lnSpc>
            <a:spcBef>
              <a:spcPct val="0"/>
            </a:spcBef>
            <a:spcAft>
              <a:spcPct val="35000"/>
            </a:spcAft>
            <a:buNone/>
          </a:pPr>
          <a:r>
            <a:rPr lang="en-US" sz="2100" kern="1200"/>
            <a:t>Reduces overall project risk as deployments are consistent as well as infrastructure provisioning.</a:t>
          </a:r>
        </a:p>
      </dsp:txBody>
      <dsp:txXfrm>
        <a:off x="1948202" y="2452790"/>
        <a:ext cx="3233964" cy="1371985"/>
      </dsp:txXfrm>
    </dsp:sp>
    <dsp:sp modelId="{3B6D9FEF-C0DE-476D-A8A3-4F41EEB9DE09}">
      <dsp:nvSpPr>
        <dsp:cNvPr id="0" name=""/>
        <dsp:cNvSpPr/>
      </dsp:nvSpPr>
      <dsp:spPr>
        <a:xfrm>
          <a:off x="5745661" y="2452790"/>
          <a:ext cx="1371985" cy="137198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AB6014-7412-43C5-9983-45E67F36A05D}">
      <dsp:nvSpPr>
        <dsp:cNvPr id="0" name=""/>
        <dsp:cNvSpPr/>
      </dsp:nvSpPr>
      <dsp:spPr>
        <a:xfrm>
          <a:off x="6033778" y="2740907"/>
          <a:ext cx="795751" cy="79575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E5E0F4-F188-4D9E-A041-53034CB843B4}">
      <dsp:nvSpPr>
        <dsp:cNvPr id="0" name=""/>
        <dsp:cNvSpPr/>
      </dsp:nvSpPr>
      <dsp:spPr>
        <a:xfrm>
          <a:off x="7411643"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90000"/>
            </a:lnSpc>
            <a:spcBef>
              <a:spcPct val="0"/>
            </a:spcBef>
            <a:spcAft>
              <a:spcPct val="35000"/>
            </a:spcAft>
            <a:buNone/>
          </a:pPr>
          <a:r>
            <a:rPr lang="en-US" sz="2100" kern="1200"/>
            <a:t>Increases resources as people have more time to do other tasks.</a:t>
          </a:r>
        </a:p>
      </dsp:txBody>
      <dsp:txXfrm>
        <a:off x="7411643" y="2452790"/>
        <a:ext cx="3233964" cy="137198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F5C56A-EA79-4122-A30F-49EF06DD2A49}">
      <dsp:nvSpPr>
        <dsp:cNvPr id="0" name=""/>
        <dsp:cNvSpPr/>
      </dsp:nvSpPr>
      <dsp:spPr>
        <a:xfrm>
          <a:off x="0" y="0"/>
          <a:ext cx="8412480" cy="95729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Risk is always involved and can be detrimental to project success.</a:t>
          </a:r>
        </a:p>
      </dsp:txBody>
      <dsp:txXfrm>
        <a:off x="28038" y="28038"/>
        <a:ext cx="7298593" cy="901218"/>
      </dsp:txXfrm>
    </dsp:sp>
    <dsp:sp modelId="{EAA06990-DAFE-4947-A8D6-1949C4B63E5C}">
      <dsp:nvSpPr>
        <dsp:cNvPr id="0" name=""/>
        <dsp:cNvSpPr/>
      </dsp:nvSpPr>
      <dsp:spPr>
        <a:xfrm>
          <a:off x="704545" y="1131347"/>
          <a:ext cx="8412480" cy="957294"/>
        </a:xfrm>
        <a:prstGeom prst="roundRect">
          <a:avLst>
            <a:gd name="adj" fmla="val 10000"/>
          </a:avLst>
        </a:prstGeom>
        <a:gradFill rotWithShape="0">
          <a:gsLst>
            <a:gs pos="0">
              <a:schemeClr val="accent2">
                <a:hueOff val="-425792"/>
                <a:satOff val="1170"/>
                <a:lumOff val="784"/>
                <a:alphaOff val="0"/>
                <a:satMod val="103000"/>
                <a:lumMod val="102000"/>
                <a:tint val="94000"/>
              </a:schemeClr>
            </a:gs>
            <a:gs pos="50000">
              <a:schemeClr val="accent2">
                <a:hueOff val="-425792"/>
                <a:satOff val="1170"/>
                <a:lumOff val="784"/>
                <a:alphaOff val="0"/>
                <a:satMod val="110000"/>
                <a:lumMod val="100000"/>
                <a:shade val="100000"/>
              </a:schemeClr>
            </a:gs>
            <a:gs pos="100000">
              <a:schemeClr val="accent2">
                <a:hueOff val="-425792"/>
                <a:satOff val="1170"/>
                <a:lumOff val="78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Integrating AI introduces several risks.</a:t>
          </a:r>
        </a:p>
        <a:p>
          <a:pPr marL="114300" lvl="1" indent="-114300" algn="l" defTabSz="622300">
            <a:lnSpc>
              <a:spcPct val="90000"/>
            </a:lnSpc>
            <a:spcBef>
              <a:spcPct val="0"/>
            </a:spcBef>
            <a:spcAft>
              <a:spcPct val="15000"/>
            </a:spcAft>
            <a:buChar char="•"/>
          </a:pPr>
          <a:r>
            <a:rPr lang="en-US" sz="1400" kern="1200" dirty="0"/>
            <a:t>Main risks are data privacy, algorithm behavior, and Integration complexities with the legacy system.</a:t>
          </a:r>
        </a:p>
      </dsp:txBody>
      <dsp:txXfrm>
        <a:off x="732583" y="1159385"/>
        <a:ext cx="7029617" cy="901218"/>
      </dsp:txXfrm>
    </dsp:sp>
    <dsp:sp modelId="{B154698B-EE29-4606-B17E-E85D6E3AB399}">
      <dsp:nvSpPr>
        <dsp:cNvPr id="0" name=""/>
        <dsp:cNvSpPr/>
      </dsp:nvSpPr>
      <dsp:spPr>
        <a:xfrm>
          <a:off x="1398574" y="2262695"/>
          <a:ext cx="8412480" cy="957294"/>
        </a:xfrm>
        <a:prstGeom prst="roundRect">
          <a:avLst>
            <a:gd name="adj" fmla="val 10000"/>
          </a:avLst>
        </a:prstGeom>
        <a:gradFill rotWithShape="0">
          <a:gsLst>
            <a:gs pos="0">
              <a:schemeClr val="accent2">
                <a:hueOff val="-851583"/>
                <a:satOff val="2339"/>
                <a:lumOff val="1568"/>
                <a:alphaOff val="0"/>
                <a:satMod val="103000"/>
                <a:lumMod val="102000"/>
                <a:tint val="94000"/>
              </a:schemeClr>
            </a:gs>
            <a:gs pos="50000">
              <a:schemeClr val="accent2">
                <a:hueOff val="-851583"/>
                <a:satOff val="2339"/>
                <a:lumOff val="1568"/>
                <a:alphaOff val="0"/>
                <a:satMod val="110000"/>
                <a:lumMod val="100000"/>
                <a:shade val="100000"/>
              </a:schemeClr>
            </a:gs>
            <a:gs pos="100000">
              <a:schemeClr val="accent2">
                <a:hueOff val="-851583"/>
                <a:satOff val="2339"/>
                <a:lumOff val="156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Plan identifies, analyzes, mitigates, and monitors risks.</a:t>
          </a:r>
        </a:p>
      </dsp:txBody>
      <dsp:txXfrm>
        <a:off x="1426612" y="2290733"/>
        <a:ext cx="7040133" cy="901218"/>
      </dsp:txXfrm>
    </dsp:sp>
    <dsp:sp modelId="{EF8CEE80-4010-4A9C-8DCC-21B52C27C301}">
      <dsp:nvSpPr>
        <dsp:cNvPr id="0" name=""/>
        <dsp:cNvSpPr/>
      </dsp:nvSpPr>
      <dsp:spPr>
        <a:xfrm>
          <a:off x="2103119" y="3394043"/>
          <a:ext cx="8412480" cy="957294"/>
        </a:xfrm>
        <a:prstGeom prst="roundRect">
          <a:avLst>
            <a:gd name="adj" fmla="val 10000"/>
          </a:avLst>
        </a:prstGeom>
        <a:gradFill rotWithShape="0">
          <a:gsLst>
            <a:gs pos="0">
              <a:schemeClr val="accent2">
                <a:hueOff val="-1277375"/>
                <a:satOff val="3509"/>
                <a:lumOff val="2352"/>
                <a:alphaOff val="0"/>
                <a:satMod val="103000"/>
                <a:lumMod val="102000"/>
                <a:tint val="94000"/>
              </a:schemeClr>
            </a:gs>
            <a:gs pos="50000">
              <a:schemeClr val="accent2">
                <a:hueOff val="-1277375"/>
                <a:satOff val="3509"/>
                <a:lumOff val="2352"/>
                <a:alphaOff val="0"/>
                <a:satMod val="110000"/>
                <a:lumMod val="100000"/>
                <a:shade val="100000"/>
              </a:schemeClr>
            </a:gs>
            <a:gs pos="100000">
              <a:schemeClr val="accent2">
                <a:hueOff val="-1277375"/>
                <a:satOff val="3509"/>
                <a:lumOff val="235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Create stability, user trust, and compliance.</a:t>
          </a:r>
        </a:p>
      </dsp:txBody>
      <dsp:txXfrm>
        <a:off x="2131157" y="3422081"/>
        <a:ext cx="7029617" cy="901218"/>
      </dsp:txXfrm>
    </dsp:sp>
    <dsp:sp modelId="{C02621D8-1384-4C65-889C-90472B2CF907}">
      <dsp:nvSpPr>
        <dsp:cNvPr id="0" name=""/>
        <dsp:cNvSpPr/>
      </dsp:nvSpPr>
      <dsp:spPr>
        <a:xfrm>
          <a:off x="7790238" y="733200"/>
          <a:ext cx="622241" cy="622241"/>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7930242" y="733200"/>
        <a:ext cx="342233" cy="468236"/>
      </dsp:txXfrm>
    </dsp:sp>
    <dsp:sp modelId="{D51C721E-1C97-4CCC-92D9-299AA6390D9B}">
      <dsp:nvSpPr>
        <dsp:cNvPr id="0" name=""/>
        <dsp:cNvSpPr/>
      </dsp:nvSpPr>
      <dsp:spPr>
        <a:xfrm>
          <a:off x="8494783" y="1864548"/>
          <a:ext cx="622241" cy="622241"/>
        </a:xfrm>
        <a:prstGeom prst="downArrow">
          <a:avLst>
            <a:gd name="adj1" fmla="val 55000"/>
            <a:gd name="adj2" fmla="val 45000"/>
          </a:avLst>
        </a:prstGeom>
        <a:solidFill>
          <a:schemeClr val="accent2">
            <a:tint val="40000"/>
            <a:alpha val="90000"/>
            <a:hueOff val="-562340"/>
            <a:satOff val="2206"/>
            <a:lumOff val="283"/>
            <a:alphaOff val="0"/>
          </a:schemeClr>
        </a:solidFill>
        <a:ln w="12700" cap="flat" cmpd="sng" algn="ctr">
          <a:solidFill>
            <a:schemeClr val="accent2">
              <a:tint val="40000"/>
              <a:alpha val="90000"/>
              <a:hueOff val="-562340"/>
              <a:satOff val="2206"/>
              <a:lumOff val="283"/>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8634787" y="1864548"/>
        <a:ext cx="342233" cy="468236"/>
      </dsp:txXfrm>
    </dsp:sp>
    <dsp:sp modelId="{CF005205-ACF6-412F-A9D0-259440A6B1E1}">
      <dsp:nvSpPr>
        <dsp:cNvPr id="0" name=""/>
        <dsp:cNvSpPr/>
      </dsp:nvSpPr>
      <dsp:spPr>
        <a:xfrm>
          <a:off x="9188813" y="2995896"/>
          <a:ext cx="622241" cy="622241"/>
        </a:xfrm>
        <a:prstGeom prst="downArrow">
          <a:avLst>
            <a:gd name="adj1" fmla="val 55000"/>
            <a:gd name="adj2" fmla="val 45000"/>
          </a:avLst>
        </a:prstGeom>
        <a:solidFill>
          <a:schemeClr val="accent2">
            <a:tint val="40000"/>
            <a:alpha val="90000"/>
            <a:hueOff val="-1124680"/>
            <a:satOff val="4413"/>
            <a:lumOff val="566"/>
            <a:alphaOff val="0"/>
          </a:schemeClr>
        </a:solidFill>
        <a:ln w="12700" cap="flat" cmpd="sng" algn="ctr">
          <a:solidFill>
            <a:schemeClr val="accent2">
              <a:tint val="40000"/>
              <a:alpha val="90000"/>
              <a:hueOff val="-1124680"/>
              <a:satOff val="4413"/>
              <a:lumOff val="56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9328817" y="2995896"/>
        <a:ext cx="342233" cy="46823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4012F6-5751-4962-83E6-C1E258C3048F}">
      <dsp:nvSpPr>
        <dsp:cNvPr id="0" name=""/>
        <dsp:cNvSpPr/>
      </dsp:nvSpPr>
      <dsp:spPr>
        <a:xfrm>
          <a:off x="0" y="511"/>
          <a:ext cx="10927829" cy="119765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9F7907-5C4D-4E17-A115-E24464F06EBF}">
      <dsp:nvSpPr>
        <dsp:cNvPr id="0" name=""/>
        <dsp:cNvSpPr/>
      </dsp:nvSpPr>
      <dsp:spPr>
        <a:xfrm>
          <a:off x="362289" y="269983"/>
          <a:ext cx="658708" cy="65870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C6066D-D230-4DEA-A1BE-3B65C5FB209B}">
      <dsp:nvSpPr>
        <dsp:cNvPr id="0" name=""/>
        <dsp:cNvSpPr/>
      </dsp:nvSpPr>
      <dsp:spPr>
        <a:xfrm>
          <a:off x="1383287" y="511"/>
          <a:ext cx="4917523" cy="11976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751" tIns="126751" rIns="126751" bIns="126751" numCol="1" spcCol="1270" anchor="ctr" anchorCtr="0">
          <a:noAutofit/>
        </a:bodyPr>
        <a:lstStyle/>
        <a:p>
          <a:pPr marL="0" lvl="0" indent="0" algn="l" defTabSz="889000">
            <a:lnSpc>
              <a:spcPct val="90000"/>
            </a:lnSpc>
            <a:spcBef>
              <a:spcPct val="0"/>
            </a:spcBef>
            <a:spcAft>
              <a:spcPct val="35000"/>
            </a:spcAft>
            <a:buNone/>
          </a:pPr>
          <a:r>
            <a:rPr lang="en-US" sz="2000" kern="1200"/>
            <a:t>Scope creep is an issue for most projects.</a:t>
          </a:r>
        </a:p>
      </dsp:txBody>
      <dsp:txXfrm>
        <a:off x="1383287" y="511"/>
        <a:ext cx="4917523" cy="1197651"/>
      </dsp:txXfrm>
    </dsp:sp>
    <dsp:sp modelId="{00F17131-6C4A-4A06-9EDA-30E8FDCAF1DF}">
      <dsp:nvSpPr>
        <dsp:cNvPr id="0" name=""/>
        <dsp:cNvSpPr/>
      </dsp:nvSpPr>
      <dsp:spPr>
        <a:xfrm>
          <a:off x="6300810" y="511"/>
          <a:ext cx="4627018" cy="11976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751" tIns="126751" rIns="126751" bIns="126751" numCol="1" spcCol="1270" anchor="ctr" anchorCtr="0">
          <a:noAutofit/>
        </a:bodyPr>
        <a:lstStyle/>
        <a:p>
          <a:pPr marL="0" lvl="0" indent="0" algn="l" defTabSz="666750">
            <a:lnSpc>
              <a:spcPct val="90000"/>
            </a:lnSpc>
            <a:spcBef>
              <a:spcPct val="0"/>
            </a:spcBef>
            <a:spcAft>
              <a:spcPct val="35000"/>
            </a:spcAft>
            <a:buNone/>
          </a:pPr>
          <a:r>
            <a:rPr lang="en-US" sz="1500" kern="1200"/>
            <a:t>The requirements and features of a project expand without adding additional time or resources.</a:t>
          </a:r>
        </a:p>
      </dsp:txBody>
      <dsp:txXfrm>
        <a:off x="6300810" y="511"/>
        <a:ext cx="4627018" cy="1197651"/>
      </dsp:txXfrm>
    </dsp:sp>
    <dsp:sp modelId="{8D598FD9-53A1-4AE0-BEC8-F241E099D18B}">
      <dsp:nvSpPr>
        <dsp:cNvPr id="0" name=""/>
        <dsp:cNvSpPr/>
      </dsp:nvSpPr>
      <dsp:spPr>
        <a:xfrm>
          <a:off x="0" y="1497576"/>
          <a:ext cx="10927829" cy="119765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9CBC3E-9925-4CA3-A554-04E2682FF924}">
      <dsp:nvSpPr>
        <dsp:cNvPr id="0" name=""/>
        <dsp:cNvSpPr/>
      </dsp:nvSpPr>
      <dsp:spPr>
        <a:xfrm>
          <a:off x="362289" y="1767048"/>
          <a:ext cx="658708" cy="65870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75142CE-A381-49EC-8443-3E10043C3967}">
      <dsp:nvSpPr>
        <dsp:cNvPr id="0" name=""/>
        <dsp:cNvSpPr/>
      </dsp:nvSpPr>
      <dsp:spPr>
        <a:xfrm>
          <a:off x="1383287" y="1497576"/>
          <a:ext cx="4917523" cy="11976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751" tIns="126751" rIns="126751" bIns="126751" numCol="1" spcCol="1270" anchor="ctr" anchorCtr="0">
          <a:noAutofit/>
        </a:bodyPr>
        <a:lstStyle/>
        <a:p>
          <a:pPr marL="0" lvl="0" indent="0" algn="l" defTabSz="889000">
            <a:lnSpc>
              <a:spcPct val="90000"/>
            </a:lnSpc>
            <a:spcBef>
              <a:spcPct val="0"/>
            </a:spcBef>
            <a:spcAft>
              <a:spcPct val="35000"/>
            </a:spcAft>
            <a:buNone/>
          </a:pPr>
          <a:r>
            <a:rPr lang="en-US" sz="2000" kern="1200"/>
            <a:t>Implementation of Delphi Method is recommended.</a:t>
          </a:r>
        </a:p>
      </dsp:txBody>
      <dsp:txXfrm>
        <a:off x="1383287" y="1497576"/>
        <a:ext cx="4917523" cy="1197651"/>
      </dsp:txXfrm>
    </dsp:sp>
    <dsp:sp modelId="{1E70B810-5BB7-4FF2-8FCA-435B3995C45F}">
      <dsp:nvSpPr>
        <dsp:cNvPr id="0" name=""/>
        <dsp:cNvSpPr/>
      </dsp:nvSpPr>
      <dsp:spPr>
        <a:xfrm>
          <a:off x="6300810" y="1497576"/>
          <a:ext cx="4627018" cy="11976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751" tIns="126751" rIns="126751" bIns="126751" numCol="1" spcCol="1270" anchor="ctr" anchorCtr="0">
          <a:noAutofit/>
        </a:bodyPr>
        <a:lstStyle/>
        <a:p>
          <a:pPr marL="0" lvl="0" indent="0" algn="l" defTabSz="666750">
            <a:lnSpc>
              <a:spcPct val="90000"/>
            </a:lnSpc>
            <a:spcBef>
              <a:spcPct val="0"/>
            </a:spcBef>
            <a:spcAft>
              <a:spcPct val="35000"/>
            </a:spcAft>
            <a:buNone/>
          </a:pPr>
          <a:r>
            <a:rPr lang="en-US" sz="1500" kern="1200"/>
            <a:t>Allows engagement from all key stakeholders in the project to anonymously answer questions and identify risks within the project.</a:t>
          </a:r>
        </a:p>
      </dsp:txBody>
      <dsp:txXfrm>
        <a:off x="6300810" y="1497576"/>
        <a:ext cx="4627018" cy="1197651"/>
      </dsp:txXfrm>
    </dsp:sp>
    <dsp:sp modelId="{0A26F7CC-2FC9-4ED7-BA47-A692DE71F41A}">
      <dsp:nvSpPr>
        <dsp:cNvPr id="0" name=""/>
        <dsp:cNvSpPr/>
      </dsp:nvSpPr>
      <dsp:spPr>
        <a:xfrm>
          <a:off x="0" y="2994641"/>
          <a:ext cx="10927829" cy="119765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EF10FC-95FF-4182-A2E7-2D53A568FFF4}">
      <dsp:nvSpPr>
        <dsp:cNvPr id="0" name=""/>
        <dsp:cNvSpPr/>
      </dsp:nvSpPr>
      <dsp:spPr>
        <a:xfrm>
          <a:off x="362289" y="3264113"/>
          <a:ext cx="658708" cy="65870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D7F1A5A-C546-4B6D-BDF2-222AA550BE53}">
      <dsp:nvSpPr>
        <dsp:cNvPr id="0" name=""/>
        <dsp:cNvSpPr/>
      </dsp:nvSpPr>
      <dsp:spPr>
        <a:xfrm>
          <a:off x="1383287" y="2994641"/>
          <a:ext cx="9544541" cy="11976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751" tIns="126751" rIns="126751" bIns="126751" numCol="1" spcCol="1270" anchor="ctr" anchorCtr="0">
          <a:noAutofit/>
        </a:bodyPr>
        <a:lstStyle/>
        <a:p>
          <a:pPr marL="0" lvl="0" indent="0" algn="l" defTabSz="889000">
            <a:lnSpc>
              <a:spcPct val="90000"/>
            </a:lnSpc>
            <a:spcBef>
              <a:spcPct val="0"/>
            </a:spcBef>
            <a:spcAft>
              <a:spcPct val="35000"/>
            </a:spcAft>
            <a:buNone/>
          </a:pPr>
          <a:r>
            <a:rPr lang="en-US" sz="2000" kern="1200"/>
            <a:t>Steps: Defining the problem, assemble a panel of experts and key stakeholders, participate in an anonymous survey to provide their feedback, initial responses are gathered and put to the panel for questioning, repeat until risks are identified.</a:t>
          </a:r>
        </a:p>
      </dsp:txBody>
      <dsp:txXfrm>
        <a:off x="1383287" y="2994641"/>
        <a:ext cx="9544541" cy="119765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CB9542-8924-48D8-B9B2-8668CDDD5E1D}">
      <dsp:nvSpPr>
        <dsp:cNvPr id="0" name=""/>
        <dsp:cNvSpPr/>
      </dsp:nvSpPr>
      <dsp:spPr>
        <a:xfrm rot="5400000">
          <a:off x="3515164" y="-1311562"/>
          <a:ext cx="872804" cy="3719121"/>
        </a:xfrm>
        <a:prstGeom prst="round2Same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a:t>AI engineers, security, software engineers, mobile developers, compliance.</a:t>
          </a:r>
        </a:p>
      </dsp:txBody>
      <dsp:txXfrm rot="-5400000">
        <a:off x="2092006" y="154203"/>
        <a:ext cx="3676514" cy="787590"/>
      </dsp:txXfrm>
    </dsp:sp>
    <dsp:sp modelId="{4AEA90F0-57B3-429B-B83C-363E49E45C53}">
      <dsp:nvSpPr>
        <dsp:cNvPr id="0" name=""/>
        <dsp:cNvSpPr/>
      </dsp:nvSpPr>
      <dsp:spPr>
        <a:xfrm>
          <a:off x="0" y="2495"/>
          <a:ext cx="2092006" cy="1091005"/>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a:t>Expert Interviews with key stakeholders.</a:t>
          </a:r>
        </a:p>
      </dsp:txBody>
      <dsp:txXfrm>
        <a:off x="53258" y="55753"/>
        <a:ext cx="1985490" cy="984489"/>
      </dsp:txXfrm>
    </dsp:sp>
    <dsp:sp modelId="{D9CD3A04-1856-494A-80D0-107446F4C3A4}">
      <dsp:nvSpPr>
        <dsp:cNvPr id="0" name=""/>
        <dsp:cNvSpPr/>
      </dsp:nvSpPr>
      <dsp:spPr>
        <a:xfrm rot="5400000">
          <a:off x="3515164" y="-166007"/>
          <a:ext cx="872804" cy="3719121"/>
        </a:xfrm>
        <a:prstGeom prst="round2Same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a:t>Past projects highlight scope creep when mobile development is involved.</a:t>
          </a:r>
        </a:p>
      </dsp:txBody>
      <dsp:txXfrm rot="-5400000">
        <a:off x="2092006" y="1299758"/>
        <a:ext cx="3676514" cy="787590"/>
      </dsp:txXfrm>
    </dsp:sp>
    <dsp:sp modelId="{AB581673-9813-4FE7-8FCB-8C33CB345270}">
      <dsp:nvSpPr>
        <dsp:cNvPr id="0" name=""/>
        <dsp:cNvSpPr/>
      </dsp:nvSpPr>
      <dsp:spPr>
        <a:xfrm>
          <a:off x="0" y="1148051"/>
          <a:ext cx="2092006" cy="1091005"/>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a:t>Historical project data reviews.</a:t>
          </a:r>
        </a:p>
      </dsp:txBody>
      <dsp:txXfrm>
        <a:off x="53258" y="1201309"/>
        <a:ext cx="1985490" cy="984489"/>
      </dsp:txXfrm>
    </dsp:sp>
    <dsp:sp modelId="{FA6D68B4-C127-4448-BDAF-2220C193165C}">
      <dsp:nvSpPr>
        <dsp:cNvPr id="0" name=""/>
        <dsp:cNvSpPr/>
      </dsp:nvSpPr>
      <dsp:spPr>
        <a:xfrm rot="5400000">
          <a:off x="3515164" y="979548"/>
          <a:ext cx="872804" cy="3719121"/>
        </a:xfrm>
        <a:prstGeom prst="round2Same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a:t>Brainstorming of risks collectively with key stakeholders.</a:t>
          </a:r>
        </a:p>
      </dsp:txBody>
      <dsp:txXfrm rot="-5400000">
        <a:off x="2092006" y="2445314"/>
        <a:ext cx="3676514" cy="787590"/>
      </dsp:txXfrm>
    </dsp:sp>
    <dsp:sp modelId="{26275A58-9F0D-46B6-997B-C9FEC2153BE7}">
      <dsp:nvSpPr>
        <dsp:cNvPr id="0" name=""/>
        <dsp:cNvSpPr/>
      </dsp:nvSpPr>
      <dsp:spPr>
        <a:xfrm>
          <a:off x="0" y="2293606"/>
          <a:ext cx="2092006" cy="1091005"/>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a:t>Risk assessment workshops were conducted.</a:t>
          </a:r>
        </a:p>
      </dsp:txBody>
      <dsp:txXfrm>
        <a:off x="53258" y="2346864"/>
        <a:ext cx="1985490" cy="984489"/>
      </dsp:txXfrm>
    </dsp:sp>
    <dsp:sp modelId="{D04778D4-E95B-40F2-9129-CE1019A51609}">
      <dsp:nvSpPr>
        <dsp:cNvPr id="0" name=""/>
        <dsp:cNvSpPr/>
      </dsp:nvSpPr>
      <dsp:spPr>
        <a:xfrm rot="5400000">
          <a:off x="3515164" y="2125104"/>
          <a:ext cx="872804" cy="3719121"/>
        </a:xfrm>
        <a:prstGeom prst="round2Same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a:t>NIST AI Risk Management Framework &amp; IBM AI Risk Management.</a:t>
          </a:r>
        </a:p>
      </dsp:txBody>
      <dsp:txXfrm rot="-5400000">
        <a:off x="2092006" y="3590870"/>
        <a:ext cx="3676514" cy="787590"/>
      </dsp:txXfrm>
    </dsp:sp>
    <dsp:sp modelId="{D63CF338-8F37-4DCE-82B0-AD279F1BA8CC}">
      <dsp:nvSpPr>
        <dsp:cNvPr id="0" name=""/>
        <dsp:cNvSpPr/>
      </dsp:nvSpPr>
      <dsp:spPr>
        <a:xfrm>
          <a:off x="0" y="3439162"/>
          <a:ext cx="2092006" cy="1091005"/>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a:t>Industry frameworks were consulted.</a:t>
          </a:r>
        </a:p>
      </dsp:txBody>
      <dsp:txXfrm>
        <a:off x="53258" y="3492420"/>
        <a:ext cx="1985490" cy="984489"/>
      </dsp:txXfrm>
    </dsp:sp>
    <dsp:sp modelId="{5440462F-2EF2-4E2C-8CDA-5022C8417A76}">
      <dsp:nvSpPr>
        <dsp:cNvPr id="0" name=""/>
        <dsp:cNvSpPr/>
      </dsp:nvSpPr>
      <dsp:spPr>
        <a:xfrm>
          <a:off x="0" y="4584718"/>
          <a:ext cx="2092006" cy="1091005"/>
        </a:xfrm>
        <a:prstGeom prst="round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a:t>Central repository of risks in risk register.</a:t>
          </a:r>
        </a:p>
      </dsp:txBody>
      <dsp:txXfrm>
        <a:off x="53258" y="4637976"/>
        <a:ext cx="1985490" cy="98448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004BC1-DB1F-43A3-BC8C-AEA64E3C580F}">
      <dsp:nvSpPr>
        <dsp:cNvPr id="0" name=""/>
        <dsp:cNvSpPr/>
      </dsp:nvSpPr>
      <dsp:spPr>
        <a:xfrm>
          <a:off x="393" y="446710"/>
          <a:ext cx="1098562" cy="10985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3CE1C3C-4212-4FC7-8326-1E3E7607F709}">
      <dsp:nvSpPr>
        <dsp:cNvPr id="0" name=""/>
        <dsp:cNvSpPr/>
      </dsp:nvSpPr>
      <dsp:spPr>
        <a:xfrm>
          <a:off x="393" y="1694229"/>
          <a:ext cx="3138750" cy="470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100000"/>
            </a:lnSpc>
            <a:spcBef>
              <a:spcPct val="0"/>
            </a:spcBef>
            <a:spcAft>
              <a:spcPct val="35000"/>
            </a:spcAft>
            <a:buNone/>
            <a:defRPr b="1"/>
          </a:pPr>
          <a:r>
            <a:rPr lang="en-US" sz="2300" kern="1200"/>
            <a:t>Data Privacy</a:t>
          </a:r>
        </a:p>
      </dsp:txBody>
      <dsp:txXfrm>
        <a:off x="393" y="1694229"/>
        <a:ext cx="3138750" cy="470812"/>
      </dsp:txXfrm>
    </dsp:sp>
    <dsp:sp modelId="{EBD85AB2-A4C0-46CB-A69B-EFD3A4367CF8}">
      <dsp:nvSpPr>
        <dsp:cNvPr id="0" name=""/>
        <dsp:cNvSpPr/>
      </dsp:nvSpPr>
      <dsp:spPr>
        <a:xfrm>
          <a:off x="393" y="2234323"/>
          <a:ext cx="3138750" cy="1676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Large volume of customer data is required.</a:t>
          </a:r>
        </a:p>
        <a:p>
          <a:pPr marL="0" lvl="0" indent="0" algn="l" defTabSz="755650">
            <a:lnSpc>
              <a:spcPct val="100000"/>
            </a:lnSpc>
            <a:spcBef>
              <a:spcPct val="0"/>
            </a:spcBef>
            <a:spcAft>
              <a:spcPct val="35000"/>
            </a:spcAft>
            <a:buNone/>
          </a:pPr>
          <a:r>
            <a:rPr lang="en-US" sz="1700" kern="1200"/>
            <a:t>Mismanagement leads to loss of customer trust, regulatory fines and violations, and overall harm to the reputation of the company.</a:t>
          </a:r>
        </a:p>
      </dsp:txBody>
      <dsp:txXfrm>
        <a:off x="393" y="2234323"/>
        <a:ext cx="3138750" cy="1676490"/>
      </dsp:txXfrm>
    </dsp:sp>
    <dsp:sp modelId="{65AF1C52-8CB5-4E93-AE5B-087FC047539D}">
      <dsp:nvSpPr>
        <dsp:cNvPr id="0" name=""/>
        <dsp:cNvSpPr/>
      </dsp:nvSpPr>
      <dsp:spPr>
        <a:xfrm>
          <a:off x="3688425" y="446710"/>
          <a:ext cx="1098562" cy="10985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DF73CE-09D9-4C7F-BB54-4AA67564DE9E}">
      <dsp:nvSpPr>
        <dsp:cNvPr id="0" name=""/>
        <dsp:cNvSpPr/>
      </dsp:nvSpPr>
      <dsp:spPr>
        <a:xfrm>
          <a:off x="3688425" y="1694229"/>
          <a:ext cx="3138750" cy="470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100000"/>
            </a:lnSpc>
            <a:spcBef>
              <a:spcPct val="0"/>
            </a:spcBef>
            <a:spcAft>
              <a:spcPct val="35000"/>
            </a:spcAft>
            <a:buNone/>
            <a:defRPr b="1"/>
          </a:pPr>
          <a:r>
            <a:rPr lang="en-US" sz="2300" kern="1200"/>
            <a:t>Algorithm Behavior</a:t>
          </a:r>
        </a:p>
      </dsp:txBody>
      <dsp:txXfrm>
        <a:off x="3688425" y="1694229"/>
        <a:ext cx="3138750" cy="470812"/>
      </dsp:txXfrm>
    </dsp:sp>
    <dsp:sp modelId="{F59776B2-B67C-4714-9EFD-96B0234415AD}">
      <dsp:nvSpPr>
        <dsp:cNvPr id="0" name=""/>
        <dsp:cNvSpPr/>
      </dsp:nvSpPr>
      <dsp:spPr>
        <a:xfrm>
          <a:off x="3688425" y="2234323"/>
          <a:ext cx="3138750" cy="1676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Sometimes produce strange or inaccurate results.</a:t>
          </a:r>
        </a:p>
        <a:p>
          <a:pPr marL="0" lvl="0" indent="0" algn="l" defTabSz="755650">
            <a:lnSpc>
              <a:spcPct val="100000"/>
            </a:lnSpc>
            <a:spcBef>
              <a:spcPct val="0"/>
            </a:spcBef>
            <a:spcAft>
              <a:spcPct val="35000"/>
            </a:spcAft>
            <a:buNone/>
          </a:pPr>
          <a:r>
            <a:rPr lang="en-US" sz="1700" kern="1200"/>
            <a:t>Lead to disruptions in service among other negatives.</a:t>
          </a:r>
        </a:p>
      </dsp:txBody>
      <dsp:txXfrm>
        <a:off x="3688425" y="2234323"/>
        <a:ext cx="3138750" cy="1676490"/>
      </dsp:txXfrm>
    </dsp:sp>
    <dsp:sp modelId="{E13ABD78-00FD-43FB-A17A-A0D58BBAC363}">
      <dsp:nvSpPr>
        <dsp:cNvPr id="0" name=""/>
        <dsp:cNvSpPr/>
      </dsp:nvSpPr>
      <dsp:spPr>
        <a:xfrm>
          <a:off x="7376456" y="446710"/>
          <a:ext cx="1098562" cy="10985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EFC9D53-6E8B-4D9E-B3C4-7A6DCF2DA001}">
      <dsp:nvSpPr>
        <dsp:cNvPr id="0" name=""/>
        <dsp:cNvSpPr/>
      </dsp:nvSpPr>
      <dsp:spPr>
        <a:xfrm>
          <a:off x="7376456" y="1694229"/>
          <a:ext cx="3138750" cy="470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100000"/>
            </a:lnSpc>
            <a:spcBef>
              <a:spcPct val="0"/>
            </a:spcBef>
            <a:spcAft>
              <a:spcPct val="35000"/>
            </a:spcAft>
            <a:buNone/>
            <a:defRPr b="1"/>
          </a:pPr>
          <a:r>
            <a:rPr lang="en-US" sz="2300" kern="1200"/>
            <a:t>Integration Complexity</a:t>
          </a:r>
        </a:p>
      </dsp:txBody>
      <dsp:txXfrm>
        <a:off x="7376456" y="1694229"/>
        <a:ext cx="3138750" cy="470812"/>
      </dsp:txXfrm>
    </dsp:sp>
    <dsp:sp modelId="{FDAA5208-9673-47B4-B09C-8A704D5D726F}">
      <dsp:nvSpPr>
        <dsp:cNvPr id="0" name=""/>
        <dsp:cNvSpPr/>
      </dsp:nvSpPr>
      <dsp:spPr>
        <a:xfrm>
          <a:off x="7376456" y="2234323"/>
          <a:ext cx="3138750" cy="1676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Can be compatibility issues with legacy systems.</a:t>
          </a:r>
        </a:p>
        <a:p>
          <a:pPr marL="0" lvl="0" indent="0" algn="l" defTabSz="755650">
            <a:lnSpc>
              <a:spcPct val="100000"/>
            </a:lnSpc>
            <a:spcBef>
              <a:spcPct val="0"/>
            </a:spcBef>
            <a:spcAft>
              <a:spcPct val="35000"/>
            </a:spcAft>
            <a:buNone/>
          </a:pPr>
          <a:r>
            <a:rPr lang="en-US" sz="1700" kern="1200"/>
            <a:t>Lead to delays in implementation.</a:t>
          </a:r>
        </a:p>
      </dsp:txBody>
      <dsp:txXfrm>
        <a:off x="7376456" y="2234323"/>
        <a:ext cx="3138750" cy="167649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D893DE-E097-4FE5-8844-4E0E40CF9F2F}">
      <dsp:nvSpPr>
        <dsp:cNvPr id="0" name=""/>
        <dsp:cNvSpPr/>
      </dsp:nvSpPr>
      <dsp:spPr>
        <a:xfrm>
          <a:off x="587715" y="351481"/>
          <a:ext cx="4769703" cy="4769703"/>
        </a:xfrm>
        <a:prstGeom prst="pie">
          <a:avLst>
            <a:gd name="adj1" fmla="val 16200000"/>
            <a:gd name="adj2" fmla="val 2052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a:t>Based on the NIST AI Risk Management Framework.</a:t>
          </a:r>
        </a:p>
      </dsp:txBody>
      <dsp:txXfrm>
        <a:off x="3075910" y="1153246"/>
        <a:ext cx="1533119" cy="1022079"/>
      </dsp:txXfrm>
    </dsp:sp>
    <dsp:sp modelId="{48D9AA3C-CFEC-4A6C-B0D5-5780B131D036}">
      <dsp:nvSpPr>
        <dsp:cNvPr id="0" name=""/>
        <dsp:cNvSpPr/>
      </dsp:nvSpPr>
      <dsp:spPr>
        <a:xfrm>
          <a:off x="628598" y="478673"/>
          <a:ext cx="4769703" cy="4769703"/>
        </a:xfrm>
        <a:prstGeom prst="pie">
          <a:avLst>
            <a:gd name="adj1" fmla="val 20520000"/>
            <a:gd name="adj2" fmla="val 324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a:t>Includes Probability-Impact Matrix for prioritization.</a:t>
          </a:r>
        </a:p>
      </dsp:txBody>
      <dsp:txXfrm>
        <a:off x="3700514" y="2657974"/>
        <a:ext cx="1419554" cy="1135643"/>
      </dsp:txXfrm>
    </dsp:sp>
    <dsp:sp modelId="{1304D4C2-9B90-45B2-A625-C60C588CA1A6}">
      <dsp:nvSpPr>
        <dsp:cNvPr id="0" name=""/>
        <dsp:cNvSpPr/>
      </dsp:nvSpPr>
      <dsp:spPr>
        <a:xfrm>
          <a:off x="520712" y="557033"/>
          <a:ext cx="4769703" cy="4769703"/>
        </a:xfrm>
        <a:prstGeom prst="pie">
          <a:avLst>
            <a:gd name="adj1" fmla="val 3240000"/>
            <a:gd name="adj2" fmla="val 756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a:t>Continuous monitoring and documentation elements.</a:t>
          </a:r>
        </a:p>
      </dsp:txBody>
      <dsp:txXfrm>
        <a:off x="2224177" y="3907182"/>
        <a:ext cx="1362772" cy="1249208"/>
      </dsp:txXfrm>
    </dsp:sp>
    <dsp:sp modelId="{F7A999A2-660E-4ACC-A17B-A91C2BABA302}">
      <dsp:nvSpPr>
        <dsp:cNvPr id="0" name=""/>
        <dsp:cNvSpPr/>
      </dsp:nvSpPr>
      <dsp:spPr>
        <a:xfrm>
          <a:off x="412825" y="478673"/>
          <a:ext cx="4769703" cy="4769703"/>
        </a:xfrm>
        <a:prstGeom prst="pie">
          <a:avLst>
            <a:gd name="adj1" fmla="val 7560000"/>
            <a:gd name="adj2" fmla="val 1188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a:t>Early identification and assessment of risks.</a:t>
          </a:r>
        </a:p>
      </dsp:txBody>
      <dsp:txXfrm>
        <a:off x="691058" y="2657974"/>
        <a:ext cx="1419554" cy="1135643"/>
      </dsp:txXfrm>
    </dsp:sp>
    <dsp:sp modelId="{66FD50DC-8D53-41FF-97B7-BAB4995713BD}">
      <dsp:nvSpPr>
        <dsp:cNvPr id="0" name=""/>
        <dsp:cNvSpPr/>
      </dsp:nvSpPr>
      <dsp:spPr>
        <a:xfrm>
          <a:off x="453709" y="351481"/>
          <a:ext cx="4769703" cy="4769703"/>
        </a:xfrm>
        <a:prstGeom prst="pie">
          <a:avLst>
            <a:gd name="adj1" fmla="val 11880000"/>
            <a:gd name="adj2" fmla="val 1620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a:t>Proactive and ongoing mitigation efforts.</a:t>
          </a:r>
        </a:p>
      </dsp:txBody>
      <dsp:txXfrm>
        <a:off x="1202098" y="1153246"/>
        <a:ext cx="1533119" cy="1022079"/>
      </dsp:txXfrm>
    </dsp:sp>
    <dsp:sp modelId="{25FD04BE-5AA6-4302-B543-D00C80C8B7B9}">
      <dsp:nvSpPr>
        <dsp:cNvPr id="0" name=""/>
        <dsp:cNvSpPr/>
      </dsp:nvSpPr>
      <dsp:spPr>
        <a:xfrm>
          <a:off x="292222" y="56214"/>
          <a:ext cx="5360238" cy="5360238"/>
        </a:xfrm>
        <a:prstGeom prst="circularArrow">
          <a:avLst>
            <a:gd name="adj1" fmla="val 5085"/>
            <a:gd name="adj2" fmla="val 327528"/>
            <a:gd name="adj3" fmla="val 20192361"/>
            <a:gd name="adj4" fmla="val 16200324"/>
            <a:gd name="adj5" fmla="val 5932"/>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1DB73F0-D4C3-436B-AE91-B28A5D44132F}">
      <dsp:nvSpPr>
        <dsp:cNvPr id="0" name=""/>
        <dsp:cNvSpPr/>
      </dsp:nvSpPr>
      <dsp:spPr>
        <a:xfrm>
          <a:off x="333660" y="183364"/>
          <a:ext cx="5360238" cy="5360238"/>
        </a:xfrm>
        <a:prstGeom prst="circularArrow">
          <a:avLst>
            <a:gd name="adj1" fmla="val 5085"/>
            <a:gd name="adj2" fmla="val 327528"/>
            <a:gd name="adj3" fmla="val 2912753"/>
            <a:gd name="adj4" fmla="val 20519953"/>
            <a:gd name="adj5" fmla="val 5932"/>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6648F7F-57EC-4E98-A513-6BC226987455}">
      <dsp:nvSpPr>
        <dsp:cNvPr id="0" name=""/>
        <dsp:cNvSpPr/>
      </dsp:nvSpPr>
      <dsp:spPr>
        <a:xfrm>
          <a:off x="225444" y="261963"/>
          <a:ext cx="5360238" cy="5360238"/>
        </a:xfrm>
        <a:prstGeom prst="circularArrow">
          <a:avLst>
            <a:gd name="adj1" fmla="val 5085"/>
            <a:gd name="adj2" fmla="val 327528"/>
            <a:gd name="adj3" fmla="val 7232777"/>
            <a:gd name="adj4" fmla="val 3239695"/>
            <a:gd name="adj5" fmla="val 5932"/>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F9F2022-FDCD-4AE5-BBB7-57428025FBB0}">
      <dsp:nvSpPr>
        <dsp:cNvPr id="0" name=""/>
        <dsp:cNvSpPr/>
      </dsp:nvSpPr>
      <dsp:spPr>
        <a:xfrm>
          <a:off x="117228" y="183364"/>
          <a:ext cx="5360238" cy="5360238"/>
        </a:xfrm>
        <a:prstGeom prst="circularArrow">
          <a:avLst>
            <a:gd name="adj1" fmla="val 5085"/>
            <a:gd name="adj2" fmla="val 327528"/>
            <a:gd name="adj3" fmla="val 11552519"/>
            <a:gd name="adj4" fmla="val 7559718"/>
            <a:gd name="adj5" fmla="val 5932"/>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196315E-5527-41B1-845D-5191F0B1F122}">
      <dsp:nvSpPr>
        <dsp:cNvPr id="0" name=""/>
        <dsp:cNvSpPr/>
      </dsp:nvSpPr>
      <dsp:spPr>
        <a:xfrm>
          <a:off x="158666" y="56214"/>
          <a:ext cx="5360238" cy="5360238"/>
        </a:xfrm>
        <a:prstGeom prst="circularArrow">
          <a:avLst>
            <a:gd name="adj1" fmla="val 5085"/>
            <a:gd name="adj2" fmla="val 327528"/>
            <a:gd name="adj3" fmla="val 15872148"/>
            <a:gd name="adj4" fmla="val 11880111"/>
            <a:gd name="adj5" fmla="val 5932"/>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F2C1E9-D961-43DC-AAFF-4C3853C1C0C3}">
      <dsp:nvSpPr>
        <dsp:cNvPr id="0" name=""/>
        <dsp:cNvSpPr/>
      </dsp:nvSpPr>
      <dsp:spPr>
        <a:xfrm>
          <a:off x="393" y="499648"/>
          <a:ext cx="1098562" cy="10985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62E833-254A-4649-81A1-B372728B8519}">
      <dsp:nvSpPr>
        <dsp:cNvPr id="0" name=""/>
        <dsp:cNvSpPr/>
      </dsp:nvSpPr>
      <dsp:spPr>
        <a:xfrm>
          <a:off x="393" y="1742413"/>
          <a:ext cx="3138750" cy="1125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90000"/>
            </a:lnSpc>
            <a:spcBef>
              <a:spcPct val="0"/>
            </a:spcBef>
            <a:spcAft>
              <a:spcPct val="35000"/>
            </a:spcAft>
            <a:buNone/>
            <a:defRPr b="1"/>
          </a:pPr>
          <a:r>
            <a:rPr lang="en-US" sz="2000" kern="1200"/>
            <a:t>Probability-Impact Matrix used to score risks.</a:t>
          </a:r>
        </a:p>
      </dsp:txBody>
      <dsp:txXfrm>
        <a:off x="393" y="1742413"/>
        <a:ext cx="3138750" cy="1125076"/>
      </dsp:txXfrm>
    </dsp:sp>
    <dsp:sp modelId="{20676EBC-33B7-47EF-ADF7-7171949A3CAF}">
      <dsp:nvSpPr>
        <dsp:cNvPr id="0" name=""/>
        <dsp:cNvSpPr/>
      </dsp:nvSpPr>
      <dsp:spPr>
        <a:xfrm>
          <a:off x="393" y="2934561"/>
          <a:ext cx="3138750" cy="918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90000"/>
            </a:lnSpc>
            <a:spcBef>
              <a:spcPct val="0"/>
            </a:spcBef>
            <a:spcAft>
              <a:spcPct val="35000"/>
            </a:spcAft>
            <a:buNone/>
          </a:pPr>
          <a:r>
            <a:rPr lang="en-US" sz="1600" kern="1200"/>
            <a:t>Higher scores determine higher prioritization and resource allocation.</a:t>
          </a:r>
        </a:p>
      </dsp:txBody>
      <dsp:txXfrm>
        <a:off x="393" y="2934561"/>
        <a:ext cx="3138750" cy="918334"/>
      </dsp:txXfrm>
    </dsp:sp>
    <dsp:sp modelId="{BF691A6E-6029-4143-BC24-FDA76F1B1241}">
      <dsp:nvSpPr>
        <dsp:cNvPr id="0" name=""/>
        <dsp:cNvSpPr/>
      </dsp:nvSpPr>
      <dsp:spPr>
        <a:xfrm>
          <a:off x="3688425" y="499648"/>
          <a:ext cx="1098562" cy="10985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BED38F-85FC-437A-8AEC-19E081E99C0E}">
      <dsp:nvSpPr>
        <dsp:cNvPr id="0" name=""/>
        <dsp:cNvSpPr/>
      </dsp:nvSpPr>
      <dsp:spPr>
        <a:xfrm>
          <a:off x="3688425" y="1742413"/>
          <a:ext cx="3138750" cy="1125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90000"/>
            </a:lnSpc>
            <a:spcBef>
              <a:spcPct val="0"/>
            </a:spcBef>
            <a:spcAft>
              <a:spcPct val="35000"/>
            </a:spcAft>
            <a:buNone/>
            <a:defRPr b="1"/>
          </a:pPr>
          <a:r>
            <a:rPr lang="en-US" sz="2000" kern="1200"/>
            <a:t>Highest scorers were data privacy, algorithm behavior, and integration complexity.</a:t>
          </a:r>
        </a:p>
      </dsp:txBody>
      <dsp:txXfrm>
        <a:off x="3688425" y="1742413"/>
        <a:ext cx="3138750" cy="1125076"/>
      </dsp:txXfrm>
    </dsp:sp>
    <dsp:sp modelId="{E2F86AD5-4E37-488A-9B49-1E8540C3A1F8}">
      <dsp:nvSpPr>
        <dsp:cNvPr id="0" name=""/>
        <dsp:cNvSpPr/>
      </dsp:nvSpPr>
      <dsp:spPr>
        <a:xfrm>
          <a:off x="3688425" y="2934561"/>
          <a:ext cx="3138750" cy="918334"/>
        </a:xfrm>
        <a:prstGeom prst="rect">
          <a:avLst/>
        </a:prstGeom>
        <a:noFill/>
        <a:ln>
          <a:noFill/>
        </a:ln>
        <a:effectLst/>
      </dsp:spPr>
      <dsp:style>
        <a:lnRef idx="0">
          <a:scrgbClr r="0" g="0" b="0"/>
        </a:lnRef>
        <a:fillRef idx="0">
          <a:scrgbClr r="0" g="0" b="0"/>
        </a:fillRef>
        <a:effectRef idx="0">
          <a:scrgbClr r="0" g="0" b="0"/>
        </a:effectRef>
        <a:fontRef idx="minor"/>
      </dsp:style>
    </dsp:sp>
    <dsp:sp modelId="{C2A746FD-61F8-40A1-87B2-3A7EC8274496}">
      <dsp:nvSpPr>
        <dsp:cNvPr id="0" name=""/>
        <dsp:cNvSpPr/>
      </dsp:nvSpPr>
      <dsp:spPr>
        <a:xfrm>
          <a:off x="7376456" y="499648"/>
          <a:ext cx="1098562" cy="10985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7F2C255-9F50-476C-977D-26E05E1EEDFA}">
      <dsp:nvSpPr>
        <dsp:cNvPr id="0" name=""/>
        <dsp:cNvSpPr/>
      </dsp:nvSpPr>
      <dsp:spPr>
        <a:xfrm>
          <a:off x="7376456" y="1742413"/>
          <a:ext cx="3138750" cy="1125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90000"/>
            </a:lnSpc>
            <a:spcBef>
              <a:spcPct val="0"/>
            </a:spcBef>
            <a:spcAft>
              <a:spcPct val="35000"/>
            </a:spcAft>
            <a:buNone/>
            <a:defRPr b="1"/>
          </a:pPr>
          <a:r>
            <a:rPr lang="en-US" sz="2000" kern="1200"/>
            <a:t>These risks require immediate mitigation.</a:t>
          </a:r>
        </a:p>
      </dsp:txBody>
      <dsp:txXfrm>
        <a:off x="7376456" y="1742413"/>
        <a:ext cx="3138750" cy="1125076"/>
      </dsp:txXfrm>
    </dsp:sp>
    <dsp:sp modelId="{D6B5540C-79F9-4A14-B093-7FFCE68AC2BD}">
      <dsp:nvSpPr>
        <dsp:cNvPr id="0" name=""/>
        <dsp:cNvSpPr/>
      </dsp:nvSpPr>
      <dsp:spPr>
        <a:xfrm>
          <a:off x="7376456" y="2934561"/>
          <a:ext cx="3138750" cy="918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90000"/>
            </a:lnSpc>
            <a:spcBef>
              <a:spcPct val="0"/>
            </a:spcBef>
            <a:spcAft>
              <a:spcPct val="35000"/>
            </a:spcAft>
            <a:buNone/>
          </a:pPr>
          <a:r>
            <a:rPr lang="en-US" sz="1600" kern="1200" dirty="0"/>
            <a:t>Harm customer trust, violate compliance laws, delay project timelines, amplify current scope creep issues.</a:t>
          </a:r>
        </a:p>
      </dsp:txBody>
      <dsp:txXfrm>
        <a:off x="7376456" y="2934561"/>
        <a:ext cx="3138750" cy="918334"/>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38D7BE-048B-4BD0-A259-A697F760DECB}">
      <dsp:nvSpPr>
        <dsp:cNvPr id="0" name=""/>
        <dsp:cNvSpPr/>
      </dsp:nvSpPr>
      <dsp:spPr>
        <a:xfrm>
          <a:off x="0" y="4307"/>
          <a:ext cx="6364224" cy="91753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52D97C-C3B5-42D6-81D9-0240CEFEF838}">
      <dsp:nvSpPr>
        <dsp:cNvPr id="0" name=""/>
        <dsp:cNvSpPr/>
      </dsp:nvSpPr>
      <dsp:spPr>
        <a:xfrm>
          <a:off x="277554" y="210753"/>
          <a:ext cx="504644" cy="5046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27F171B-CD75-4538-B555-AFF050055786}">
      <dsp:nvSpPr>
        <dsp:cNvPr id="0" name=""/>
        <dsp:cNvSpPr/>
      </dsp:nvSpPr>
      <dsp:spPr>
        <a:xfrm>
          <a:off x="1059754" y="430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Highest priority risks added to project tasks.</a:t>
          </a:r>
        </a:p>
      </dsp:txBody>
      <dsp:txXfrm>
        <a:off x="1059754" y="4307"/>
        <a:ext cx="5304469" cy="917536"/>
      </dsp:txXfrm>
    </dsp:sp>
    <dsp:sp modelId="{79B17C9E-7DE7-4512-AF44-067CC7CC3595}">
      <dsp:nvSpPr>
        <dsp:cNvPr id="0" name=""/>
        <dsp:cNvSpPr/>
      </dsp:nvSpPr>
      <dsp:spPr>
        <a:xfrm>
          <a:off x="0" y="1151227"/>
          <a:ext cx="6364224" cy="917536"/>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5E68FC-A961-4F63-BC4E-000DE135A965}">
      <dsp:nvSpPr>
        <dsp:cNvPr id="0" name=""/>
        <dsp:cNvSpPr/>
      </dsp:nvSpPr>
      <dsp:spPr>
        <a:xfrm>
          <a:off x="277554" y="1357673"/>
          <a:ext cx="504644" cy="5046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015C4B6-3AD3-4897-8209-1B022EFC7F2C}">
      <dsp:nvSpPr>
        <dsp:cNvPr id="0" name=""/>
        <dsp:cNvSpPr/>
      </dsp:nvSpPr>
      <dsp:spPr>
        <a:xfrm>
          <a:off x="1059754" y="1151227"/>
          <a:ext cx="2863900"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Risk managers are assigned to each risk.</a:t>
          </a:r>
        </a:p>
      </dsp:txBody>
      <dsp:txXfrm>
        <a:off x="1059754" y="1151227"/>
        <a:ext cx="2863900" cy="917536"/>
      </dsp:txXfrm>
    </dsp:sp>
    <dsp:sp modelId="{D769F235-64F1-4A08-B8C5-000BF10AF98C}">
      <dsp:nvSpPr>
        <dsp:cNvPr id="0" name=""/>
        <dsp:cNvSpPr/>
      </dsp:nvSpPr>
      <dsp:spPr>
        <a:xfrm>
          <a:off x="3923655" y="1151227"/>
          <a:ext cx="2440568"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755650">
            <a:lnSpc>
              <a:spcPct val="90000"/>
            </a:lnSpc>
            <a:spcBef>
              <a:spcPct val="0"/>
            </a:spcBef>
            <a:spcAft>
              <a:spcPct val="35000"/>
            </a:spcAft>
            <a:buNone/>
          </a:pPr>
          <a:r>
            <a:rPr lang="en-US" sz="1700" kern="1200"/>
            <a:t>Responsible for monitoring and actions.</a:t>
          </a:r>
        </a:p>
      </dsp:txBody>
      <dsp:txXfrm>
        <a:off x="3923655" y="1151227"/>
        <a:ext cx="2440568" cy="917536"/>
      </dsp:txXfrm>
    </dsp:sp>
    <dsp:sp modelId="{91D60C3D-45A4-4F7C-B781-C787782DB2C4}">
      <dsp:nvSpPr>
        <dsp:cNvPr id="0" name=""/>
        <dsp:cNvSpPr/>
      </dsp:nvSpPr>
      <dsp:spPr>
        <a:xfrm>
          <a:off x="0" y="2298147"/>
          <a:ext cx="6364224" cy="917536"/>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560255-B2C7-4A99-81D4-60B54AEA63BC}">
      <dsp:nvSpPr>
        <dsp:cNvPr id="0" name=""/>
        <dsp:cNvSpPr/>
      </dsp:nvSpPr>
      <dsp:spPr>
        <a:xfrm>
          <a:off x="277554" y="2504593"/>
          <a:ext cx="504644" cy="5046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B87391-3353-467A-9AC2-CFB52E990DB8}">
      <dsp:nvSpPr>
        <dsp:cNvPr id="0" name=""/>
        <dsp:cNvSpPr/>
      </dsp:nvSpPr>
      <dsp:spPr>
        <a:xfrm>
          <a:off x="1059754" y="229814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Bi-weekly status updates to be implemented.</a:t>
          </a:r>
        </a:p>
      </dsp:txBody>
      <dsp:txXfrm>
        <a:off x="1059754" y="2298147"/>
        <a:ext cx="5304469" cy="917536"/>
      </dsp:txXfrm>
    </dsp:sp>
    <dsp:sp modelId="{B96217E1-0DA4-407B-AA9A-3A2086080FB2}">
      <dsp:nvSpPr>
        <dsp:cNvPr id="0" name=""/>
        <dsp:cNvSpPr/>
      </dsp:nvSpPr>
      <dsp:spPr>
        <a:xfrm>
          <a:off x="0" y="3445068"/>
          <a:ext cx="6364224" cy="917536"/>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FD2E82-1BFA-4753-B279-AFD83FB65608}">
      <dsp:nvSpPr>
        <dsp:cNvPr id="0" name=""/>
        <dsp:cNvSpPr/>
      </dsp:nvSpPr>
      <dsp:spPr>
        <a:xfrm>
          <a:off x="277554" y="3651513"/>
          <a:ext cx="504644" cy="50464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FC840A-899C-418E-82FB-A510F354E1E0}">
      <dsp:nvSpPr>
        <dsp:cNvPr id="0" name=""/>
        <dsp:cNvSpPr/>
      </dsp:nvSpPr>
      <dsp:spPr>
        <a:xfrm>
          <a:off x="1059754" y="344506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Creation of automation dashboards for AI models (accuracy, drift) and security.</a:t>
          </a:r>
        </a:p>
      </dsp:txBody>
      <dsp:txXfrm>
        <a:off x="1059754" y="3445068"/>
        <a:ext cx="5304469" cy="917536"/>
      </dsp:txXfrm>
    </dsp:sp>
    <dsp:sp modelId="{56EDD5FF-F48E-4CA0-9340-74CA7326ED89}">
      <dsp:nvSpPr>
        <dsp:cNvPr id="0" name=""/>
        <dsp:cNvSpPr/>
      </dsp:nvSpPr>
      <dsp:spPr>
        <a:xfrm>
          <a:off x="0" y="4591988"/>
          <a:ext cx="6364224" cy="917536"/>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718EB5-6E1E-4D0F-9EE4-C6C3480D8085}">
      <dsp:nvSpPr>
        <dsp:cNvPr id="0" name=""/>
        <dsp:cNvSpPr/>
      </dsp:nvSpPr>
      <dsp:spPr>
        <a:xfrm>
          <a:off x="277554" y="4798433"/>
          <a:ext cx="504644" cy="50464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7EBDAD9-24B3-49AB-BD57-6B669425FDB9}">
      <dsp:nvSpPr>
        <dsp:cNvPr id="0" name=""/>
        <dsp:cNvSpPr/>
      </dsp:nvSpPr>
      <dsp:spPr>
        <a:xfrm>
          <a:off x="1059754" y="459198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US" sz="1900" kern="1200"/>
            <a:t>Continuous review of risk register as new risks appear in the project.</a:t>
          </a:r>
        </a:p>
      </dsp:txBody>
      <dsp:txXfrm>
        <a:off x="1059754" y="4591988"/>
        <a:ext cx="5304469" cy="91753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23A53A-620D-4DC5-BCCB-83ED5E41F4BB}">
      <dsp:nvSpPr>
        <dsp:cNvPr id="0" name=""/>
        <dsp:cNvSpPr/>
      </dsp:nvSpPr>
      <dsp:spPr>
        <a:xfrm>
          <a:off x="478800" y="1095669"/>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CF31B8-6A5E-45DE-AE19-B2AF1B24D928}">
      <dsp:nvSpPr>
        <dsp:cNvPr id="0" name=""/>
        <dsp:cNvSpPr/>
      </dsp:nvSpPr>
      <dsp:spPr>
        <a:xfrm>
          <a:off x="712800" y="1329669"/>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DD79EB-3F94-466D-B4F5-5E785FCF4FF7}">
      <dsp:nvSpPr>
        <dsp:cNvPr id="0" name=""/>
        <dsp:cNvSpPr/>
      </dsp:nvSpPr>
      <dsp:spPr>
        <a:xfrm>
          <a:off x="127800" y="2535669"/>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Privacy By Design principles to be added.</a:t>
          </a:r>
        </a:p>
      </dsp:txBody>
      <dsp:txXfrm>
        <a:off x="127800" y="2535669"/>
        <a:ext cx="1800000" cy="720000"/>
      </dsp:txXfrm>
    </dsp:sp>
    <dsp:sp modelId="{9F3494BA-7827-4750-9F05-01EA29ACF18E}">
      <dsp:nvSpPr>
        <dsp:cNvPr id="0" name=""/>
        <dsp:cNvSpPr/>
      </dsp:nvSpPr>
      <dsp:spPr>
        <a:xfrm>
          <a:off x="2593800" y="1095669"/>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CF9C7D-AEFA-4FB6-99A9-AB68802BD3FC}">
      <dsp:nvSpPr>
        <dsp:cNvPr id="0" name=""/>
        <dsp:cNvSpPr/>
      </dsp:nvSpPr>
      <dsp:spPr>
        <a:xfrm>
          <a:off x="2827800" y="1329668"/>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44E339D-4486-4D98-BE9D-10BA8431171D}">
      <dsp:nvSpPr>
        <dsp:cNvPr id="0" name=""/>
        <dsp:cNvSpPr/>
      </dsp:nvSpPr>
      <dsp:spPr>
        <a:xfrm>
          <a:off x="2242800" y="2535669"/>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AI explainability and bias detection models.</a:t>
          </a:r>
        </a:p>
      </dsp:txBody>
      <dsp:txXfrm>
        <a:off x="2242800" y="2535669"/>
        <a:ext cx="1800000" cy="720000"/>
      </dsp:txXfrm>
    </dsp:sp>
    <dsp:sp modelId="{934687AF-13D1-4A7A-90B6-765EEC5E6140}">
      <dsp:nvSpPr>
        <dsp:cNvPr id="0" name=""/>
        <dsp:cNvSpPr/>
      </dsp:nvSpPr>
      <dsp:spPr>
        <a:xfrm>
          <a:off x="4708800" y="1095669"/>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F3BCD0-CC53-465B-AB4F-F5B3B2AD282D}">
      <dsp:nvSpPr>
        <dsp:cNvPr id="0" name=""/>
        <dsp:cNvSpPr/>
      </dsp:nvSpPr>
      <dsp:spPr>
        <a:xfrm>
          <a:off x="4942800" y="1329668"/>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7B206B-B64E-4D08-8C7C-27F1F6003E48}">
      <dsp:nvSpPr>
        <dsp:cNvPr id="0" name=""/>
        <dsp:cNvSpPr/>
      </dsp:nvSpPr>
      <dsp:spPr>
        <a:xfrm>
          <a:off x="4357800" y="2535669"/>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Increased frequency of integration testing and earlier in the timeline.</a:t>
          </a:r>
        </a:p>
      </dsp:txBody>
      <dsp:txXfrm>
        <a:off x="4357800" y="2535669"/>
        <a:ext cx="1800000" cy="720000"/>
      </dsp:txXfrm>
    </dsp:sp>
    <dsp:sp modelId="{574A7CCC-1DFB-455C-A2E7-D60841A4AA09}">
      <dsp:nvSpPr>
        <dsp:cNvPr id="0" name=""/>
        <dsp:cNvSpPr/>
      </dsp:nvSpPr>
      <dsp:spPr>
        <a:xfrm>
          <a:off x="6823800" y="1095669"/>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49AB60-0374-4306-B076-31808D1856B3}">
      <dsp:nvSpPr>
        <dsp:cNvPr id="0" name=""/>
        <dsp:cNvSpPr/>
      </dsp:nvSpPr>
      <dsp:spPr>
        <a:xfrm>
          <a:off x="7057800" y="1329668"/>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1D3F82A-0949-418F-AA8C-FF77C3885788}">
      <dsp:nvSpPr>
        <dsp:cNvPr id="0" name=""/>
        <dsp:cNvSpPr/>
      </dsp:nvSpPr>
      <dsp:spPr>
        <a:xfrm>
          <a:off x="6472800" y="2535669"/>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Change Control processes to be added.</a:t>
          </a:r>
        </a:p>
      </dsp:txBody>
      <dsp:txXfrm>
        <a:off x="6472800" y="2535669"/>
        <a:ext cx="1800000" cy="720000"/>
      </dsp:txXfrm>
    </dsp:sp>
    <dsp:sp modelId="{0ADAC670-AF58-4E34-B199-BC5D57186A7D}">
      <dsp:nvSpPr>
        <dsp:cNvPr id="0" name=""/>
        <dsp:cNvSpPr/>
      </dsp:nvSpPr>
      <dsp:spPr>
        <a:xfrm>
          <a:off x="8938800" y="1095669"/>
          <a:ext cx="1098000" cy="1098000"/>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6F1E29-DBAF-4329-8F50-F31EDA90985E}">
      <dsp:nvSpPr>
        <dsp:cNvPr id="0" name=""/>
        <dsp:cNvSpPr/>
      </dsp:nvSpPr>
      <dsp:spPr>
        <a:xfrm>
          <a:off x="9172800" y="1329668"/>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EA9D640-222B-4F33-A8E8-9A16FC59F6F5}">
      <dsp:nvSpPr>
        <dsp:cNvPr id="0" name=""/>
        <dsp:cNvSpPr/>
      </dsp:nvSpPr>
      <dsp:spPr>
        <a:xfrm>
          <a:off x="8587800" y="2535669"/>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Additional data quality management techniques. </a:t>
          </a:r>
        </a:p>
      </dsp:txBody>
      <dsp:txXfrm>
        <a:off x="8587800" y="2535669"/>
        <a:ext cx="1800000" cy="72000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4A7272-974E-42F4-B831-FDEB86397BF3}">
      <dsp:nvSpPr>
        <dsp:cNvPr id="0" name=""/>
        <dsp:cNvSpPr/>
      </dsp:nvSpPr>
      <dsp:spPr>
        <a:xfrm>
          <a:off x="4219" y="294982"/>
          <a:ext cx="844593" cy="84459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0A252A-0896-4473-B8DE-E29761FF2D3B}">
      <dsp:nvSpPr>
        <dsp:cNvPr id="0" name=""/>
        <dsp:cNvSpPr/>
      </dsp:nvSpPr>
      <dsp:spPr>
        <a:xfrm>
          <a:off x="4219" y="1294498"/>
          <a:ext cx="2413125" cy="1176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kern="1200"/>
            <a:t>Why? Will merge the facts, metrics, and data with the design thinking methodology to create solutions that align with the overall goals of the business.</a:t>
          </a:r>
        </a:p>
      </dsp:txBody>
      <dsp:txXfrm>
        <a:off x="4219" y="1294498"/>
        <a:ext cx="2413125" cy="1176398"/>
      </dsp:txXfrm>
    </dsp:sp>
    <dsp:sp modelId="{067435ED-A200-48D0-9C22-3C61045BD732}">
      <dsp:nvSpPr>
        <dsp:cNvPr id="0" name=""/>
        <dsp:cNvSpPr/>
      </dsp:nvSpPr>
      <dsp:spPr>
        <a:xfrm>
          <a:off x="4219" y="2542953"/>
          <a:ext cx="2413125" cy="1354869"/>
        </a:xfrm>
        <a:prstGeom prst="rect">
          <a:avLst/>
        </a:prstGeom>
        <a:noFill/>
        <a:ln>
          <a:noFill/>
        </a:ln>
        <a:effectLst/>
      </dsp:spPr>
      <dsp:style>
        <a:lnRef idx="0">
          <a:scrgbClr r="0" g="0" b="0"/>
        </a:lnRef>
        <a:fillRef idx="0">
          <a:scrgbClr r="0" g="0" b="0"/>
        </a:fillRef>
        <a:effectRef idx="0">
          <a:scrgbClr r="0" g="0" b="0"/>
        </a:effectRef>
        <a:fontRef idx="minor"/>
      </dsp:style>
    </dsp:sp>
    <dsp:sp modelId="{6A2E1708-3B40-405B-93C6-1F7E8525217C}">
      <dsp:nvSpPr>
        <dsp:cNvPr id="0" name=""/>
        <dsp:cNvSpPr/>
      </dsp:nvSpPr>
      <dsp:spPr>
        <a:xfrm>
          <a:off x="2839641" y="294982"/>
          <a:ext cx="844593" cy="84459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6B2847-60B2-4A3B-95AB-9CBE14891AC8}">
      <dsp:nvSpPr>
        <dsp:cNvPr id="0" name=""/>
        <dsp:cNvSpPr/>
      </dsp:nvSpPr>
      <dsp:spPr>
        <a:xfrm>
          <a:off x="2839641" y="1294498"/>
          <a:ext cx="2413125" cy="1176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kern="1200"/>
            <a:t>Change control board: Help limit the scope creep, which is the underlying problem of the decline in customer metrics.</a:t>
          </a:r>
        </a:p>
      </dsp:txBody>
      <dsp:txXfrm>
        <a:off x="2839641" y="1294498"/>
        <a:ext cx="2413125" cy="1176398"/>
      </dsp:txXfrm>
    </dsp:sp>
    <dsp:sp modelId="{587C1AB9-B143-4441-A4DE-9D148BB683BE}">
      <dsp:nvSpPr>
        <dsp:cNvPr id="0" name=""/>
        <dsp:cNvSpPr/>
      </dsp:nvSpPr>
      <dsp:spPr>
        <a:xfrm>
          <a:off x="2839641" y="2542953"/>
          <a:ext cx="2413125" cy="1354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kern="1200"/>
            <a:t>Features that are requested to be added must have data accompanying them to prove their usefulness.</a:t>
          </a:r>
        </a:p>
        <a:p>
          <a:pPr marL="0" lvl="0" indent="0" algn="l" defTabSz="488950">
            <a:lnSpc>
              <a:spcPct val="90000"/>
            </a:lnSpc>
            <a:spcBef>
              <a:spcPct val="0"/>
            </a:spcBef>
            <a:spcAft>
              <a:spcPct val="35000"/>
            </a:spcAft>
            <a:buNone/>
          </a:pPr>
          <a:r>
            <a:rPr lang="en-US" sz="1100" kern="1200"/>
            <a:t>Reduce the load of current resources, which should directly affect the response times and stability of the site.</a:t>
          </a:r>
        </a:p>
      </dsp:txBody>
      <dsp:txXfrm>
        <a:off x="2839641" y="2542953"/>
        <a:ext cx="2413125" cy="1354869"/>
      </dsp:txXfrm>
    </dsp:sp>
    <dsp:sp modelId="{6B8963C4-DB40-4A00-A583-C68303B07F2D}">
      <dsp:nvSpPr>
        <dsp:cNvPr id="0" name=""/>
        <dsp:cNvSpPr/>
      </dsp:nvSpPr>
      <dsp:spPr>
        <a:xfrm>
          <a:off x="5675062" y="294982"/>
          <a:ext cx="844593" cy="84459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BB13918-5351-476A-80D5-50757877893D}">
      <dsp:nvSpPr>
        <dsp:cNvPr id="0" name=""/>
        <dsp:cNvSpPr/>
      </dsp:nvSpPr>
      <dsp:spPr>
        <a:xfrm>
          <a:off x="5675062" y="1294498"/>
          <a:ext cx="2413125" cy="1176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kern="1200"/>
            <a:t>Implement AI to assist in customer support: Should reduce the amount of surface level support requests for the team.</a:t>
          </a:r>
        </a:p>
      </dsp:txBody>
      <dsp:txXfrm>
        <a:off x="5675062" y="1294498"/>
        <a:ext cx="2413125" cy="1176398"/>
      </dsp:txXfrm>
    </dsp:sp>
    <dsp:sp modelId="{2DFA4292-04D6-45A3-BA80-C5EC6379DEBE}">
      <dsp:nvSpPr>
        <dsp:cNvPr id="0" name=""/>
        <dsp:cNvSpPr/>
      </dsp:nvSpPr>
      <dsp:spPr>
        <a:xfrm>
          <a:off x="5675062" y="2542953"/>
          <a:ext cx="2413125" cy="1354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kern="1200"/>
            <a:t>Phased approach of implementing a chatbot and creating a FAQ of common questions and issues.</a:t>
          </a:r>
        </a:p>
        <a:p>
          <a:pPr marL="0" lvl="0" indent="0" algn="l" defTabSz="488950">
            <a:lnSpc>
              <a:spcPct val="90000"/>
            </a:lnSpc>
            <a:spcBef>
              <a:spcPct val="0"/>
            </a:spcBef>
            <a:spcAft>
              <a:spcPct val="35000"/>
            </a:spcAft>
            <a:buNone/>
          </a:pPr>
          <a:r>
            <a:rPr lang="en-US" sz="1100" kern="1200"/>
            <a:t>Decrease the response time and increase the CES and CSAT metrics.</a:t>
          </a:r>
        </a:p>
      </dsp:txBody>
      <dsp:txXfrm>
        <a:off x="5675062" y="2542953"/>
        <a:ext cx="2413125" cy="1354869"/>
      </dsp:txXfrm>
    </dsp:sp>
    <dsp:sp modelId="{73B2A6CF-8EE2-431A-867F-5399826C49A5}">
      <dsp:nvSpPr>
        <dsp:cNvPr id="0" name=""/>
        <dsp:cNvSpPr/>
      </dsp:nvSpPr>
      <dsp:spPr>
        <a:xfrm>
          <a:off x="8510484" y="294982"/>
          <a:ext cx="844593" cy="84459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E000ED-1B91-4A28-AE2F-C6DCC604E08D}">
      <dsp:nvSpPr>
        <dsp:cNvPr id="0" name=""/>
        <dsp:cNvSpPr/>
      </dsp:nvSpPr>
      <dsp:spPr>
        <a:xfrm>
          <a:off x="8510484" y="1294498"/>
          <a:ext cx="2413125" cy="11763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kern="1200"/>
            <a:t>Creating a sub team: Focuses on critical customer pain points.</a:t>
          </a:r>
        </a:p>
      </dsp:txBody>
      <dsp:txXfrm>
        <a:off x="8510484" y="1294498"/>
        <a:ext cx="2413125" cy="1176398"/>
      </dsp:txXfrm>
    </dsp:sp>
    <dsp:sp modelId="{F7AC5493-A098-4864-BDA9-770BB812EB1C}">
      <dsp:nvSpPr>
        <dsp:cNvPr id="0" name=""/>
        <dsp:cNvSpPr/>
      </dsp:nvSpPr>
      <dsp:spPr>
        <a:xfrm>
          <a:off x="8510484" y="2542953"/>
          <a:ext cx="2413125" cy="1354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kern="1200"/>
            <a:t>Directly combat the U-shaped customer satisfaction effect.</a:t>
          </a:r>
        </a:p>
        <a:p>
          <a:pPr marL="0" lvl="0" indent="0" algn="l" defTabSz="488950">
            <a:lnSpc>
              <a:spcPct val="90000"/>
            </a:lnSpc>
            <a:spcBef>
              <a:spcPct val="0"/>
            </a:spcBef>
            <a:spcAft>
              <a:spcPct val="35000"/>
            </a:spcAft>
            <a:buNone/>
          </a:pPr>
          <a:r>
            <a:rPr lang="en-US" sz="1100" kern="1200"/>
            <a:t>Map the most common user journeys and work on/ implement fixes that lie within those processes.</a:t>
          </a:r>
        </a:p>
        <a:p>
          <a:pPr marL="0" lvl="0" indent="0" algn="l" defTabSz="488950">
            <a:lnSpc>
              <a:spcPct val="90000"/>
            </a:lnSpc>
            <a:spcBef>
              <a:spcPct val="0"/>
            </a:spcBef>
            <a:spcAft>
              <a:spcPct val="35000"/>
            </a:spcAft>
            <a:buNone/>
          </a:pPr>
          <a:r>
            <a:rPr lang="en-US" sz="1100" kern="1200"/>
            <a:t>Should increase the CES score, which should have a positive effect on all the other customer centric metrics.</a:t>
          </a:r>
        </a:p>
      </dsp:txBody>
      <dsp:txXfrm>
        <a:off x="8510484" y="2542953"/>
        <a:ext cx="2413125" cy="135486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6A6E5E-E8B6-4AA0-9783-6454069905D8}">
      <dsp:nvSpPr>
        <dsp:cNvPr id="0" name=""/>
        <dsp:cNvSpPr/>
      </dsp:nvSpPr>
      <dsp:spPr>
        <a:xfrm>
          <a:off x="0" y="449"/>
          <a:ext cx="5157787" cy="105248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58E470-E2D6-44FB-A9EF-38EDDECDA279}">
      <dsp:nvSpPr>
        <dsp:cNvPr id="0" name=""/>
        <dsp:cNvSpPr/>
      </dsp:nvSpPr>
      <dsp:spPr>
        <a:xfrm>
          <a:off x="318375" y="237258"/>
          <a:ext cx="578865" cy="57886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34B7A7-3D01-4FC3-9F21-119733BAD58D}">
      <dsp:nvSpPr>
        <dsp:cNvPr id="0" name=""/>
        <dsp:cNvSpPr/>
      </dsp:nvSpPr>
      <dsp:spPr>
        <a:xfrm>
          <a:off x="1215617" y="449"/>
          <a:ext cx="3942169" cy="1052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388" tIns="111388" rIns="111388" bIns="111388" numCol="1" spcCol="1270" anchor="ctr" anchorCtr="0">
          <a:noAutofit/>
        </a:bodyPr>
        <a:lstStyle/>
        <a:p>
          <a:pPr marL="0" lvl="0" indent="0" algn="l" defTabSz="844550">
            <a:lnSpc>
              <a:spcPct val="100000"/>
            </a:lnSpc>
            <a:spcBef>
              <a:spcPct val="0"/>
            </a:spcBef>
            <a:spcAft>
              <a:spcPct val="35000"/>
            </a:spcAft>
            <a:buNone/>
          </a:pPr>
          <a:r>
            <a:rPr lang="en-US" sz="1900" kern="1200"/>
            <a:t>CSAT: 4.2/5</a:t>
          </a:r>
        </a:p>
      </dsp:txBody>
      <dsp:txXfrm>
        <a:off x="1215617" y="449"/>
        <a:ext cx="3942169" cy="1052482"/>
      </dsp:txXfrm>
    </dsp:sp>
    <dsp:sp modelId="{5D0B747A-8726-4D8C-BD47-F6881103FF6A}">
      <dsp:nvSpPr>
        <dsp:cNvPr id="0" name=""/>
        <dsp:cNvSpPr/>
      </dsp:nvSpPr>
      <dsp:spPr>
        <a:xfrm>
          <a:off x="0" y="1316052"/>
          <a:ext cx="5157787" cy="105248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3196C8-E83F-420A-AD24-34E191CAF0C7}">
      <dsp:nvSpPr>
        <dsp:cNvPr id="0" name=""/>
        <dsp:cNvSpPr/>
      </dsp:nvSpPr>
      <dsp:spPr>
        <a:xfrm>
          <a:off x="318375" y="1552861"/>
          <a:ext cx="578865" cy="57886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E8FE96-CD0C-4AB1-9A4E-96DAB110FDD0}">
      <dsp:nvSpPr>
        <dsp:cNvPr id="0" name=""/>
        <dsp:cNvSpPr/>
      </dsp:nvSpPr>
      <dsp:spPr>
        <a:xfrm>
          <a:off x="1215617" y="1316052"/>
          <a:ext cx="3942169" cy="1052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388" tIns="111388" rIns="111388" bIns="111388" numCol="1" spcCol="1270" anchor="ctr" anchorCtr="0">
          <a:noAutofit/>
        </a:bodyPr>
        <a:lstStyle/>
        <a:p>
          <a:pPr marL="0" lvl="0" indent="0" algn="l" defTabSz="844550">
            <a:lnSpc>
              <a:spcPct val="100000"/>
            </a:lnSpc>
            <a:spcBef>
              <a:spcPct val="0"/>
            </a:spcBef>
            <a:spcAft>
              <a:spcPct val="35000"/>
            </a:spcAft>
            <a:buNone/>
          </a:pPr>
          <a:r>
            <a:rPr lang="en-US" sz="1900" kern="1200"/>
            <a:t>Conversion Rate: 10%</a:t>
          </a:r>
        </a:p>
      </dsp:txBody>
      <dsp:txXfrm>
        <a:off x="1215617" y="1316052"/>
        <a:ext cx="3942169" cy="1052482"/>
      </dsp:txXfrm>
    </dsp:sp>
    <dsp:sp modelId="{6AF1CA7D-AE08-4821-8C86-F2089862A668}">
      <dsp:nvSpPr>
        <dsp:cNvPr id="0" name=""/>
        <dsp:cNvSpPr/>
      </dsp:nvSpPr>
      <dsp:spPr>
        <a:xfrm>
          <a:off x="0" y="2631655"/>
          <a:ext cx="5157787" cy="105248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9B7883-74ED-4D56-96EA-A0C08C771C91}">
      <dsp:nvSpPr>
        <dsp:cNvPr id="0" name=""/>
        <dsp:cNvSpPr/>
      </dsp:nvSpPr>
      <dsp:spPr>
        <a:xfrm>
          <a:off x="318375" y="2868464"/>
          <a:ext cx="578865" cy="57886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A8E52F-D53B-47FA-922A-54F67A93028A}">
      <dsp:nvSpPr>
        <dsp:cNvPr id="0" name=""/>
        <dsp:cNvSpPr/>
      </dsp:nvSpPr>
      <dsp:spPr>
        <a:xfrm>
          <a:off x="1215617" y="2631655"/>
          <a:ext cx="3942169" cy="1052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388" tIns="111388" rIns="111388" bIns="111388" numCol="1" spcCol="1270" anchor="ctr" anchorCtr="0">
          <a:noAutofit/>
        </a:bodyPr>
        <a:lstStyle/>
        <a:p>
          <a:pPr marL="0" lvl="0" indent="0" algn="l" defTabSz="844550">
            <a:lnSpc>
              <a:spcPct val="100000"/>
            </a:lnSpc>
            <a:spcBef>
              <a:spcPct val="0"/>
            </a:spcBef>
            <a:spcAft>
              <a:spcPct val="35000"/>
            </a:spcAft>
            <a:buNone/>
          </a:pPr>
          <a:r>
            <a:rPr lang="en-US" sz="1900" kern="1200" dirty="0"/>
            <a:t>The website that is designed is very good from a customer perspective.</a:t>
          </a:r>
        </a:p>
      </dsp:txBody>
      <dsp:txXfrm>
        <a:off x="1215617" y="2631655"/>
        <a:ext cx="3942169" cy="1052482"/>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10E188-0243-43C1-BF5B-38012A8D2817}">
      <dsp:nvSpPr>
        <dsp:cNvPr id="0" name=""/>
        <dsp:cNvSpPr/>
      </dsp:nvSpPr>
      <dsp:spPr>
        <a:xfrm>
          <a:off x="857896" y="73074"/>
          <a:ext cx="1509048" cy="14574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B69187-980C-4971-8D38-7FF3ED99ADFA}">
      <dsp:nvSpPr>
        <dsp:cNvPr id="0" name=""/>
        <dsp:cNvSpPr/>
      </dsp:nvSpPr>
      <dsp:spPr>
        <a:xfrm>
          <a:off x="857896" y="1702995"/>
          <a:ext cx="4311566" cy="742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u="sng" kern="1200" dirty="0"/>
            <a:t>Empathize: Project team puts themselves in the customer’s shoes to understand their wants and needs.</a:t>
          </a:r>
        </a:p>
      </dsp:txBody>
      <dsp:txXfrm>
        <a:off x="857896" y="1702995"/>
        <a:ext cx="4311566" cy="742450"/>
      </dsp:txXfrm>
    </dsp:sp>
    <dsp:sp modelId="{6DE7725E-0F74-475E-84F6-E168A677BD7C}">
      <dsp:nvSpPr>
        <dsp:cNvPr id="0" name=""/>
        <dsp:cNvSpPr/>
      </dsp:nvSpPr>
      <dsp:spPr>
        <a:xfrm>
          <a:off x="857896" y="2525676"/>
          <a:ext cx="4311566" cy="15589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90000"/>
            </a:lnSpc>
            <a:spcBef>
              <a:spcPct val="0"/>
            </a:spcBef>
            <a:spcAft>
              <a:spcPct val="35000"/>
            </a:spcAft>
            <a:buNone/>
          </a:pPr>
          <a:r>
            <a:rPr lang="en-US" sz="1600" kern="1200"/>
            <a:t>Additional features are complex and not easy to use, coupled with extended support times make up the bulk of the frustration.</a:t>
          </a:r>
        </a:p>
        <a:p>
          <a:pPr marL="0" lvl="0" indent="0" algn="l" defTabSz="711200">
            <a:lnSpc>
              <a:spcPct val="90000"/>
            </a:lnSpc>
            <a:spcBef>
              <a:spcPct val="0"/>
            </a:spcBef>
            <a:spcAft>
              <a:spcPct val="35000"/>
            </a:spcAft>
            <a:buNone/>
          </a:pPr>
          <a:r>
            <a:rPr lang="en-US" sz="1600" kern="1200"/>
            <a:t>Site also does not stand out enough from the others.</a:t>
          </a:r>
        </a:p>
      </dsp:txBody>
      <dsp:txXfrm>
        <a:off x="857896" y="2525676"/>
        <a:ext cx="4311566" cy="1558913"/>
      </dsp:txXfrm>
    </dsp:sp>
    <dsp:sp modelId="{8057048B-85C5-44C4-B678-FF3497C9AEBA}">
      <dsp:nvSpPr>
        <dsp:cNvPr id="0" name=""/>
        <dsp:cNvSpPr/>
      </dsp:nvSpPr>
      <dsp:spPr>
        <a:xfrm>
          <a:off x="5923987" y="73074"/>
          <a:ext cx="1509048" cy="14574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205AE7E-ECEE-4FD5-93C9-D64E72FD7CC2}">
      <dsp:nvSpPr>
        <dsp:cNvPr id="0" name=""/>
        <dsp:cNvSpPr/>
      </dsp:nvSpPr>
      <dsp:spPr>
        <a:xfrm>
          <a:off x="5923987" y="1702995"/>
          <a:ext cx="4311566" cy="742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u="sng" kern="1200" dirty="0"/>
            <a:t>Define: Take the findings from the empathize step and turn them into clear problem statements.</a:t>
          </a:r>
        </a:p>
      </dsp:txBody>
      <dsp:txXfrm>
        <a:off x="5923987" y="1702995"/>
        <a:ext cx="4311566" cy="742450"/>
      </dsp:txXfrm>
    </dsp:sp>
    <dsp:sp modelId="{D6EFE7A4-5E3D-416B-B74A-18DD08BE12C1}">
      <dsp:nvSpPr>
        <dsp:cNvPr id="0" name=""/>
        <dsp:cNvSpPr/>
      </dsp:nvSpPr>
      <dsp:spPr>
        <a:xfrm>
          <a:off x="5923987" y="2525676"/>
          <a:ext cx="4311566" cy="15589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90000"/>
            </a:lnSpc>
            <a:spcBef>
              <a:spcPct val="0"/>
            </a:spcBef>
            <a:spcAft>
              <a:spcPct val="35000"/>
            </a:spcAft>
            <a:buNone/>
          </a:pPr>
          <a:r>
            <a:rPr lang="en-US" sz="1600" kern="1200"/>
            <a:t>Customers need a better system to get simple questions answered.</a:t>
          </a:r>
        </a:p>
        <a:p>
          <a:pPr marL="0" lvl="0" indent="0" algn="l" defTabSz="711200">
            <a:lnSpc>
              <a:spcPct val="90000"/>
            </a:lnSpc>
            <a:spcBef>
              <a:spcPct val="0"/>
            </a:spcBef>
            <a:spcAft>
              <a:spcPct val="35000"/>
            </a:spcAft>
            <a:buNone/>
          </a:pPr>
          <a:r>
            <a:rPr lang="en-US" sz="1600" kern="1200"/>
            <a:t>Customers need to feel the reliability of the platform and new features need to add value to the experience.</a:t>
          </a:r>
        </a:p>
        <a:p>
          <a:pPr marL="0" lvl="0" indent="0" algn="l" defTabSz="711200">
            <a:lnSpc>
              <a:spcPct val="90000"/>
            </a:lnSpc>
            <a:spcBef>
              <a:spcPct val="0"/>
            </a:spcBef>
            <a:spcAft>
              <a:spcPct val="35000"/>
            </a:spcAft>
            <a:buNone/>
          </a:pPr>
          <a:r>
            <a:rPr lang="en-US" sz="1600" kern="1200"/>
            <a:t>Customers need an easier path to the things that they are looking for on the platform.</a:t>
          </a:r>
        </a:p>
      </dsp:txBody>
      <dsp:txXfrm>
        <a:off x="5923987" y="2525676"/>
        <a:ext cx="4311566" cy="1558913"/>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9A9BDD-9C98-4B84-80DD-F2F228EBC33F}">
      <dsp:nvSpPr>
        <dsp:cNvPr id="0" name=""/>
        <dsp:cNvSpPr/>
      </dsp:nvSpPr>
      <dsp:spPr>
        <a:xfrm>
          <a:off x="0" y="0"/>
          <a:ext cx="6291714"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7F0D09-2AC5-49F9-B93E-61D4B4C120B6}">
      <dsp:nvSpPr>
        <dsp:cNvPr id="0" name=""/>
        <dsp:cNvSpPr/>
      </dsp:nvSpPr>
      <dsp:spPr>
        <a:xfrm>
          <a:off x="0" y="0"/>
          <a:ext cx="6291714" cy="6913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ctr" defTabSz="933450">
            <a:lnSpc>
              <a:spcPct val="90000"/>
            </a:lnSpc>
            <a:spcBef>
              <a:spcPct val="0"/>
            </a:spcBef>
            <a:spcAft>
              <a:spcPct val="35000"/>
            </a:spcAft>
            <a:buNone/>
          </a:pPr>
          <a:r>
            <a:rPr lang="en-US" sz="2100" b="1" u="sng" kern="1200" dirty="0"/>
            <a:t>Why?</a:t>
          </a:r>
        </a:p>
      </dsp:txBody>
      <dsp:txXfrm>
        <a:off x="0" y="0"/>
        <a:ext cx="6291714" cy="691341"/>
      </dsp:txXfrm>
    </dsp:sp>
    <dsp:sp modelId="{6A8996BE-0DF7-4DB1-A0B5-779E36FE0D0B}">
      <dsp:nvSpPr>
        <dsp:cNvPr id="0" name=""/>
        <dsp:cNvSpPr/>
      </dsp:nvSpPr>
      <dsp:spPr>
        <a:xfrm>
          <a:off x="0" y="691341"/>
          <a:ext cx="6291714" cy="0"/>
        </a:xfrm>
        <a:prstGeom prst="line">
          <a:avLst/>
        </a:prstGeom>
        <a:solidFill>
          <a:schemeClr val="accent2">
            <a:hueOff val="-182482"/>
            <a:satOff val="501"/>
            <a:lumOff val="336"/>
            <a:alphaOff val="0"/>
          </a:schemeClr>
        </a:solidFill>
        <a:ln w="19050" cap="flat" cmpd="sng" algn="ctr">
          <a:solidFill>
            <a:schemeClr val="accent2">
              <a:hueOff val="-182482"/>
              <a:satOff val="501"/>
              <a:lumOff val="33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959FF0-103F-4DB3-AD53-34CC8EA554EE}">
      <dsp:nvSpPr>
        <dsp:cNvPr id="0" name=""/>
        <dsp:cNvSpPr/>
      </dsp:nvSpPr>
      <dsp:spPr>
        <a:xfrm>
          <a:off x="0" y="691341"/>
          <a:ext cx="6291714" cy="6913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Builds trust with customers.</a:t>
          </a:r>
        </a:p>
      </dsp:txBody>
      <dsp:txXfrm>
        <a:off x="0" y="691341"/>
        <a:ext cx="6291714" cy="691341"/>
      </dsp:txXfrm>
    </dsp:sp>
    <dsp:sp modelId="{66BB9CA0-363B-49A7-B0E5-C8D19561025D}">
      <dsp:nvSpPr>
        <dsp:cNvPr id="0" name=""/>
        <dsp:cNvSpPr/>
      </dsp:nvSpPr>
      <dsp:spPr>
        <a:xfrm>
          <a:off x="0" y="1382683"/>
          <a:ext cx="6291714" cy="0"/>
        </a:xfrm>
        <a:prstGeom prst="line">
          <a:avLst/>
        </a:prstGeom>
        <a:solidFill>
          <a:schemeClr val="accent2">
            <a:hueOff val="-364964"/>
            <a:satOff val="1003"/>
            <a:lumOff val="672"/>
            <a:alphaOff val="0"/>
          </a:schemeClr>
        </a:solidFill>
        <a:ln w="19050" cap="flat" cmpd="sng" algn="ctr">
          <a:solidFill>
            <a:schemeClr val="accent2">
              <a:hueOff val="-364964"/>
              <a:satOff val="1003"/>
              <a:lumOff val="67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4B9E44-36DD-4C16-BCEB-A156F28D46E9}">
      <dsp:nvSpPr>
        <dsp:cNvPr id="0" name=""/>
        <dsp:cNvSpPr/>
      </dsp:nvSpPr>
      <dsp:spPr>
        <a:xfrm>
          <a:off x="0" y="1382683"/>
          <a:ext cx="6291714" cy="6913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Aligns with organizational values.</a:t>
          </a:r>
        </a:p>
      </dsp:txBody>
      <dsp:txXfrm>
        <a:off x="0" y="1382683"/>
        <a:ext cx="6291714" cy="691341"/>
      </dsp:txXfrm>
    </dsp:sp>
    <dsp:sp modelId="{377CD6CE-33A3-43F4-8493-B59F9DDB8A71}">
      <dsp:nvSpPr>
        <dsp:cNvPr id="0" name=""/>
        <dsp:cNvSpPr/>
      </dsp:nvSpPr>
      <dsp:spPr>
        <a:xfrm>
          <a:off x="0" y="2074025"/>
          <a:ext cx="6291714" cy="0"/>
        </a:xfrm>
        <a:prstGeom prst="line">
          <a:avLst/>
        </a:prstGeom>
        <a:solidFill>
          <a:schemeClr val="accent2">
            <a:hueOff val="-547446"/>
            <a:satOff val="1504"/>
            <a:lumOff val="1008"/>
            <a:alphaOff val="0"/>
          </a:schemeClr>
        </a:solidFill>
        <a:ln w="19050" cap="flat" cmpd="sng" algn="ctr">
          <a:solidFill>
            <a:schemeClr val="accent2">
              <a:hueOff val="-547446"/>
              <a:satOff val="1504"/>
              <a:lumOff val="100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672ADB-5B09-421C-B6E5-9C06A169EF36}">
      <dsp:nvSpPr>
        <dsp:cNvPr id="0" name=""/>
        <dsp:cNvSpPr/>
      </dsp:nvSpPr>
      <dsp:spPr>
        <a:xfrm>
          <a:off x="0" y="2074025"/>
          <a:ext cx="6291714" cy="6913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Mitigates key risks associated with AI.</a:t>
          </a:r>
        </a:p>
      </dsp:txBody>
      <dsp:txXfrm>
        <a:off x="0" y="2074025"/>
        <a:ext cx="6291714" cy="691341"/>
      </dsp:txXfrm>
    </dsp:sp>
    <dsp:sp modelId="{FA013EEB-A7A0-44C1-B678-88D03752ACEB}">
      <dsp:nvSpPr>
        <dsp:cNvPr id="0" name=""/>
        <dsp:cNvSpPr/>
      </dsp:nvSpPr>
      <dsp:spPr>
        <a:xfrm>
          <a:off x="0" y="2765367"/>
          <a:ext cx="6291714" cy="0"/>
        </a:xfrm>
        <a:prstGeom prst="line">
          <a:avLst/>
        </a:prstGeom>
        <a:solidFill>
          <a:schemeClr val="accent2">
            <a:hueOff val="-729929"/>
            <a:satOff val="2005"/>
            <a:lumOff val="1344"/>
            <a:alphaOff val="0"/>
          </a:schemeClr>
        </a:solidFill>
        <a:ln w="19050" cap="flat" cmpd="sng" algn="ctr">
          <a:solidFill>
            <a:schemeClr val="accent2">
              <a:hueOff val="-729929"/>
              <a:satOff val="2005"/>
              <a:lumOff val="134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7AE2EA1-9063-4E03-82F9-ABC993643D83}">
      <dsp:nvSpPr>
        <dsp:cNvPr id="0" name=""/>
        <dsp:cNvSpPr/>
      </dsp:nvSpPr>
      <dsp:spPr>
        <a:xfrm>
          <a:off x="0" y="2765367"/>
          <a:ext cx="6291714" cy="6913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ctr" defTabSz="933450">
            <a:lnSpc>
              <a:spcPct val="90000"/>
            </a:lnSpc>
            <a:spcBef>
              <a:spcPct val="0"/>
            </a:spcBef>
            <a:spcAft>
              <a:spcPct val="35000"/>
            </a:spcAft>
            <a:buNone/>
          </a:pPr>
          <a:r>
            <a:rPr lang="en-US" sz="2100" b="1" u="sng" kern="1200" dirty="0"/>
            <a:t>How?</a:t>
          </a:r>
        </a:p>
      </dsp:txBody>
      <dsp:txXfrm>
        <a:off x="0" y="2765367"/>
        <a:ext cx="6291714" cy="691341"/>
      </dsp:txXfrm>
    </dsp:sp>
    <dsp:sp modelId="{05F71122-82E1-4E9C-90F0-7608CDC93116}">
      <dsp:nvSpPr>
        <dsp:cNvPr id="0" name=""/>
        <dsp:cNvSpPr/>
      </dsp:nvSpPr>
      <dsp:spPr>
        <a:xfrm>
          <a:off x="0" y="3456709"/>
          <a:ext cx="6291714" cy="0"/>
        </a:xfrm>
        <a:prstGeom prst="line">
          <a:avLst/>
        </a:prstGeom>
        <a:solidFill>
          <a:schemeClr val="accent2">
            <a:hueOff val="-912411"/>
            <a:satOff val="2506"/>
            <a:lumOff val="1680"/>
            <a:alphaOff val="0"/>
          </a:schemeClr>
        </a:solidFill>
        <a:ln w="19050" cap="flat" cmpd="sng" algn="ctr">
          <a:solidFill>
            <a:schemeClr val="accent2">
              <a:hueOff val="-912411"/>
              <a:satOff val="2506"/>
              <a:lumOff val="168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160556-246A-4633-8400-453542018EF4}">
      <dsp:nvSpPr>
        <dsp:cNvPr id="0" name=""/>
        <dsp:cNvSpPr/>
      </dsp:nvSpPr>
      <dsp:spPr>
        <a:xfrm>
          <a:off x="0" y="3456709"/>
          <a:ext cx="6291714" cy="6913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Privacy By Design methodology.</a:t>
          </a:r>
        </a:p>
      </dsp:txBody>
      <dsp:txXfrm>
        <a:off x="0" y="3456709"/>
        <a:ext cx="6291714" cy="691341"/>
      </dsp:txXfrm>
    </dsp:sp>
    <dsp:sp modelId="{0BF2B8F9-A182-4192-A786-78487009A098}">
      <dsp:nvSpPr>
        <dsp:cNvPr id="0" name=""/>
        <dsp:cNvSpPr/>
      </dsp:nvSpPr>
      <dsp:spPr>
        <a:xfrm>
          <a:off x="0" y="4148051"/>
          <a:ext cx="6291714" cy="0"/>
        </a:xfrm>
        <a:prstGeom prst="line">
          <a:avLst/>
        </a:prstGeom>
        <a:solidFill>
          <a:schemeClr val="accent2">
            <a:hueOff val="-1094893"/>
            <a:satOff val="3008"/>
            <a:lumOff val="2016"/>
            <a:alphaOff val="0"/>
          </a:schemeClr>
        </a:solidFill>
        <a:ln w="19050" cap="flat" cmpd="sng" algn="ctr">
          <a:solidFill>
            <a:schemeClr val="accent2">
              <a:hueOff val="-1094893"/>
              <a:satOff val="3008"/>
              <a:lumOff val="201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F10CBE-2A58-4367-BF8C-025F3D52B8C7}">
      <dsp:nvSpPr>
        <dsp:cNvPr id="0" name=""/>
        <dsp:cNvSpPr/>
      </dsp:nvSpPr>
      <dsp:spPr>
        <a:xfrm>
          <a:off x="0" y="4148051"/>
          <a:ext cx="6291714" cy="6913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Bias assessments and create validation checkpoints.</a:t>
          </a:r>
        </a:p>
      </dsp:txBody>
      <dsp:txXfrm>
        <a:off x="0" y="4148051"/>
        <a:ext cx="6291714" cy="691341"/>
      </dsp:txXfrm>
    </dsp:sp>
    <dsp:sp modelId="{DE019534-2810-4995-8FC3-99B1012A3A8B}">
      <dsp:nvSpPr>
        <dsp:cNvPr id="0" name=""/>
        <dsp:cNvSpPr/>
      </dsp:nvSpPr>
      <dsp:spPr>
        <a:xfrm>
          <a:off x="0" y="4839393"/>
          <a:ext cx="6291714" cy="0"/>
        </a:xfrm>
        <a:prstGeom prst="line">
          <a:avLst/>
        </a:prstGeom>
        <a:solidFill>
          <a:schemeClr val="accent2">
            <a:hueOff val="-1277375"/>
            <a:satOff val="3509"/>
            <a:lumOff val="2352"/>
            <a:alphaOff val="0"/>
          </a:schemeClr>
        </a:solidFill>
        <a:ln w="19050" cap="flat" cmpd="sng" algn="ctr">
          <a:solidFill>
            <a:schemeClr val="accent2">
              <a:hueOff val="-1277375"/>
              <a:satOff val="3509"/>
              <a:lumOff val="235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D82AC8-D001-4BD5-A43C-6CA86BC124CB}">
      <dsp:nvSpPr>
        <dsp:cNvPr id="0" name=""/>
        <dsp:cNvSpPr/>
      </dsp:nvSpPr>
      <dsp:spPr>
        <a:xfrm>
          <a:off x="0" y="4839393"/>
          <a:ext cx="6291714" cy="6913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Human-in-the-loop oversight.</a:t>
          </a:r>
        </a:p>
      </dsp:txBody>
      <dsp:txXfrm>
        <a:off x="0" y="4839393"/>
        <a:ext cx="6291714" cy="691341"/>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7958B4-AF56-47E5-895A-9E9F88AA7BDC}">
      <dsp:nvSpPr>
        <dsp:cNvPr id="0" name=""/>
        <dsp:cNvSpPr/>
      </dsp:nvSpPr>
      <dsp:spPr>
        <a:xfrm>
          <a:off x="0" y="449"/>
          <a:ext cx="5157787" cy="105248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0F0627-0ACF-4EF8-A9EA-022113303D9F}">
      <dsp:nvSpPr>
        <dsp:cNvPr id="0" name=""/>
        <dsp:cNvSpPr/>
      </dsp:nvSpPr>
      <dsp:spPr>
        <a:xfrm>
          <a:off x="318375" y="237258"/>
          <a:ext cx="578865" cy="57886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3F52B3-6BE2-4E16-BB36-6A8C85178B62}">
      <dsp:nvSpPr>
        <dsp:cNvPr id="0" name=""/>
        <dsp:cNvSpPr/>
      </dsp:nvSpPr>
      <dsp:spPr>
        <a:xfrm>
          <a:off x="1215617" y="449"/>
          <a:ext cx="3942169" cy="1052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388" tIns="111388" rIns="111388" bIns="111388" numCol="1" spcCol="1270" anchor="ctr" anchorCtr="0">
          <a:noAutofit/>
        </a:bodyPr>
        <a:lstStyle/>
        <a:p>
          <a:pPr marL="0" lvl="0" indent="0" algn="l" defTabSz="977900">
            <a:lnSpc>
              <a:spcPct val="100000"/>
            </a:lnSpc>
            <a:spcBef>
              <a:spcPct val="0"/>
            </a:spcBef>
            <a:spcAft>
              <a:spcPct val="35000"/>
            </a:spcAft>
            <a:buNone/>
          </a:pPr>
          <a:r>
            <a:rPr lang="en-US" sz="2200" kern="1200"/>
            <a:t>Project finishes under budget and on time.</a:t>
          </a:r>
        </a:p>
      </dsp:txBody>
      <dsp:txXfrm>
        <a:off x="1215617" y="449"/>
        <a:ext cx="3942169" cy="1052482"/>
      </dsp:txXfrm>
    </dsp:sp>
    <dsp:sp modelId="{C42F0B60-9AA6-48A0-BE70-07D4591B0981}">
      <dsp:nvSpPr>
        <dsp:cNvPr id="0" name=""/>
        <dsp:cNvSpPr/>
      </dsp:nvSpPr>
      <dsp:spPr>
        <a:xfrm>
          <a:off x="0" y="1316052"/>
          <a:ext cx="5157787" cy="105248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205C3D-B702-4781-9C33-0368649E432C}">
      <dsp:nvSpPr>
        <dsp:cNvPr id="0" name=""/>
        <dsp:cNvSpPr/>
      </dsp:nvSpPr>
      <dsp:spPr>
        <a:xfrm>
          <a:off x="318375" y="1552861"/>
          <a:ext cx="578865" cy="57886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96347E-97D0-43A2-96EE-47E0CB96E399}">
      <dsp:nvSpPr>
        <dsp:cNvPr id="0" name=""/>
        <dsp:cNvSpPr/>
      </dsp:nvSpPr>
      <dsp:spPr>
        <a:xfrm>
          <a:off x="1215617" y="1316052"/>
          <a:ext cx="3942169" cy="1052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388" tIns="111388" rIns="111388" bIns="111388" numCol="1" spcCol="1270" anchor="ctr" anchorCtr="0">
          <a:noAutofit/>
        </a:bodyPr>
        <a:lstStyle/>
        <a:p>
          <a:pPr marL="0" lvl="0" indent="0" algn="l" defTabSz="977900">
            <a:lnSpc>
              <a:spcPct val="100000"/>
            </a:lnSpc>
            <a:spcBef>
              <a:spcPct val="0"/>
            </a:spcBef>
            <a:spcAft>
              <a:spcPct val="35000"/>
            </a:spcAft>
            <a:buNone/>
          </a:pPr>
          <a:r>
            <a:rPr lang="en-US" sz="2200" kern="1200"/>
            <a:t>Maintain quality of output and user satisfaction in the site.</a:t>
          </a:r>
        </a:p>
      </dsp:txBody>
      <dsp:txXfrm>
        <a:off x="1215617" y="1316052"/>
        <a:ext cx="3942169" cy="1052482"/>
      </dsp:txXfrm>
    </dsp:sp>
    <dsp:sp modelId="{68D6E149-AF1F-466B-9E42-5F7E638F35C6}">
      <dsp:nvSpPr>
        <dsp:cNvPr id="0" name=""/>
        <dsp:cNvSpPr/>
      </dsp:nvSpPr>
      <dsp:spPr>
        <a:xfrm>
          <a:off x="0" y="2631655"/>
          <a:ext cx="5157787" cy="105248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6832BE-56A1-48B3-A85D-1BA9B298E3BE}">
      <dsp:nvSpPr>
        <dsp:cNvPr id="0" name=""/>
        <dsp:cNvSpPr/>
      </dsp:nvSpPr>
      <dsp:spPr>
        <a:xfrm>
          <a:off x="318375" y="2868464"/>
          <a:ext cx="578865" cy="57886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8F09D3-91FF-410D-880E-F001E50D7104}">
      <dsp:nvSpPr>
        <dsp:cNvPr id="0" name=""/>
        <dsp:cNvSpPr/>
      </dsp:nvSpPr>
      <dsp:spPr>
        <a:xfrm>
          <a:off x="1215617" y="2631655"/>
          <a:ext cx="3942169" cy="1052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388" tIns="111388" rIns="111388" bIns="111388" numCol="1" spcCol="1270" anchor="ctr" anchorCtr="0">
          <a:noAutofit/>
        </a:bodyPr>
        <a:lstStyle/>
        <a:p>
          <a:pPr marL="0" lvl="0" indent="0" algn="l" defTabSz="977900">
            <a:lnSpc>
              <a:spcPct val="100000"/>
            </a:lnSpc>
            <a:spcBef>
              <a:spcPct val="0"/>
            </a:spcBef>
            <a:spcAft>
              <a:spcPct val="35000"/>
            </a:spcAft>
            <a:buNone/>
          </a:pPr>
          <a:r>
            <a:rPr lang="en-US" sz="2200" kern="1200"/>
            <a:t>Stabilize the project schedule. </a:t>
          </a:r>
        </a:p>
      </dsp:txBody>
      <dsp:txXfrm>
        <a:off x="1215617" y="2631655"/>
        <a:ext cx="3942169" cy="1052482"/>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CD7609-B926-4372-A560-02E234943ED3}">
      <dsp:nvSpPr>
        <dsp:cNvPr id="0" name=""/>
        <dsp:cNvSpPr/>
      </dsp:nvSpPr>
      <dsp:spPr>
        <a:xfrm>
          <a:off x="0" y="3489"/>
          <a:ext cx="5393361" cy="615522"/>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Agile methodology to be implemented for EBizTech’s upcoming projects.</a:t>
          </a:r>
        </a:p>
      </dsp:txBody>
      <dsp:txXfrm>
        <a:off x="30047" y="33536"/>
        <a:ext cx="5333267" cy="555428"/>
      </dsp:txXfrm>
    </dsp:sp>
    <dsp:sp modelId="{14C2EF1C-A809-41A8-896F-3E731E1D9D7F}">
      <dsp:nvSpPr>
        <dsp:cNvPr id="0" name=""/>
        <dsp:cNvSpPr/>
      </dsp:nvSpPr>
      <dsp:spPr>
        <a:xfrm>
          <a:off x="0" y="631430"/>
          <a:ext cx="5393361" cy="615522"/>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E-commerce industry evolves and changes rapidly.</a:t>
          </a:r>
        </a:p>
      </dsp:txBody>
      <dsp:txXfrm>
        <a:off x="30047" y="661477"/>
        <a:ext cx="5333267" cy="555428"/>
      </dsp:txXfrm>
    </dsp:sp>
    <dsp:sp modelId="{936B85CA-773B-4674-8DBA-45548751B213}">
      <dsp:nvSpPr>
        <dsp:cNvPr id="0" name=""/>
        <dsp:cNvSpPr/>
      </dsp:nvSpPr>
      <dsp:spPr>
        <a:xfrm>
          <a:off x="0" y="1259371"/>
          <a:ext cx="5393361" cy="615522"/>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With sprints EBizTech can get smaller improvements to the e-commerce site out quickly.</a:t>
          </a:r>
        </a:p>
      </dsp:txBody>
      <dsp:txXfrm>
        <a:off x="30047" y="1289418"/>
        <a:ext cx="5333267" cy="555428"/>
      </dsp:txXfrm>
    </dsp:sp>
    <dsp:sp modelId="{85E6D692-2478-483B-9967-A618BAAA3777}">
      <dsp:nvSpPr>
        <dsp:cNvPr id="0" name=""/>
        <dsp:cNvSpPr/>
      </dsp:nvSpPr>
      <dsp:spPr>
        <a:xfrm>
          <a:off x="0" y="1887312"/>
          <a:ext cx="5393361" cy="615522"/>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Reduce overall risk associated with a complete revamp of the site.</a:t>
          </a:r>
        </a:p>
      </dsp:txBody>
      <dsp:txXfrm>
        <a:off x="30047" y="1917359"/>
        <a:ext cx="5333267" cy="555428"/>
      </dsp:txXfrm>
    </dsp:sp>
    <dsp:sp modelId="{D4B42AF1-F4DD-4BAB-82EC-D6FE7AF3517C}">
      <dsp:nvSpPr>
        <dsp:cNvPr id="0" name=""/>
        <dsp:cNvSpPr/>
      </dsp:nvSpPr>
      <dsp:spPr>
        <a:xfrm>
          <a:off x="0" y="2515254"/>
          <a:ext cx="5393361" cy="615522"/>
        </a:xfrm>
        <a:prstGeom prst="round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Aligns EBizTech with the overall technology industry.</a:t>
          </a:r>
        </a:p>
      </dsp:txBody>
      <dsp:txXfrm>
        <a:off x="30047" y="2545301"/>
        <a:ext cx="5333267" cy="555428"/>
      </dsp:txXfrm>
    </dsp:sp>
    <dsp:sp modelId="{3E3FFDB2-BCE0-4B0D-8AE5-19D50B1CCB6F}">
      <dsp:nvSpPr>
        <dsp:cNvPr id="0" name=""/>
        <dsp:cNvSpPr/>
      </dsp:nvSpPr>
      <dsp:spPr>
        <a:xfrm>
          <a:off x="0" y="3143195"/>
          <a:ext cx="5393361" cy="615522"/>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Human centered design philosophies should also be implemented.</a:t>
          </a:r>
        </a:p>
      </dsp:txBody>
      <dsp:txXfrm>
        <a:off x="30047" y="3173242"/>
        <a:ext cx="5333267" cy="555428"/>
      </dsp:txXfrm>
    </dsp:sp>
    <dsp:sp modelId="{F08B1C90-A272-40DB-88B9-99E75CCB9477}">
      <dsp:nvSpPr>
        <dsp:cNvPr id="0" name=""/>
        <dsp:cNvSpPr/>
      </dsp:nvSpPr>
      <dsp:spPr>
        <a:xfrm>
          <a:off x="0" y="3758717"/>
          <a:ext cx="5393361" cy="589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239" tIns="17780" rIns="99568" bIns="17780" numCol="1" spcCol="1270" anchor="t" anchorCtr="0">
          <a:noAutofit/>
        </a:bodyPr>
        <a:lstStyle/>
        <a:p>
          <a:pPr marL="114300" lvl="1" indent="-114300" algn="l" defTabSz="622300">
            <a:lnSpc>
              <a:spcPct val="90000"/>
            </a:lnSpc>
            <a:spcBef>
              <a:spcPct val="0"/>
            </a:spcBef>
            <a:spcAft>
              <a:spcPct val="20000"/>
            </a:spcAft>
            <a:buChar char="•"/>
          </a:pPr>
          <a:r>
            <a:rPr lang="en-US" sz="1400" kern="1200" dirty="0"/>
            <a:t>Creates a connection between the business and its customers.</a:t>
          </a:r>
        </a:p>
        <a:p>
          <a:pPr marL="114300" lvl="1" indent="-114300" algn="l" defTabSz="622300">
            <a:lnSpc>
              <a:spcPct val="90000"/>
            </a:lnSpc>
            <a:spcBef>
              <a:spcPct val="0"/>
            </a:spcBef>
            <a:spcAft>
              <a:spcPct val="20000"/>
            </a:spcAft>
            <a:buChar char="•"/>
          </a:pPr>
          <a:r>
            <a:rPr lang="en-US" sz="1400" kern="1200"/>
            <a:t>Designing and improving with customers in mind creates long term ROI and loyal customer base.</a:t>
          </a:r>
        </a:p>
      </dsp:txBody>
      <dsp:txXfrm>
        <a:off x="0" y="3758717"/>
        <a:ext cx="5393361" cy="589131"/>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B93E57-DD24-4E0E-A3ED-CB2FBBA3CC04}">
      <dsp:nvSpPr>
        <dsp:cNvPr id="0" name=""/>
        <dsp:cNvSpPr/>
      </dsp:nvSpPr>
      <dsp:spPr>
        <a:xfrm>
          <a:off x="0" y="0"/>
          <a:ext cx="5393361"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493E7DA6-A5DA-48DB-B57F-744A9EAC4AB7}">
      <dsp:nvSpPr>
        <dsp:cNvPr id="0" name=""/>
        <dsp:cNvSpPr/>
      </dsp:nvSpPr>
      <dsp:spPr>
        <a:xfrm>
          <a:off x="0" y="0"/>
          <a:ext cx="5393361"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AI integration has risks involved.</a:t>
          </a:r>
        </a:p>
      </dsp:txBody>
      <dsp:txXfrm>
        <a:off x="0" y="0"/>
        <a:ext cx="5393361" cy="1087834"/>
      </dsp:txXfrm>
    </dsp:sp>
    <dsp:sp modelId="{1EA1E15E-D4F0-4054-A9A5-6A17D9815572}">
      <dsp:nvSpPr>
        <dsp:cNvPr id="0" name=""/>
        <dsp:cNvSpPr/>
      </dsp:nvSpPr>
      <dsp:spPr>
        <a:xfrm>
          <a:off x="0" y="1087834"/>
          <a:ext cx="5393361"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9EC754C8-FCCE-4851-AE8C-8CE1077ECC8F}">
      <dsp:nvSpPr>
        <dsp:cNvPr id="0" name=""/>
        <dsp:cNvSpPr/>
      </dsp:nvSpPr>
      <dsp:spPr>
        <a:xfrm>
          <a:off x="0" y="1087834"/>
          <a:ext cx="5393361"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Mitigation plan addresses the top three risks comprehensively.</a:t>
          </a:r>
        </a:p>
      </dsp:txBody>
      <dsp:txXfrm>
        <a:off x="0" y="1087834"/>
        <a:ext cx="5393361" cy="1087834"/>
      </dsp:txXfrm>
    </dsp:sp>
    <dsp:sp modelId="{7B2C9175-978A-4E27-8EB2-EFED04B114E5}">
      <dsp:nvSpPr>
        <dsp:cNvPr id="0" name=""/>
        <dsp:cNvSpPr/>
      </dsp:nvSpPr>
      <dsp:spPr>
        <a:xfrm>
          <a:off x="0" y="2175669"/>
          <a:ext cx="5393361"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A32979C9-7CC5-4161-AB14-0AC5520A835B}">
      <dsp:nvSpPr>
        <dsp:cNvPr id="0" name=""/>
        <dsp:cNvSpPr/>
      </dsp:nvSpPr>
      <dsp:spPr>
        <a:xfrm>
          <a:off x="0" y="2175669"/>
          <a:ext cx="5393361"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Continuous monitoring ensures they stay mitigated.</a:t>
          </a:r>
        </a:p>
      </dsp:txBody>
      <dsp:txXfrm>
        <a:off x="0" y="2175669"/>
        <a:ext cx="5393361" cy="1087834"/>
      </dsp:txXfrm>
    </dsp:sp>
    <dsp:sp modelId="{BC4D47CE-B8B0-4CF9-A694-20D239DFE5E6}">
      <dsp:nvSpPr>
        <dsp:cNvPr id="0" name=""/>
        <dsp:cNvSpPr/>
      </dsp:nvSpPr>
      <dsp:spPr>
        <a:xfrm>
          <a:off x="0" y="3263503"/>
          <a:ext cx="5393361"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4D927055-9A4A-45A7-A295-5A78691065F6}">
      <dsp:nvSpPr>
        <dsp:cNvPr id="0" name=""/>
        <dsp:cNvSpPr/>
      </dsp:nvSpPr>
      <dsp:spPr>
        <a:xfrm>
          <a:off x="0" y="3263503"/>
          <a:ext cx="5393361"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Plan should ensure continued compliance, customer trust, and overall performance.</a:t>
          </a:r>
        </a:p>
      </dsp:txBody>
      <dsp:txXfrm>
        <a:off x="0" y="3263503"/>
        <a:ext cx="5393361" cy="1087834"/>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1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5.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6.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8.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A63551-550D-40B9-85DB-266EA7D97CE9}" type="datetimeFigureOut">
              <a:rPr lang="en-US" smtClean="0"/>
              <a:t>12/12/2025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86B4AD-1DD7-4594-8F03-EE9E2D0A3BD6}" type="slidenum">
              <a:rPr lang="en-US" smtClean="0"/>
              <a:t>‹#›</a:t>
            </a:fld>
            <a:endParaRPr lang="en-US"/>
          </a:p>
        </p:txBody>
      </p:sp>
    </p:spTree>
    <p:extLst>
      <p:ext uri="{BB962C8B-B14F-4D97-AF65-F5344CB8AC3E}">
        <p14:creationId xmlns:p14="http://schemas.microsoft.com/office/powerpoint/2010/main" val="3985681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I mentioned EBizTech is undergoing the integration of AI into its core systems to achieve personalized shopping recommendations, improve the search capabilities on their platform, use predictive analytics for inventory management, as well as create additional automations for their core processes. Currently the project is experiencing scope creep due to the mobile development for iOS and Android.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7B0A1E84-2623-4302-86E0-08FB5CE16798}" type="slidenum">
              <a:rPr lang="en-US" smtClean="0"/>
              <a:t>11</a:t>
            </a:fld>
            <a:endParaRPr lang="en-US"/>
          </a:p>
        </p:txBody>
      </p:sp>
    </p:spTree>
    <p:extLst>
      <p:ext uri="{BB962C8B-B14F-4D97-AF65-F5344CB8AC3E}">
        <p14:creationId xmlns:p14="http://schemas.microsoft.com/office/powerpoint/2010/main" val="18762487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EBizTech is integrating AI into its e-commerce platform. Risk is always involved with projects and can be detrimental to success. Integrating AI introduces several risks such as data privacy, algorithm behavior, and Integration complexities with the legacy system. Our risk plan identifies, analyzes, mitigates, and monitors risks to create stability, user trust, and compliance.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B0A1E84-2623-4302-86E0-08FB5CE16798}" type="slidenum">
              <a:rPr lang="en-US" smtClean="0"/>
              <a:t>21</a:t>
            </a:fld>
            <a:endParaRPr lang="en-US"/>
          </a:p>
        </p:txBody>
      </p:sp>
    </p:spTree>
    <p:extLst>
      <p:ext uri="{BB962C8B-B14F-4D97-AF65-F5344CB8AC3E}">
        <p14:creationId xmlns:p14="http://schemas.microsoft.com/office/powerpoint/2010/main" val="3336558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 identification happened in several ways as shown here. The key elements were to involve all the key stakeholders, review historical data, and utilize established industry frameworks for risk. This identification strategy leads us to a holistic view of risk in this project.</a:t>
            </a:r>
          </a:p>
        </p:txBody>
      </p:sp>
      <p:sp>
        <p:nvSpPr>
          <p:cNvPr id="4" name="Slide Number Placeholder 3"/>
          <p:cNvSpPr>
            <a:spLocks noGrp="1"/>
          </p:cNvSpPr>
          <p:nvPr>
            <p:ph type="sldNum" sz="quarter" idx="5"/>
          </p:nvPr>
        </p:nvSpPr>
        <p:spPr/>
        <p:txBody>
          <a:bodyPr/>
          <a:lstStyle/>
          <a:p>
            <a:fld id="{7B0A1E84-2623-4302-86E0-08FB5CE16798}" type="slidenum">
              <a:rPr lang="en-US" smtClean="0"/>
              <a:t>23</a:t>
            </a:fld>
            <a:endParaRPr lang="en-US"/>
          </a:p>
        </p:txBody>
      </p:sp>
    </p:spTree>
    <p:extLst>
      <p:ext uri="{BB962C8B-B14F-4D97-AF65-F5344CB8AC3E}">
        <p14:creationId xmlns:p14="http://schemas.microsoft.com/office/powerpoint/2010/main" val="35545497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risks are the most critical and need to be mitigated immediately. We will show later where they fall on the risk matrix to validate this claim. They have the potential to disrupt production, create a loss of trust in our customers, and open the company up to fines from the government and other regulatory bodies. </a:t>
            </a:r>
          </a:p>
        </p:txBody>
      </p:sp>
      <p:sp>
        <p:nvSpPr>
          <p:cNvPr id="4" name="Slide Number Placeholder 3"/>
          <p:cNvSpPr>
            <a:spLocks noGrp="1"/>
          </p:cNvSpPr>
          <p:nvPr>
            <p:ph type="sldNum" sz="quarter" idx="5"/>
          </p:nvPr>
        </p:nvSpPr>
        <p:spPr/>
        <p:txBody>
          <a:bodyPr/>
          <a:lstStyle/>
          <a:p>
            <a:fld id="{7B0A1E84-2623-4302-86E0-08FB5CE16798}" type="slidenum">
              <a:rPr lang="en-US" smtClean="0"/>
              <a:t>24</a:t>
            </a:fld>
            <a:endParaRPr lang="en-US"/>
          </a:p>
        </p:txBody>
      </p:sp>
    </p:spTree>
    <p:extLst>
      <p:ext uri="{BB962C8B-B14F-4D97-AF65-F5344CB8AC3E}">
        <p14:creationId xmlns:p14="http://schemas.microsoft.com/office/powerpoint/2010/main" val="22174471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risk management approach has 5 elements to it and is based on the NIST AI Risk Management Framework and IBM’s AI Risk guidelines. This should allow us to be proactive instead of reactive with our risk management. </a:t>
            </a:r>
          </a:p>
        </p:txBody>
      </p:sp>
      <p:sp>
        <p:nvSpPr>
          <p:cNvPr id="4" name="Slide Number Placeholder 3"/>
          <p:cNvSpPr>
            <a:spLocks noGrp="1"/>
          </p:cNvSpPr>
          <p:nvPr>
            <p:ph type="sldNum" sz="quarter" idx="5"/>
          </p:nvPr>
        </p:nvSpPr>
        <p:spPr/>
        <p:txBody>
          <a:bodyPr/>
          <a:lstStyle/>
          <a:p>
            <a:fld id="{7B0A1E84-2623-4302-86E0-08FB5CE16798}" type="slidenum">
              <a:rPr lang="en-US" smtClean="0"/>
              <a:t>25</a:t>
            </a:fld>
            <a:endParaRPr lang="en-US"/>
          </a:p>
        </p:txBody>
      </p:sp>
    </p:spTree>
    <p:extLst>
      <p:ext uri="{BB962C8B-B14F-4D97-AF65-F5344CB8AC3E}">
        <p14:creationId xmlns:p14="http://schemas.microsoft.com/office/powerpoint/2010/main" val="41170942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concept helps provide concrete reasoning for the prioritization of risks. The three top risks were all AI related and ones we called out earlier in this presentation.</a:t>
            </a:r>
          </a:p>
        </p:txBody>
      </p:sp>
      <p:sp>
        <p:nvSpPr>
          <p:cNvPr id="4" name="Slide Number Placeholder 3"/>
          <p:cNvSpPr>
            <a:spLocks noGrp="1"/>
          </p:cNvSpPr>
          <p:nvPr>
            <p:ph type="sldNum" sz="quarter" idx="5"/>
          </p:nvPr>
        </p:nvSpPr>
        <p:spPr/>
        <p:txBody>
          <a:bodyPr/>
          <a:lstStyle/>
          <a:p>
            <a:fld id="{7B0A1E84-2623-4302-86E0-08FB5CE16798}" type="slidenum">
              <a:rPr lang="en-US" smtClean="0"/>
              <a:t>26</a:t>
            </a:fld>
            <a:endParaRPr lang="en-US"/>
          </a:p>
        </p:txBody>
      </p:sp>
    </p:spTree>
    <p:extLst>
      <p:ext uri="{BB962C8B-B14F-4D97-AF65-F5344CB8AC3E}">
        <p14:creationId xmlns:p14="http://schemas.microsoft.com/office/powerpoint/2010/main" val="8598578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matrix to identify and quantify which risks are the most important. On the next slide there is a color coded visual to reinforce this information. </a:t>
            </a:r>
          </a:p>
        </p:txBody>
      </p:sp>
      <p:sp>
        <p:nvSpPr>
          <p:cNvPr id="4" name="Slide Number Placeholder 3"/>
          <p:cNvSpPr>
            <a:spLocks noGrp="1"/>
          </p:cNvSpPr>
          <p:nvPr>
            <p:ph type="sldNum" sz="quarter" idx="5"/>
          </p:nvPr>
        </p:nvSpPr>
        <p:spPr/>
        <p:txBody>
          <a:bodyPr/>
          <a:lstStyle/>
          <a:p>
            <a:fld id="{7B0A1E84-2623-4302-86E0-08FB5CE16798}" type="slidenum">
              <a:rPr lang="en-US" smtClean="0"/>
              <a:t>27</a:t>
            </a:fld>
            <a:endParaRPr lang="en-US"/>
          </a:p>
        </p:txBody>
      </p:sp>
    </p:spTree>
    <p:extLst>
      <p:ext uri="{BB962C8B-B14F-4D97-AF65-F5344CB8AC3E}">
        <p14:creationId xmlns:p14="http://schemas.microsoft.com/office/powerpoint/2010/main" val="13679972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dark red category (critical risk) has values &gt;15. The orange section has risk values of 10-15. The yellow section is for risks &gt;=5 but &lt;10. The green section is &lt;5. </a:t>
            </a:r>
          </a:p>
        </p:txBody>
      </p:sp>
      <p:sp>
        <p:nvSpPr>
          <p:cNvPr id="4" name="Slide Number Placeholder 3"/>
          <p:cNvSpPr>
            <a:spLocks noGrp="1"/>
          </p:cNvSpPr>
          <p:nvPr>
            <p:ph type="sldNum" sz="quarter" idx="5"/>
          </p:nvPr>
        </p:nvSpPr>
        <p:spPr/>
        <p:txBody>
          <a:bodyPr/>
          <a:lstStyle/>
          <a:p>
            <a:fld id="{7B0A1E84-2623-4302-86E0-08FB5CE16798}" type="slidenum">
              <a:rPr lang="en-US" smtClean="0"/>
              <a:t>28</a:t>
            </a:fld>
            <a:endParaRPr lang="en-US"/>
          </a:p>
        </p:txBody>
      </p:sp>
    </p:spTree>
    <p:extLst>
      <p:ext uri="{BB962C8B-B14F-4D97-AF65-F5344CB8AC3E}">
        <p14:creationId xmlns:p14="http://schemas.microsoft.com/office/powerpoint/2010/main" val="40225346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5 sections to our risk monitoring. They include aspects of ownership, continuous review, and adding high priority risks as tasks within project sprints to be completed. This will provide accountability and visibility to the project and stakeholders.</a:t>
            </a:r>
          </a:p>
        </p:txBody>
      </p:sp>
      <p:sp>
        <p:nvSpPr>
          <p:cNvPr id="4" name="Slide Number Placeholder 3"/>
          <p:cNvSpPr>
            <a:spLocks noGrp="1"/>
          </p:cNvSpPr>
          <p:nvPr>
            <p:ph type="sldNum" sz="quarter" idx="5"/>
          </p:nvPr>
        </p:nvSpPr>
        <p:spPr/>
        <p:txBody>
          <a:bodyPr/>
          <a:lstStyle/>
          <a:p>
            <a:fld id="{7B0A1E84-2623-4302-86E0-08FB5CE16798}" type="slidenum">
              <a:rPr lang="en-US" smtClean="0"/>
              <a:t>30</a:t>
            </a:fld>
            <a:endParaRPr lang="en-US"/>
          </a:p>
        </p:txBody>
      </p:sp>
    </p:spTree>
    <p:extLst>
      <p:ext uri="{BB962C8B-B14F-4D97-AF65-F5344CB8AC3E}">
        <p14:creationId xmlns:p14="http://schemas.microsoft.com/office/powerpoint/2010/main" val="27165754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mitigation steps are derived from industry best practices from NIST, IBM, Standford and </a:t>
            </a:r>
            <a:r>
              <a:rPr lang="en-US" dirty="0" err="1"/>
              <a:t>SentinelOne</a:t>
            </a:r>
            <a:r>
              <a:rPr lang="en-US" dirty="0"/>
              <a:t>. We want each critical risk to have set steps for mitigation and direct ownership from an individual or group.</a:t>
            </a:r>
          </a:p>
        </p:txBody>
      </p:sp>
      <p:sp>
        <p:nvSpPr>
          <p:cNvPr id="4" name="Slide Number Placeholder 3"/>
          <p:cNvSpPr>
            <a:spLocks noGrp="1"/>
          </p:cNvSpPr>
          <p:nvPr>
            <p:ph type="sldNum" sz="quarter" idx="5"/>
          </p:nvPr>
        </p:nvSpPr>
        <p:spPr/>
        <p:txBody>
          <a:bodyPr/>
          <a:lstStyle/>
          <a:p>
            <a:fld id="{7B0A1E84-2623-4302-86E0-08FB5CE16798}" type="slidenum">
              <a:rPr lang="en-US" smtClean="0"/>
              <a:t>31</a:t>
            </a:fld>
            <a:endParaRPr lang="en-US"/>
          </a:p>
        </p:txBody>
      </p:sp>
    </p:spTree>
    <p:extLst>
      <p:ext uri="{BB962C8B-B14F-4D97-AF65-F5344CB8AC3E}">
        <p14:creationId xmlns:p14="http://schemas.microsoft.com/office/powerpoint/2010/main" val="30511833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our risk register, with our top three risks fully fleshed out with the mitigation strategies in place. This needs to be a living document that is constantly reviewed and updated throughout the rest of the project to ensure that our risks are appropriately handled.</a:t>
            </a:r>
          </a:p>
        </p:txBody>
      </p:sp>
      <p:sp>
        <p:nvSpPr>
          <p:cNvPr id="4" name="Slide Number Placeholder 3"/>
          <p:cNvSpPr>
            <a:spLocks noGrp="1"/>
          </p:cNvSpPr>
          <p:nvPr>
            <p:ph type="sldNum" sz="quarter" idx="5"/>
          </p:nvPr>
        </p:nvSpPr>
        <p:spPr/>
        <p:txBody>
          <a:bodyPr/>
          <a:lstStyle/>
          <a:p>
            <a:fld id="{7B0A1E84-2623-4302-86E0-08FB5CE16798}" type="slidenum">
              <a:rPr lang="en-US" smtClean="0"/>
              <a:t>32</a:t>
            </a:fld>
            <a:endParaRPr lang="en-US"/>
          </a:p>
        </p:txBody>
      </p:sp>
    </p:spTree>
    <p:extLst>
      <p:ext uri="{BB962C8B-B14F-4D97-AF65-F5344CB8AC3E}">
        <p14:creationId xmlns:p14="http://schemas.microsoft.com/office/powerpoint/2010/main" val="33406766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These areas of concern are all affected by and a result of the current scope creep of the project, which in turn is affecting the reliability of our customer centric metrics. The development team is being consumed by the current bottleneck of the mobile deployment and taking focus away from the performance of the current implementation of the platform. This increase of scope is maxing out the team, causing additional dips in the quality of the product.</a:t>
            </a:r>
          </a:p>
          <a:p>
            <a:endParaRPr lang="en-US" dirty="0"/>
          </a:p>
        </p:txBody>
      </p:sp>
      <p:sp>
        <p:nvSpPr>
          <p:cNvPr id="4" name="Slide Number Placeholder 3"/>
          <p:cNvSpPr>
            <a:spLocks noGrp="1"/>
          </p:cNvSpPr>
          <p:nvPr>
            <p:ph type="sldNum" sz="quarter" idx="5"/>
          </p:nvPr>
        </p:nvSpPr>
        <p:spPr/>
        <p:txBody>
          <a:bodyPr/>
          <a:lstStyle/>
          <a:p>
            <a:fld id="{D686B4AD-1DD7-4594-8F03-EE9E2D0A3BD6}" type="slidenum">
              <a:rPr lang="en-US" smtClean="0"/>
              <a:t>41</a:t>
            </a:fld>
            <a:endParaRPr lang="en-US"/>
          </a:p>
        </p:txBody>
      </p:sp>
    </p:spTree>
    <p:extLst>
      <p:ext uri="{BB962C8B-B14F-4D97-AF65-F5344CB8AC3E}">
        <p14:creationId xmlns:p14="http://schemas.microsoft.com/office/powerpoint/2010/main" val="777676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first stage is the empathize stage where the project team puts themselves in the customer’s shoes in an effort to understand their wants and needs. Doing this gives us an idea of the customer’s mindset. Based on the metrics above, customers are frustrated with the platform. Additional features are complex and not easy to use, coupled with extended support times make up the bulk of the frustration. The site also does not stand out enough from the others, which is validated by the percentage of passives in the NPS. </a:t>
            </a:r>
          </a:p>
          <a:p>
            <a:endParaRPr lang="en-US" dirty="0"/>
          </a:p>
        </p:txBody>
      </p:sp>
      <p:sp>
        <p:nvSpPr>
          <p:cNvPr id="4" name="Slide Number Placeholder 3"/>
          <p:cNvSpPr>
            <a:spLocks noGrp="1"/>
          </p:cNvSpPr>
          <p:nvPr>
            <p:ph type="sldNum" sz="quarter" idx="5"/>
          </p:nvPr>
        </p:nvSpPr>
        <p:spPr/>
        <p:txBody>
          <a:bodyPr/>
          <a:lstStyle/>
          <a:p>
            <a:fld id="{D686B4AD-1DD7-4594-8F03-EE9E2D0A3BD6}" type="slidenum">
              <a:rPr lang="en-US" smtClean="0"/>
              <a:t>42</a:t>
            </a:fld>
            <a:endParaRPr lang="en-US"/>
          </a:p>
        </p:txBody>
      </p:sp>
    </p:spTree>
    <p:extLst>
      <p:ext uri="{BB962C8B-B14F-4D97-AF65-F5344CB8AC3E}">
        <p14:creationId xmlns:p14="http://schemas.microsoft.com/office/powerpoint/2010/main" val="27175098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algorithms require customer data for training. This will require us to ensure that the data is used ethically but also protected. The steps listed here should ensure that this is the case.</a:t>
            </a:r>
          </a:p>
        </p:txBody>
      </p:sp>
      <p:sp>
        <p:nvSpPr>
          <p:cNvPr id="4" name="Slide Number Placeholder 3"/>
          <p:cNvSpPr>
            <a:spLocks noGrp="1"/>
          </p:cNvSpPr>
          <p:nvPr>
            <p:ph type="sldNum" sz="quarter" idx="5"/>
          </p:nvPr>
        </p:nvSpPr>
        <p:spPr/>
        <p:txBody>
          <a:bodyPr/>
          <a:lstStyle/>
          <a:p>
            <a:fld id="{7B0A1E84-2623-4302-86E0-08FB5CE16798}" type="slidenum">
              <a:rPr lang="en-US" smtClean="0"/>
              <a:t>47</a:t>
            </a:fld>
            <a:endParaRPr lang="en-US"/>
          </a:p>
        </p:txBody>
      </p:sp>
    </p:spTree>
    <p:extLst>
      <p:ext uri="{BB962C8B-B14F-4D97-AF65-F5344CB8AC3E}">
        <p14:creationId xmlns:p14="http://schemas.microsoft.com/office/powerpoint/2010/main" val="978932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for this risk is to increase the visibility into the algorithms and models that are being used. We want to be able to explain the decisions and outcomes from the model as well as prove that bias is not apart of those decisions. </a:t>
            </a:r>
          </a:p>
        </p:txBody>
      </p:sp>
      <p:sp>
        <p:nvSpPr>
          <p:cNvPr id="4" name="Slide Number Placeholder 3"/>
          <p:cNvSpPr>
            <a:spLocks noGrp="1"/>
          </p:cNvSpPr>
          <p:nvPr>
            <p:ph type="sldNum" sz="quarter" idx="5"/>
          </p:nvPr>
        </p:nvSpPr>
        <p:spPr/>
        <p:txBody>
          <a:bodyPr/>
          <a:lstStyle/>
          <a:p>
            <a:fld id="{7B0A1E84-2623-4302-86E0-08FB5CE16798}" type="slidenum">
              <a:rPr lang="en-US" smtClean="0"/>
              <a:t>48</a:t>
            </a:fld>
            <a:endParaRPr lang="en-US"/>
          </a:p>
        </p:txBody>
      </p:sp>
    </p:spTree>
    <p:extLst>
      <p:ext uri="{BB962C8B-B14F-4D97-AF65-F5344CB8AC3E}">
        <p14:creationId xmlns:p14="http://schemas.microsoft.com/office/powerpoint/2010/main" val="3764741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make sure that we are tackling integration from the start, instead of when its too late and everything has already been built. This mitigation strategy should achieve that goal for us. </a:t>
            </a:r>
          </a:p>
        </p:txBody>
      </p:sp>
      <p:sp>
        <p:nvSpPr>
          <p:cNvPr id="4" name="Slide Number Placeholder 3"/>
          <p:cNvSpPr>
            <a:spLocks noGrp="1"/>
          </p:cNvSpPr>
          <p:nvPr>
            <p:ph type="sldNum" sz="quarter" idx="5"/>
          </p:nvPr>
        </p:nvSpPr>
        <p:spPr/>
        <p:txBody>
          <a:bodyPr/>
          <a:lstStyle/>
          <a:p>
            <a:fld id="{7B0A1E84-2623-4302-86E0-08FB5CE16798}" type="slidenum">
              <a:rPr lang="en-US" smtClean="0"/>
              <a:t>49</a:t>
            </a:fld>
            <a:endParaRPr lang="en-US"/>
          </a:p>
        </p:txBody>
      </p:sp>
    </p:spTree>
    <p:extLst>
      <p:ext uri="{BB962C8B-B14F-4D97-AF65-F5344CB8AC3E}">
        <p14:creationId xmlns:p14="http://schemas.microsoft.com/office/powerpoint/2010/main" val="33722533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our mitigation plan addresses the top three risks that are associated with the introduction of AI into EBizTech’s e-commerce platform. This will ensure the good standing of EBizTech in the eyes of our customers and from a compliance standpoint, while reducing the challenges and pitfalls that come with AI.</a:t>
            </a:r>
          </a:p>
        </p:txBody>
      </p:sp>
      <p:sp>
        <p:nvSpPr>
          <p:cNvPr id="4" name="Slide Number Placeholder 3"/>
          <p:cNvSpPr>
            <a:spLocks noGrp="1"/>
          </p:cNvSpPr>
          <p:nvPr>
            <p:ph type="sldNum" sz="quarter" idx="5"/>
          </p:nvPr>
        </p:nvSpPr>
        <p:spPr/>
        <p:txBody>
          <a:bodyPr/>
          <a:lstStyle/>
          <a:p>
            <a:fld id="{7B0A1E84-2623-4302-86E0-08FB5CE16798}" type="slidenum">
              <a:rPr lang="en-US" smtClean="0"/>
              <a:t>56</a:t>
            </a:fld>
            <a:endParaRPr lang="en-US"/>
          </a:p>
        </p:txBody>
      </p:sp>
    </p:spTree>
    <p:extLst>
      <p:ext uri="{BB962C8B-B14F-4D97-AF65-F5344CB8AC3E}">
        <p14:creationId xmlns:p14="http://schemas.microsoft.com/office/powerpoint/2010/main" val="15610294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94DB3F9-7978-420C-9439-31D70EC39E9F}"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E1B6BD-C5A6-4C08-BA62-159DBFFB5A2F}" type="slidenum">
              <a:rPr lang="en-US" smtClean="0"/>
              <a:t>‹#›</a:t>
            </a:fld>
            <a:endParaRPr lang="en-US"/>
          </a:p>
        </p:txBody>
      </p:sp>
    </p:spTree>
    <p:extLst>
      <p:ext uri="{BB962C8B-B14F-4D97-AF65-F5344CB8AC3E}">
        <p14:creationId xmlns:p14="http://schemas.microsoft.com/office/powerpoint/2010/main" val="2933154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4DB3F9-7978-420C-9439-31D70EC39E9F}"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E1B6BD-C5A6-4C08-BA62-159DBFFB5A2F}" type="slidenum">
              <a:rPr lang="en-US" smtClean="0"/>
              <a:t>‹#›</a:t>
            </a:fld>
            <a:endParaRPr lang="en-US"/>
          </a:p>
        </p:txBody>
      </p:sp>
    </p:spTree>
    <p:extLst>
      <p:ext uri="{BB962C8B-B14F-4D97-AF65-F5344CB8AC3E}">
        <p14:creationId xmlns:p14="http://schemas.microsoft.com/office/powerpoint/2010/main" val="3793468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4DB3F9-7978-420C-9439-31D70EC39E9F}"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E1B6BD-C5A6-4C08-BA62-159DBFFB5A2F}" type="slidenum">
              <a:rPr lang="en-US" smtClean="0"/>
              <a:t>‹#›</a:t>
            </a:fld>
            <a:endParaRPr lang="en-US"/>
          </a:p>
        </p:txBody>
      </p:sp>
    </p:spTree>
    <p:extLst>
      <p:ext uri="{BB962C8B-B14F-4D97-AF65-F5344CB8AC3E}">
        <p14:creationId xmlns:p14="http://schemas.microsoft.com/office/powerpoint/2010/main" val="3593838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4DB3F9-7978-420C-9439-31D70EC39E9F}"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E1B6BD-C5A6-4C08-BA62-159DBFFB5A2F}" type="slidenum">
              <a:rPr lang="en-US" smtClean="0"/>
              <a:t>‹#›</a:t>
            </a:fld>
            <a:endParaRPr lang="en-US"/>
          </a:p>
        </p:txBody>
      </p:sp>
    </p:spTree>
    <p:extLst>
      <p:ext uri="{BB962C8B-B14F-4D97-AF65-F5344CB8AC3E}">
        <p14:creationId xmlns:p14="http://schemas.microsoft.com/office/powerpoint/2010/main" val="3207754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94DB3F9-7978-420C-9439-31D70EC39E9F}" type="datetimeFigureOut">
              <a:rPr lang="en-US" smtClean="0"/>
              <a:t>12/12/2025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E1B6BD-C5A6-4C08-BA62-159DBFFB5A2F}" type="slidenum">
              <a:rPr lang="en-US" smtClean="0"/>
              <a:t>‹#›</a:t>
            </a:fld>
            <a:endParaRPr lang="en-US"/>
          </a:p>
        </p:txBody>
      </p:sp>
    </p:spTree>
    <p:extLst>
      <p:ext uri="{BB962C8B-B14F-4D97-AF65-F5344CB8AC3E}">
        <p14:creationId xmlns:p14="http://schemas.microsoft.com/office/powerpoint/2010/main" val="4000281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94DB3F9-7978-420C-9439-31D70EC39E9F}" type="datetimeFigureOut">
              <a:rPr lang="en-US" smtClean="0"/>
              <a:t>12/12/2025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2E1B6BD-C5A6-4C08-BA62-159DBFFB5A2F}" type="slidenum">
              <a:rPr lang="en-US" smtClean="0"/>
              <a:t>‹#›</a:t>
            </a:fld>
            <a:endParaRPr lang="en-US"/>
          </a:p>
        </p:txBody>
      </p:sp>
    </p:spTree>
    <p:extLst>
      <p:ext uri="{BB962C8B-B14F-4D97-AF65-F5344CB8AC3E}">
        <p14:creationId xmlns:p14="http://schemas.microsoft.com/office/powerpoint/2010/main" val="20378205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4DB3F9-7978-420C-9439-31D70EC39E9F}" type="datetimeFigureOut">
              <a:rPr lang="en-US" smtClean="0"/>
              <a:t>12/12/2025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2E1B6BD-C5A6-4C08-BA62-159DBFFB5A2F}" type="slidenum">
              <a:rPr lang="en-US" smtClean="0"/>
              <a:t>‹#›</a:t>
            </a:fld>
            <a:endParaRPr lang="en-US"/>
          </a:p>
        </p:txBody>
      </p:sp>
    </p:spTree>
    <p:extLst>
      <p:ext uri="{BB962C8B-B14F-4D97-AF65-F5344CB8AC3E}">
        <p14:creationId xmlns:p14="http://schemas.microsoft.com/office/powerpoint/2010/main" val="2369214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4DB3F9-7978-420C-9439-31D70EC39E9F}"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E1B6BD-C5A6-4C08-BA62-159DBFFB5A2F}" type="slidenum">
              <a:rPr lang="en-US" smtClean="0"/>
              <a:t>‹#›</a:t>
            </a:fld>
            <a:endParaRPr lang="en-US"/>
          </a:p>
        </p:txBody>
      </p:sp>
    </p:spTree>
    <p:extLst>
      <p:ext uri="{BB962C8B-B14F-4D97-AF65-F5344CB8AC3E}">
        <p14:creationId xmlns:p14="http://schemas.microsoft.com/office/powerpoint/2010/main" val="709174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4DB3F9-7978-420C-9439-31D70EC39E9F}"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E1B6BD-C5A6-4C08-BA62-159DBFFB5A2F}" type="slidenum">
              <a:rPr lang="en-US" smtClean="0"/>
              <a:t>‹#›</a:t>
            </a:fld>
            <a:endParaRPr lang="en-US"/>
          </a:p>
        </p:txBody>
      </p:sp>
    </p:spTree>
    <p:extLst>
      <p:ext uri="{BB962C8B-B14F-4D97-AF65-F5344CB8AC3E}">
        <p14:creationId xmlns:p14="http://schemas.microsoft.com/office/powerpoint/2010/main" val="4134082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4DB3F9-7978-420C-9439-31D70EC39E9F}"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E1B6BD-C5A6-4C08-BA62-159DBFFB5A2F}" type="slidenum">
              <a:rPr lang="en-US" smtClean="0"/>
              <a:t>‹#›</a:t>
            </a:fld>
            <a:endParaRPr lang="en-US"/>
          </a:p>
        </p:txBody>
      </p:sp>
    </p:spTree>
    <p:extLst>
      <p:ext uri="{BB962C8B-B14F-4D97-AF65-F5344CB8AC3E}">
        <p14:creationId xmlns:p14="http://schemas.microsoft.com/office/powerpoint/2010/main" val="1015049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4DB3F9-7978-420C-9439-31D70EC39E9F}"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E1B6BD-C5A6-4C08-BA62-159DBFFB5A2F}" type="slidenum">
              <a:rPr lang="en-US" smtClean="0"/>
              <a:t>‹#›</a:t>
            </a:fld>
            <a:endParaRPr lang="en-US"/>
          </a:p>
        </p:txBody>
      </p:sp>
    </p:spTree>
    <p:extLst>
      <p:ext uri="{BB962C8B-B14F-4D97-AF65-F5344CB8AC3E}">
        <p14:creationId xmlns:p14="http://schemas.microsoft.com/office/powerpoint/2010/main" val="47761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194DB3F9-7978-420C-9439-31D70EC39E9F}" type="datetimeFigureOut">
              <a:rPr lang="en-US" smtClean="0"/>
              <a:t>12/12/2025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C2E1B6BD-C5A6-4C08-BA62-159DBFFB5A2F}" type="slidenum">
              <a:rPr lang="en-US" smtClean="0"/>
              <a:t>‹#›</a:t>
            </a:fld>
            <a:endParaRPr lang="en-US"/>
          </a:p>
        </p:txBody>
      </p:sp>
    </p:spTree>
    <p:extLst>
      <p:ext uri="{BB962C8B-B14F-4D97-AF65-F5344CB8AC3E}">
        <p14:creationId xmlns:p14="http://schemas.microsoft.com/office/powerpoint/2010/main" val="3131117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17.jpeg"/><Relationship Id="rId7" Type="http://schemas.openxmlformats.org/officeDocument/2006/relationships/diagramColors" Target="../diagrams/colors6.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https://documents.lucid.app/documents/b148eca4-7ce6-4a6f-a8ba-125e82fd1067/pages/0_0?a=1970&amp;x=-688&amp;y=1857&amp;w=1052&amp;h=1195&amp;store=1&amp;accept=image%2F*&amp;auth=LCA%20f072cf23270ada2c9636ff26737ffb98f4035751f71dd690b2b0a200cb41d670-ts%3D1763927459" TargetMode="External"/><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7.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svg"/><Relationship Id="rId7" Type="http://schemas.openxmlformats.org/officeDocument/2006/relationships/image" Target="../media/image35.sv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 Id="rId9" Type="http://schemas.openxmlformats.org/officeDocument/2006/relationships/image" Target="../media/image37.svg"/></Relationships>
</file>

<file path=ppt/slides/_rels/slide18.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41.jpeg"/><Relationship Id="rId7" Type="http://schemas.openxmlformats.org/officeDocument/2006/relationships/diagramColors" Target="../diagrams/colors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5.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90.svg"/></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43.xml.rels><?xml version="1.0" encoding="UTF-8" standalone="yes"?>
<Relationships xmlns="http://schemas.openxmlformats.org/package/2006/relationships"><Relationship Id="rId3" Type="http://schemas.openxmlformats.org/officeDocument/2006/relationships/image" Target="../media/image96.sv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8.sv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00.sv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02.sv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5.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55.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image" Target="../media/image109.jpeg"/><Relationship Id="rId1" Type="http://schemas.openxmlformats.org/officeDocument/2006/relationships/slideLayout" Target="../slideLayouts/slideLayout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56.xml.rels><?xml version="1.0" encoding="UTF-8" standalone="yes"?>
<Relationships xmlns="http://schemas.openxmlformats.org/package/2006/relationships"><Relationship Id="rId8" Type="http://schemas.microsoft.com/office/2007/relationships/diagramDrawing" Target="../diagrams/drawing22.xml"/><Relationship Id="rId3" Type="http://schemas.openxmlformats.org/officeDocument/2006/relationships/image" Target="../media/image110.jpeg"/><Relationship Id="rId7" Type="http://schemas.openxmlformats.org/officeDocument/2006/relationships/diagramColors" Target="../diagrams/colors22.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QuickStyle" Target="../diagrams/quickStyle22.xml"/><Relationship Id="rId5" Type="http://schemas.openxmlformats.org/officeDocument/2006/relationships/diagramLayout" Target="../diagrams/layout22.xml"/><Relationship Id="rId4" Type="http://schemas.openxmlformats.org/officeDocument/2006/relationships/diagramData" Target="../diagrams/data2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8" Type="http://schemas.openxmlformats.org/officeDocument/2006/relationships/hyperlink" Target="https://doi.org/10.1515/fman-2017-0021" TargetMode="External"/><Relationship Id="rId3" Type="http://schemas.openxmlformats.org/officeDocument/2006/relationships/hyperlink" Target="https://www.pmi.org/blog" TargetMode="External"/><Relationship Id="rId7" Type="http://schemas.openxmlformats.org/officeDocument/2006/relationships/hyperlink" Target="https://www.pmi.org/blog/ai-transformation-people-insights-bcg" TargetMode="External"/><Relationship Id="rId2" Type="http://schemas.openxmlformats.org/officeDocument/2006/relationships/hyperlink" Target="https://online.hbs.edu/blog/post/what-is-human-centered-design" TargetMode="External"/><Relationship Id="rId1" Type="http://schemas.openxmlformats.org/officeDocument/2006/relationships/slideLayout" Target="../slideLayouts/slideLayout7.xml"/><Relationship Id="rId6" Type="http://schemas.openxmlformats.org/officeDocument/2006/relationships/hyperlink" Target="https://www.pmi.org/learning/library/agile-lean-project-management-formality-7992" TargetMode="External"/><Relationship Id="rId5" Type="http://schemas.openxmlformats.org/officeDocument/2006/relationships/hyperlink" Target="https://hbr.org/2016/05/embracing-agile" TargetMode="External"/><Relationship Id="rId10" Type="http://schemas.openxmlformats.org/officeDocument/2006/relationships/hyperlink" Target="https://www.ibm.com/think/topics/agile-vs-waterfall" TargetMode="External"/><Relationship Id="rId4" Type="http://schemas.openxmlformats.org/officeDocument/2006/relationships/hyperlink" Target="https://www.pmi.org/learning/thought-leadership/building-agility-into-the-organizational-dna" TargetMode="External"/><Relationship Id="rId9" Type="http://schemas.openxmlformats.org/officeDocument/2006/relationships/hyperlink" Target="https://www.atlassian.com/agile/project-management/project-management-intro" TargetMode="External"/></Relationships>
</file>

<file path=ppt/slides/_rels/slide59.xml.rels><?xml version="1.0" encoding="UTF-8" standalone="yes"?>
<Relationships xmlns="http://schemas.openxmlformats.org/package/2006/relationships"><Relationship Id="rId8" Type="http://schemas.openxmlformats.org/officeDocument/2006/relationships/hyperlink" Target="https://doi.org/10.5281/zenodo.13871832" TargetMode="External"/><Relationship Id="rId13" Type="http://schemas.openxmlformats.org/officeDocument/2006/relationships/hyperlink" Target="https://www.jetbrains.com/teamcity/ci-cd-guide/automated-builds/" TargetMode="External"/><Relationship Id="rId3" Type="http://schemas.openxmlformats.org/officeDocument/2006/relationships/hyperlink" Target="https://www.planview.com/resources/articles/using-artificial-intelligence-for-project-management/" TargetMode="External"/><Relationship Id="rId7" Type="http://schemas.openxmlformats.org/officeDocument/2006/relationships/hyperlink" Target="https://www.pmi.org/learning/library/agile-lean-project-management-formality-7992" TargetMode="External"/><Relationship Id="rId12" Type="http://schemas.openxmlformats.org/officeDocument/2006/relationships/hyperlink" Target="https://www.pmi.org/disciplined-agile/agile/continuousintegration" TargetMode="External"/><Relationship Id="rId2" Type="http://schemas.openxmlformats.org/officeDocument/2006/relationships/hyperlink" Target="https://www.forbes.com/advisor/business/agile-vs-waterfall-methodology/" TargetMode="External"/><Relationship Id="rId1" Type="http://schemas.openxmlformats.org/officeDocument/2006/relationships/slideLayout" Target="../slideLayouts/slideLayout7.xml"/><Relationship Id="rId6" Type="http://schemas.openxmlformats.org/officeDocument/2006/relationships/hyperlink" Target="https://help.tempo.io/portfoliomanager/latest/work-on-the-right-things" TargetMode="External"/><Relationship Id="rId11" Type="http://schemas.openxmlformats.org/officeDocument/2006/relationships/hyperlink" Target="https://www.pmi.org/disciplined-agile/agile/continuousdeployment" TargetMode="External"/><Relationship Id="rId5" Type="http://schemas.openxmlformats.org/officeDocument/2006/relationships/hyperlink" Target="https://www.atlassian.com/software/jira/guides/automation/overview#what-is-automation" TargetMode="External"/><Relationship Id="rId10" Type="http://schemas.openxmlformats.org/officeDocument/2006/relationships/hyperlink" Target="https://selleo.com/blog/the-future-of-scrum-trends-and-innovations-in-agile-project-management" TargetMode="External"/><Relationship Id="rId4" Type="http://schemas.openxmlformats.org/officeDocument/2006/relationships/hyperlink" Target="https://digital.gov/guides/hcd/introduction/principles" TargetMode="External"/><Relationship Id="rId9" Type="http://schemas.openxmlformats.org/officeDocument/2006/relationships/hyperlink" Target="https://www.teksystems.com/en-hk/insights/article/future-agile-trends-to-watch-for" TargetMode="External"/></Relationships>
</file>

<file path=ppt/slides/_rels/slide60.xml.rels><?xml version="1.0" encoding="UTF-8" standalone="yes"?>
<Relationships xmlns="http://schemas.openxmlformats.org/package/2006/relationships"><Relationship Id="rId8" Type="http://schemas.openxmlformats.org/officeDocument/2006/relationships/hyperlink" Target="https://docs.docker.com/get-started/docker-overview/" TargetMode="External"/><Relationship Id="rId13" Type="http://schemas.openxmlformats.org/officeDocument/2006/relationships/hyperlink" Target="https://www.projectmanager.com/blog/risk-management-process-steps" TargetMode="External"/><Relationship Id="rId3" Type="http://schemas.openxmlformats.org/officeDocument/2006/relationships/hyperlink" Target="https://about.gitlab.com/topics/ci-cd/" TargetMode="External"/><Relationship Id="rId7" Type="http://schemas.openxmlformats.org/officeDocument/2006/relationships/hyperlink" Target="https://www.geeksforgeeks.org/devops/understanding-jenkins-ci-cd-pipeline-and-its-stages/" TargetMode="External"/><Relationship Id="rId12" Type="http://schemas.openxmlformats.org/officeDocument/2006/relationships/hyperlink" Target="https://www.pmi.org/learning/library/judgment-decision-making-it-projects-11715" TargetMode="External"/><Relationship Id="rId2" Type="http://schemas.openxmlformats.org/officeDocument/2006/relationships/hyperlink" Target="https://www.ibm.com/think/topics/ci-cd-pipeline" TargetMode="External"/><Relationship Id="rId1" Type="http://schemas.openxmlformats.org/officeDocument/2006/relationships/slideLayout" Target="../slideLayouts/slideLayout7.xml"/><Relationship Id="rId6" Type="http://schemas.openxmlformats.org/officeDocument/2006/relationships/hyperlink" Target="https://www.atlassian.com/continuous-delivery/continuous-integration/tools" TargetMode="External"/><Relationship Id="rId11" Type="http://schemas.openxmlformats.org/officeDocument/2006/relationships/hyperlink" Target="https://www.youtube.com/watch?v=KWU9RGVpw8U" TargetMode="External"/><Relationship Id="rId5" Type="http://schemas.openxmlformats.org/officeDocument/2006/relationships/hyperlink" Target="https://pieces.app/blog/best-ci-cd-tools" TargetMode="External"/><Relationship Id="rId10" Type="http://schemas.openxmlformats.org/officeDocument/2006/relationships/hyperlink" Target="https://aws.amazon.com/what-is/iac/" TargetMode="External"/><Relationship Id="rId4" Type="http://schemas.openxmlformats.org/officeDocument/2006/relationships/hyperlink" Target="https://medium.com/@l.halicki/how-to-implement-ci-cd-for-iac-in-practice-part-0-introduction-f76b4700818a" TargetMode="External"/><Relationship Id="rId9" Type="http://schemas.openxmlformats.org/officeDocument/2006/relationships/hyperlink" Target="https://kubernetes.io/docs/concepts/overview/" TargetMode="External"/><Relationship Id="rId14" Type="http://schemas.openxmlformats.org/officeDocument/2006/relationships/hyperlink" Target="https://www.ibm.com/think/topics/risk-management" TargetMode="External"/></Relationships>
</file>

<file path=ppt/slides/_rels/slide61.xml.rels><?xml version="1.0" encoding="UTF-8" standalone="yes"?>
<Relationships xmlns="http://schemas.openxmlformats.org/package/2006/relationships"><Relationship Id="rId8" Type="http://schemas.openxmlformats.org/officeDocument/2006/relationships/hyperlink" Target="https://www.ibm.com/think/insights/risk-mitigation-strategy" TargetMode="External"/><Relationship Id="rId3" Type="http://schemas.openxmlformats.org/officeDocument/2006/relationships/hyperlink" Target="https://www.projectmanager.com/blog/5-ways-to-avoid-scope-creep" TargetMode="External"/><Relationship Id="rId7" Type="http://schemas.openxmlformats.org/officeDocument/2006/relationships/hyperlink" Target="https://www.ibm.com/think/topics/risk-mitigation" TargetMode="External"/><Relationship Id="rId12" Type="http://schemas.openxmlformats.org/officeDocument/2006/relationships/hyperlink" Target="https://www.pmi.org/learning/library/evm-data-analysis-executive-action-8520" TargetMode="External"/><Relationship Id="rId2" Type="http://schemas.openxmlformats.org/officeDocument/2006/relationships/hyperlink" Target="https://online.hbs.edu/blog/post/risk-management" TargetMode="External"/><Relationship Id="rId1" Type="http://schemas.openxmlformats.org/officeDocument/2006/relationships/slideLayout" Target="../slideLayouts/slideLayout7.xml"/><Relationship Id="rId6" Type="http://schemas.openxmlformats.org/officeDocument/2006/relationships/hyperlink" Target="https://www.atlassian.com/work-management/project-management/risk-matrix" TargetMode="External"/><Relationship Id="rId11" Type="http://schemas.openxmlformats.org/officeDocument/2006/relationships/hyperlink" Target="https://www.pmi.org/learning/library/data-done-right-project-success-9989" TargetMode="External"/><Relationship Id="rId5" Type="http://schemas.openxmlformats.org/officeDocument/2006/relationships/hyperlink" Target="https://www.hbs.net/blog/risk-assessment-likelihood-impact" TargetMode="External"/><Relationship Id="rId10" Type="http://schemas.openxmlformats.org/officeDocument/2006/relationships/hyperlink" Target="https://www.pmi.org/learning/library/data-visualization-business-analysts-10198" TargetMode="External"/><Relationship Id="rId4" Type="http://schemas.openxmlformats.org/officeDocument/2006/relationships/hyperlink" Target="https://www.forbes.com/advisor/business/scope-creep/" TargetMode="External"/><Relationship Id="rId9" Type="http://schemas.openxmlformats.org/officeDocument/2006/relationships/hyperlink" Target="https://www.atlassian.com/work-management/project-management/risk-mitigation" TargetMode="External"/></Relationships>
</file>

<file path=ppt/slides/_rels/slide62.xml.rels><?xml version="1.0" encoding="UTF-8" standalone="yes"?>
<Relationships xmlns="http://schemas.openxmlformats.org/package/2006/relationships"><Relationship Id="rId8" Type="http://schemas.openxmlformats.org/officeDocument/2006/relationships/hyperlink" Target="https://www.wrike.com/project-management-guide/faq/how-to-calculate-earned-value-in-project-management/" TargetMode="External"/><Relationship Id="rId3" Type="http://schemas.openxmlformats.org/officeDocument/2006/relationships/hyperlink" Target="https://www.pmi.org/learning/library/practical-calculation-schedule-variance-7028" TargetMode="External"/><Relationship Id="rId7" Type="http://schemas.openxmlformats.org/officeDocument/2006/relationships/hyperlink" Target="https://www.pmi.org/learning/library/earned-value-management-systems-analysis-8026" TargetMode="External"/><Relationship Id="rId2" Type="http://schemas.openxmlformats.org/officeDocument/2006/relationships/hyperlink" Target="https://medium.com/@proteus_work/analyzing-project-progress-cpi-vs-spi-2d21664a121f" TargetMode="External"/><Relationship Id="rId1" Type="http://schemas.openxmlformats.org/officeDocument/2006/relationships/slideLayout" Target="../slideLayouts/slideLayout7.xml"/><Relationship Id="rId6" Type="http://schemas.openxmlformats.org/officeDocument/2006/relationships/hyperlink" Target="https://www.linkedin.com/pulse/project-management-metrics-kpis-dashboards-guide-abdelrahim-elmasry-hrqcf/" TargetMode="External"/><Relationship Id="rId5" Type="http://schemas.openxmlformats.org/officeDocument/2006/relationships/hyperlink" Target="https://www.6sigma.us/project-management/how-to-measure-success-of-a-project/" TargetMode="External"/><Relationship Id="rId10" Type="http://schemas.openxmlformats.org/officeDocument/2006/relationships/hyperlink" Target="https://www.indeed.com/career-advice/career-development/critical-pathway-analysis" TargetMode="External"/><Relationship Id="rId4" Type="http://schemas.openxmlformats.org/officeDocument/2006/relationships/hyperlink" Target="https://business.adobe.com/blog/basics/metrics" TargetMode="External"/><Relationship Id="rId9" Type="http://schemas.openxmlformats.org/officeDocument/2006/relationships/hyperlink" Target="https://www.investopedia.com/terms/c/critical-path-analysis.asp" TargetMode="External"/></Relationships>
</file>

<file path=ppt/slides/_rels/slide63.xml.rels><?xml version="1.0" encoding="UTF-8" standalone="yes"?>
<Relationships xmlns="http://schemas.openxmlformats.org/package/2006/relationships"><Relationship Id="rId8" Type="http://schemas.openxmlformats.org/officeDocument/2006/relationships/hyperlink" Target="https://www.martinnewman.co.uk/articles/customer-centricity-roi-analysis" TargetMode="External"/><Relationship Id="rId3" Type="http://schemas.openxmlformats.org/officeDocument/2006/relationships/hyperlink" Target="https://www.pmi.org/learning/library/project-management-metrics-mystery-9304" TargetMode="External"/><Relationship Id="rId7" Type="http://schemas.openxmlformats.org/officeDocument/2006/relationships/hyperlink" Target="https://www.gainsight.com/blog/customer-experience-metrics-the-essential-guide-for-2025/" TargetMode="External"/><Relationship Id="rId2" Type="http://schemas.openxmlformats.org/officeDocument/2006/relationships/hyperlink" Target="https://www.pmi.org/learning/library/meaningful-metrics-determine-project-performance-4535" TargetMode="External"/><Relationship Id="rId1" Type="http://schemas.openxmlformats.org/officeDocument/2006/relationships/slideLayout" Target="../slideLayouts/slideLayout7.xml"/><Relationship Id="rId6" Type="http://schemas.openxmlformats.org/officeDocument/2006/relationships/hyperlink" Target="https://www.pmi.org/learning/library/changing-culture-customer-centric-organization-9339" TargetMode="External"/><Relationship Id="rId11" Type="http://schemas.openxmlformats.org/officeDocument/2006/relationships/hyperlink" Target="https://www.ibm.com/think/topics/data-driven-decision-making" TargetMode="External"/><Relationship Id="rId5" Type="http://schemas.openxmlformats.org/officeDocument/2006/relationships/hyperlink" Target="https://www.pmi.org/learning/library/project-automation-process-improvement-opportunity-3335" TargetMode="External"/><Relationship Id="rId10" Type="http://schemas.openxmlformats.org/officeDocument/2006/relationships/hyperlink" Target="https://www.interaction-design.org/literature/article/5-stages-in-the-design-thinking-process?srsltid=AfmBOoq_OOHrz17o9G1NQ_y1udg0SFRcDQeTuIMz9zsJaLPrIl6Od35E" TargetMode="External"/><Relationship Id="rId4" Type="http://schemas.openxmlformats.org/officeDocument/2006/relationships/hyperlink" Target="https://www.pmi.org/learning/library/u-shaped-customer-satisfaction-effect-4964" TargetMode="External"/><Relationship Id="rId9" Type="http://schemas.openxmlformats.org/officeDocument/2006/relationships/hyperlink" Target="https://online.hbs.edu/blog/post/what-is-design-thinking" TargetMode="External"/></Relationships>
</file>

<file path=ppt/slides/_rels/slide64.xml.rels><?xml version="1.0" encoding="UTF-8" standalone="yes"?>
<Relationships xmlns="http://schemas.openxmlformats.org/package/2006/relationships"><Relationship Id="rId8" Type="http://schemas.openxmlformats.org/officeDocument/2006/relationships/hyperlink" Target="https://www.nist.gov/itl/ai-risk-management-framework" TargetMode="External"/><Relationship Id="rId3" Type="http://schemas.openxmlformats.org/officeDocument/2006/relationships/hyperlink" Target="https://www.forbes.com/councils/forbesfinancecouncil/2024/09/03/unlocking-success-the-power-of-data-driven-decision-making/" TargetMode="External"/><Relationship Id="rId7" Type="http://schemas.openxmlformats.org/officeDocument/2006/relationships/hyperlink" Target="https://www.ibm.com/products/guardium-ai-security?utm_content=SRCWW&amp;p1=Search&amp;p4=371660502845&amp;p5=e&amp;p9=191953456287&amp;gad_source=1&amp;gad_campaignid=21987974108&amp;gbraid=0AAAAAD-_QsTNDlYVqD2_xmFzquebGZm5E&amp;gclid=EAIaIQobChMIq66soYqfkQMVnx-tBh0EUgRHEAAYASAAEgLatPD_BwE&amp;gclsrc=aw.ds" TargetMode="External"/><Relationship Id="rId2" Type="http://schemas.openxmlformats.org/officeDocument/2006/relationships/hyperlink" Target="https://asana.com/resources/data-driven-decision-making" TargetMode="External"/><Relationship Id="rId1" Type="http://schemas.openxmlformats.org/officeDocument/2006/relationships/slideLayout" Target="../slideLayouts/slideLayout7.xml"/><Relationship Id="rId6" Type="http://schemas.openxmlformats.org/officeDocument/2006/relationships/hyperlink" Target="https://www.projectmanagementdocs.com/template/project-planning/risk-management-plan/" TargetMode="External"/><Relationship Id="rId11" Type="http://schemas.openxmlformats.org/officeDocument/2006/relationships/hyperlink" Target="https://hai.stanford.edu/news/privacy-ai-era-how-do-we-protect-our-personal-information" TargetMode="External"/><Relationship Id="rId5" Type="http://schemas.openxmlformats.org/officeDocument/2006/relationships/hyperlink" Target="https://www.pmi.org/learning/thought-leadership/pulse/ai-at-work-new-projects-new-thinking" TargetMode="External"/><Relationship Id="rId10" Type="http://schemas.openxmlformats.org/officeDocument/2006/relationships/hyperlink" Target="https://www.ibm.com/think/insights/ai-privacy" TargetMode="External"/><Relationship Id="rId4" Type="http://schemas.openxmlformats.org/officeDocument/2006/relationships/hyperlink" Target="https://www.pmi.org/learning/library/healthcare-organizations-artificial-intelligence-decisions-data-privacy-risks-11414" TargetMode="External"/><Relationship Id="rId9" Type="http://schemas.openxmlformats.org/officeDocument/2006/relationships/hyperlink" Target="https://www.ibm.com/think/insights/ai-risk-management" TargetMode="External"/></Relationships>
</file>

<file path=ppt/slides/_rels/slide65.xml.rels><?xml version="1.0" encoding="UTF-8" standalone="yes"?>
<Relationships xmlns="http://schemas.openxmlformats.org/package/2006/relationships"><Relationship Id="rId3" Type="http://schemas.openxmlformats.org/officeDocument/2006/relationships/hyperlink" Target="https://www.ibm.com/think/topics/interpretability" TargetMode="External"/><Relationship Id="rId7" Type="http://schemas.openxmlformats.org/officeDocument/2006/relationships/hyperlink" Target="https://www.linkedin.com/pulse/integrating-ai-existing-systems-ensuring-data-quality-ravi-mehrotra-lxzec/" TargetMode="External"/><Relationship Id="rId2" Type="http://schemas.openxmlformats.org/officeDocument/2006/relationships/hyperlink" Target="https://www.ibm.com/products/concert/application-vulnerability-management?utm_content=SRCWW&amp;p1=Search&amp;p4=2314342596421&amp;p5=p&amp;p9=166894568810&amp;gad_source=1&amp;gad_campaignid=21985112073&amp;gbraid=0AAAAAD-_QsQHhwZrnPXykxqm1DYkBJRPw&amp;gclid=EAIaIQobChMIosu3pY2fkQMV7jnUAR0riBrrEAAYAyAAEgLjx_D_BwE&amp;gclsrc=aw.ds" TargetMode="External"/><Relationship Id="rId1" Type="http://schemas.openxmlformats.org/officeDocument/2006/relationships/slideLayout" Target="../slideLayouts/slideLayout7.xml"/><Relationship Id="rId6" Type="http://schemas.openxmlformats.org/officeDocument/2006/relationships/hyperlink" Target="https://medium.com/snowflake/enterprise-ai-and-legacy-systems-a-double-edged-sword-on-the-path-to-modernization-9f54e1da1fab" TargetMode="External"/><Relationship Id="rId5" Type="http://schemas.openxmlformats.org/officeDocument/2006/relationships/hyperlink" Target="https://www.sentinelone.com/cybersecurity-101/cybersecurity/ai-risk-management/" TargetMode="External"/><Relationship Id="rId4" Type="http://schemas.openxmlformats.org/officeDocument/2006/relationships/hyperlink" Target="https://www.splunk.com/en_us/blog/learn/explainability-vs-interpretability.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81E7DAB-A263-15C7-33B7-786D0B9841EA}"/>
              </a:ext>
            </a:extLst>
          </p:cNvPr>
          <p:cNvSpPr>
            <a:spLocks noGrp="1"/>
          </p:cNvSpPr>
          <p:nvPr>
            <p:ph type="ctrTitle"/>
          </p:nvPr>
        </p:nvSpPr>
        <p:spPr>
          <a:xfrm>
            <a:off x="2026693" y="1030406"/>
            <a:ext cx="8147713" cy="3081242"/>
          </a:xfrm>
        </p:spPr>
        <p:txBody>
          <a:bodyPr anchor="ctr">
            <a:normAutofit/>
          </a:bodyPr>
          <a:lstStyle/>
          <a:p>
            <a:r>
              <a:rPr lang="en-US" sz="4800">
                <a:solidFill>
                  <a:srgbClr val="FFFFFF"/>
                </a:solidFill>
              </a:rPr>
              <a:t>Revolutionizing E-Commerce: eBizTech's Ambitious Platform Upgrade</a:t>
            </a:r>
          </a:p>
        </p:txBody>
      </p:sp>
      <p:sp>
        <p:nvSpPr>
          <p:cNvPr id="3" name="Subtitle 2">
            <a:extLst>
              <a:ext uri="{FF2B5EF4-FFF2-40B4-BE49-F238E27FC236}">
                <a16:creationId xmlns:a16="http://schemas.microsoft.com/office/drawing/2014/main" id="{9FC33CB2-E095-24DC-A437-669AC2FC0EE7}"/>
              </a:ext>
            </a:extLst>
          </p:cNvPr>
          <p:cNvSpPr>
            <a:spLocks noGrp="1"/>
          </p:cNvSpPr>
          <p:nvPr>
            <p:ph type="subTitle" idx="1"/>
          </p:nvPr>
        </p:nvSpPr>
        <p:spPr>
          <a:xfrm>
            <a:off x="1559943" y="5171093"/>
            <a:ext cx="9078628" cy="860620"/>
          </a:xfrm>
        </p:spPr>
        <p:txBody>
          <a:bodyPr anchor="ctr">
            <a:normAutofit/>
          </a:bodyPr>
          <a:lstStyle/>
          <a:p>
            <a:endParaRPr lang="en-US">
              <a:solidFill>
                <a:srgbClr val="FFFFFF"/>
              </a:solidFill>
            </a:endParaRPr>
          </a:p>
        </p:txBody>
      </p:sp>
    </p:spTree>
    <p:extLst>
      <p:ext uri="{BB962C8B-B14F-4D97-AF65-F5344CB8AC3E}">
        <p14:creationId xmlns:p14="http://schemas.microsoft.com/office/powerpoint/2010/main" val="2282065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F41A8E0-3B89-CD5C-38D0-B23C0C332D0B}"/>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Agenda</a:t>
            </a:r>
          </a:p>
        </p:txBody>
      </p:sp>
      <p:graphicFrame>
        <p:nvGraphicFramePr>
          <p:cNvPr id="5" name="Content Placeholder 2">
            <a:extLst>
              <a:ext uri="{FF2B5EF4-FFF2-40B4-BE49-F238E27FC236}">
                <a16:creationId xmlns:a16="http://schemas.microsoft.com/office/drawing/2014/main" id="{91C4358F-0AA4-A796-ABCC-B67539452993}"/>
              </a:ext>
            </a:extLst>
          </p:cNvPr>
          <p:cNvGraphicFramePr>
            <a:graphicFrameLocks noGrp="1"/>
          </p:cNvGraphicFramePr>
          <p:nvPr>
            <p:ph idx="1"/>
            <p:extLst>
              <p:ext uri="{D42A27DB-BD31-4B8C-83A1-F6EECF244321}">
                <p14:modId xmlns:p14="http://schemas.microsoft.com/office/powerpoint/2010/main" val="13638789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37479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3">
            <a:extLst>
              <a:ext uri="{FF2B5EF4-FFF2-40B4-BE49-F238E27FC236}">
                <a16:creationId xmlns:a16="http://schemas.microsoft.com/office/drawing/2014/main" id="{4658786F-B314-D6AF-107F-6092D2E0424B}"/>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a:solidFill>
                  <a:srgbClr val="FFFFFF"/>
                </a:solidFill>
                <a:latin typeface="+mj-lt"/>
                <a:ea typeface="+mj-ea"/>
                <a:cs typeface="+mj-cs"/>
              </a:rPr>
              <a:t>Background</a:t>
            </a:r>
          </a:p>
        </p:txBody>
      </p:sp>
      <p:sp>
        <p:nvSpPr>
          <p:cNvPr id="5" name="Text Placeholder 4">
            <a:extLst>
              <a:ext uri="{FF2B5EF4-FFF2-40B4-BE49-F238E27FC236}">
                <a16:creationId xmlns:a16="http://schemas.microsoft.com/office/drawing/2014/main" id="{53CE0BDD-C4B4-08A7-D1C6-DC793C283F38}"/>
              </a:ext>
            </a:extLst>
          </p:cNvPr>
          <p:cNvSpPr>
            <a:spLocks noGrp="1"/>
          </p:cNvSpPr>
          <p:nvPr>
            <p:ph type="body" idx="1"/>
          </p:nvPr>
        </p:nvSpPr>
        <p:spPr>
          <a:xfrm>
            <a:off x="1350682" y="4870824"/>
            <a:ext cx="10005951" cy="1458258"/>
          </a:xfrm>
        </p:spPr>
        <p:txBody>
          <a:bodyPr vert="horz" lIns="91440" tIns="45720" rIns="91440" bIns="45720" rtlCol="0" anchor="ctr">
            <a:normAutofit/>
          </a:bodyPr>
          <a:lstStyle/>
          <a:p>
            <a:endParaRPr lang="en-US" sz="2400" kern="1200">
              <a:solidFill>
                <a:schemeClr val="tx1"/>
              </a:solidFill>
              <a:latin typeface="+mn-lt"/>
              <a:ea typeface="+mn-ea"/>
              <a:cs typeface="+mn-cs"/>
            </a:endParaRPr>
          </a:p>
        </p:txBody>
      </p:sp>
    </p:spTree>
    <p:extLst>
      <p:ext uri="{BB962C8B-B14F-4D97-AF65-F5344CB8AC3E}">
        <p14:creationId xmlns:p14="http://schemas.microsoft.com/office/powerpoint/2010/main" val="1616654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6F9CA9-24AC-F3EA-A67C-59F97358C2F3}"/>
              </a:ext>
            </a:extLst>
          </p:cNvPr>
          <p:cNvSpPr>
            <a:spLocks noGrp="1"/>
          </p:cNvSpPr>
          <p:nvPr>
            <p:ph type="title"/>
          </p:nvPr>
        </p:nvSpPr>
        <p:spPr>
          <a:xfrm>
            <a:off x="686834" y="591344"/>
            <a:ext cx="3200400" cy="5585619"/>
          </a:xfrm>
        </p:spPr>
        <p:txBody>
          <a:bodyPr>
            <a:normAutofit/>
          </a:bodyPr>
          <a:lstStyle/>
          <a:p>
            <a:r>
              <a:rPr lang="en-US">
                <a:solidFill>
                  <a:srgbClr val="FFFFFF"/>
                </a:solidFill>
              </a:rPr>
              <a:t>Background</a:t>
            </a:r>
          </a:p>
        </p:txBody>
      </p:sp>
      <p:sp>
        <p:nvSpPr>
          <p:cNvPr id="24" name="Arc 2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5" name="Content Placeholder 2">
            <a:extLst>
              <a:ext uri="{FF2B5EF4-FFF2-40B4-BE49-F238E27FC236}">
                <a16:creationId xmlns:a16="http://schemas.microsoft.com/office/drawing/2014/main" id="{D915F3CD-ED48-9973-71F3-78CBEB1BAF96}"/>
              </a:ext>
            </a:extLst>
          </p:cNvPr>
          <p:cNvSpPr>
            <a:spLocks noGrp="1"/>
          </p:cNvSpPr>
          <p:nvPr>
            <p:ph idx="1"/>
          </p:nvPr>
        </p:nvSpPr>
        <p:spPr>
          <a:xfrm>
            <a:off x="4447308" y="591344"/>
            <a:ext cx="6906491" cy="5585619"/>
          </a:xfrm>
        </p:spPr>
        <p:txBody>
          <a:bodyPr anchor="ctr">
            <a:normAutofit/>
          </a:bodyPr>
          <a:lstStyle/>
          <a:p>
            <a:r>
              <a:rPr lang="en-US" sz="1800" dirty="0"/>
              <a:t>EBizTech: A leading technology company specializing in e-commerce solutions, is embarking on a transformative journey to upgrade its e-commerce platform.</a:t>
            </a:r>
          </a:p>
          <a:p>
            <a:r>
              <a:rPr lang="en-US" sz="1800" dirty="0"/>
              <a:t>Goal: Create a cutting-edge e-commerce platform that exceeds customer expectations.</a:t>
            </a:r>
          </a:p>
          <a:p>
            <a:r>
              <a:rPr lang="en-US" sz="1800" dirty="0"/>
              <a:t>User-Centric Design</a:t>
            </a:r>
          </a:p>
          <a:p>
            <a:pPr lvl="1"/>
            <a:r>
              <a:rPr lang="en-US" sz="1800" dirty="0"/>
              <a:t>Personalized and intuitive shopping experience.</a:t>
            </a:r>
          </a:p>
          <a:p>
            <a:pPr lvl="1"/>
            <a:r>
              <a:rPr lang="en-US" sz="1800" dirty="0"/>
              <a:t>Design driven by customer behavior and usability principles.</a:t>
            </a:r>
          </a:p>
          <a:p>
            <a:r>
              <a:rPr lang="en-US" sz="1800" dirty="0"/>
              <a:t>Technology Advancements</a:t>
            </a:r>
          </a:p>
          <a:p>
            <a:pPr lvl="1"/>
            <a:r>
              <a:rPr lang="en-US" sz="1800" dirty="0"/>
              <a:t>AI and machine learning for better recommendations.</a:t>
            </a:r>
          </a:p>
          <a:p>
            <a:pPr lvl="1"/>
            <a:r>
              <a:rPr lang="en-US" sz="1800" dirty="0"/>
              <a:t>Data analytics for optimized inventory.</a:t>
            </a:r>
          </a:p>
          <a:p>
            <a:r>
              <a:rPr lang="en-US" sz="1800" dirty="0"/>
              <a:t>Enhanced User Engagement</a:t>
            </a:r>
          </a:p>
          <a:p>
            <a:pPr lvl="1"/>
            <a:r>
              <a:rPr lang="en-US" sz="1800" dirty="0"/>
              <a:t>Chatbots for real-time support.</a:t>
            </a:r>
          </a:p>
          <a:p>
            <a:pPr lvl="1"/>
            <a:r>
              <a:rPr lang="en-US" sz="1800" dirty="0"/>
              <a:t>Social shopping features.</a:t>
            </a:r>
          </a:p>
          <a:p>
            <a:r>
              <a:rPr lang="en-US" sz="1800" dirty="0"/>
              <a:t>Scalability and Performance</a:t>
            </a:r>
          </a:p>
          <a:p>
            <a:pPr lvl="1"/>
            <a:r>
              <a:rPr lang="en-US" sz="1800" dirty="0"/>
              <a:t>High-performance architecture.</a:t>
            </a:r>
          </a:p>
          <a:p>
            <a:pPr lvl="1"/>
            <a:r>
              <a:rPr lang="en-US" sz="1800" dirty="0"/>
              <a:t>Support rapid growth and transaction volumes.</a:t>
            </a:r>
          </a:p>
        </p:txBody>
      </p:sp>
    </p:spTree>
    <p:extLst>
      <p:ext uri="{BB962C8B-B14F-4D97-AF65-F5344CB8AC3E}">
        <p14:creationId xmlns:p14="http://schemas.microsoft.com/office/powerpoint/2010/main" val="1776434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28181872-B2A0-D2C0-C15F-C005BC0761D4}"/>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a:solidFill>
                  <a:srgbClr val="FFFFFF"/>
                </a:solidFill>
                <a:latin typeface="+mj-lt"/>
                <a:ea typeface="+mj-ea"/>
                <a:cs typeface="+mj-cs"/>
              </a:rPr>
              <a:t>Methodologies and Tools</a:t>
            </a:r>
          </a:p>
        </p:txBody>
      </p:sp>
      <p:sp>
        <p:nvSpPr>
          <p:cNvPr id="3" name="Text Placeholder 2">
            <a:extLst>
              <a:ext uri="{FF2B5EF4-FFF2-40B4-BE49-F238E27FC236}">
                <a16:creationId xmlns:a16="http://schemas.microsoft.com/office/drawing/2014/main" id="{672ACF8B-7344-7023-DD01-815272ABAA4B}"/>
              </a:ext>
            </a:extLst>
          </p:cNvPr>
          <p:cNvSpPr>
            <a:spLocks noGrp="1"/>
          </p:cNvSpPr>
          <p:nvPr>
            <p:ph type="body" idx="1"/>
          </p:nvPr>
        </p:nvSpPr>
        <p:spPr>
          <a:xfrm>
            <a:off x="1350682" y="4870824"/>
            <a:ext cx="10005951" cy="1458258"/>
          </a:xfrm>
        </p:spPr>
        <p:txBody>
          <a:bodyPr vert="horz" lIns="91440" tIns="45720" rIns="91440" bIns="45720" rtlCol="0" anchor="ctr">
            <a:normAutofit/>
          </a:bodyPr>
          <a:lstStyle/>
          <a:p>
            <a:endParaRPr lang="en-US" sz="2400" kern="1200">
              <a:solidFill>
                <a:schemeClr val="tx1"/>
              </a:solidFill>
              <a:latin typeface="+mn-lt"/>
              <a:ea typeface="+mn-ea"/>
              <a:cs typeface="+mn-cs"/>
            </a:endParaRPr>
          </a:p>
        </p:txBody>
      </p:sp>
    </p:spTree>
    <p:extLst>
      <p:ext uri="{BB962C8B-B14F-4D97-AF65-F5344CB8AC3E}">
        <p14:creationId xmlns:p14="http://schemas.microsoft.com/office/powerpoint/2010/main" val="2928215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894CD-4B34-7D56-8F07-69765C5D3565}"/>
              </a:ext>
            </a:extLst>
          </p:cNvPr>
          <p:cNvSpPr>
            <a:spLocks noGrp="1"/>
          </p:cNvSpPr>
          <p:nvPr>
            <p:ph type="title"/>
          </p:nvPr>
        </p:nvSpPr>
        <p:spPr/>
        <p:txBody>
          <a:bodyPr/>
          <a:lstStyle/>
          <a:p>
            <a:r>
              <a:rPr lang="en-US" dirty="0"/>
              <a:t>Project Management Methods</a:t>
            </a:r>
          </a:p>
        </p:txBody>
      </p:sp>
      <p:sp>
        <p:nvSpPr>
          <p:cNvPr id="4" name="Text Placeholder 3">
            <a:extLst>
              <a:ext uri="{FF2B5EF4-FFF2-40B4-BE49-F238E27FC236}">
                <a16:creationId xmlns:a16="http://schemas.microsoft.com/office/drawing/2014/main" id="{04B62E4B-F54C-49BD-2989-8483F03F1570}"/>
              </a:ext>
            </a:extLst>
          </p:cNvPr>
          <p:cNvSpPr>
            <a:spLocks noGrp="1"/>
          </p:cNvSpPr>
          <p:nvPr>
            <p:ph type="body" idx="1"/>
          </p:nvPr>
        </p:nvSpPr>
        <p:spPr/>
        <p:txBody>
          <a:bodyPr/>
          <a:lstStyle/>
          <a:p>
            <a:r>
              <a:rPr lang="en-US" dirty="0"/>
              <a:t>Waterfall</a:t>
            </a:r>
          </a:p>
        </p:txBody>
      </p:sp>
      <p:graphicFrame>
        <p:nvGraphicFramePr>
          <p:cNvPr id="9" name="Content Placeholder 4">
            <a:extLst>
              <a:ext uri="{FF2B5EF4-FFF2-40B4-BE49-F238E27FC236}">
                <a16:creationId xmlns:a16="http://schemas.microsoft.com/office/drawing/2014/main" id="{95FCA632-E31C-0EF0-1B70-A4F943E246C5}"/>
              </a:ext>
            </a:extLst>
          </p:cNvPr>
          <p:cNvGraphicFramePr>
            <a:graphicFrameLocks noGrp="1"/>
          </p:cNvGraphicFramePr>
          <p:nvPr>
            <p:ph sz="half" idx="2"/>
            <p:extLst>
              <p:ext uri="{D42A27DB-BD31-4B8C-83A1-F6EECF244321}">
                <p14:modId xmlns:p14="http://schemas.microsoft.com/office/powerpoint/2010/main" val="3957539368"/>
              </p:ext>
            </p:extLst>
          </p:nvPr>
        </p:nvGraphicFramePr>
        <p:xfrm>
          <a:off x="839788" y="2505075"/>
          <a:ext cx="5157787" cy="36845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 Placeholder 5">
            <a:extLst>
              <a:ext uri="{FF2B5EF4-FFF2-40B4-BE49-F238E27FC236}">
                <a16:creationId xmlns:a16="http://schemas.microsoft.com/office/drawing/2014/main" id="{2F4BEA57-60C9-8A5B-0111-C5236C8AB7C3}"/>
              </a:ext>
            </a:extLst>
          </p:cNvPr>
          <p:cNvSpPr>
            <a:spLocks noGrp="1"/>
          </p:cNvSpPr>
          <p:nvPr>
            <p:ph type="body" sz="quarter" idx="3"/>
          </p:nvPr>
        </p:nvSpPr>
        <p:spPr/>
        <p:txBody>
          <a:bodyPr/>
          <a:lstStyle/>
          <a:p>
            <a:r>
              <a:rPr lang="en-US" dirty="0"/>
              <a:t>Agile</a:t>
            </a:r>
          </a:p>
        </p:txBody>
      </p:sp>
      <p:sp>
        <p:nvSpPr>
          <p:cNvPr id="7" name="Content Placeholder 6">
            <a:extLst>
              <a:ext uri="{FF2B5EF4-FFF2-40B4-BE49-F238E27FC236}">
                <a16:creationId xmlns:a16="http://schemas.microsoft.com/office/drawing/2014/main" id="{C151CF57-25C7-3CBB-7B12-A1C8B138269B}"/>
              </a:ext>
            </a:extLst>
          </p:cNvPr>
          <p:cNvSpPr>
            <a:spLocks noGrp="1"/>
          </p:cNvSpPr>
          <p:nvPr>
            <p:ph sz="quarter" idx="4"/>
          </p:nvPr>
        </p:nvSpPr>
        <p:spPr/>
        <p:txBody>
          <a:bodyPr>
            <a:normAutofit fontScale="92500" lnSpcReduction="10000"/>
          </a:bodyPr>
          <a:lstStyle/>
          <a:p>
            <a:r>
              <a:rPr lang="en-US" dirty="0"/>
              <a:t>Break the project down into smaller segments and strives for adaptability.</a:t>
            </a:r>
          </a:p>
          <a:p>
            <a:r>
              <a:rPr lang="en-US" dirty="0"/>
              <a:t>New features need to be added; it can be done easily within the next sprint.</a:t>
            </a:r>
          </a:p>
          <a:p>
            <a:r>
              <a:rPr lang="en-US" dirty="0"/>
              <a:t>User feedback throughout the cycle.</a:t>
            </a:r>
          </a:p>
          <a:p>
            <a:r>
              <a:rPr lang="en-US" dirty="0"/>
              <a:t>Risk is handled periodically with each sprint.</a:t>
            </a:r>
          </a:p>
        </p:txBody>
      </p:sp>
    </p:spTree>
    <p:extLst>
      <p:ext uri="{BB962C8B-B14F-4D97-AF65-F5344CB8AC3E}">
        <p14:creationId xmlns:p14="http://schemas.microsoft.com/office/powerpoint/2010/main" val="3946853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Rectangle 23">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1C0840EA-E0B3-E240-D138-C71B4486CECD}"/>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Human Centered Design</a:t>
            </a:r>
          </a:p>
        </p:txBody>
      </p:sp>
      <p:graphicFrame>
        <p:nvGraphicFramePr>
          <p:cNvPr id="17" name="Content Placeholder 7">
            <a:extLst>
              <a:ext uri="{FF2B5EF4-FFF2-40B4-BE49-F238E27FC236}">
                <a16:creationId xmlns:a16="http://schemas.microsoft.com/office/drawing/2014/main" id="{F40849BB-E8FA-7B73-155C-0E5876AC331F}"/>
              </a:ext>
            </a:extLst>
          </p:cNvPr>
          <p:cNvGraphicFramePr>
            <a:graphicFrameLocks noGrp="1"/>
          </p:cNvGraphicFramePr>
          <p:nvPr>
            <p:ph idx="1"/>
            <p:extLst>
              <p:ext uri="{D42A27DB-BD31-4B8C-83A1-F6EECF244321}">
                <p14:modId xmlns:p14="http://schemas.microsoft.com/office/powerpoint/2010/main" val="1683350505"/>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2774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4D6AAE-2BE3-564B-07E1-C47317DB886E}"/>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AI Tools</a:t>
            </a:r>
          </a:p>
        </p:txBody>
      </p:sp>
      <p:graphicFrame>
        <p:nvGraphicFramePr>
          <p:cNvPr id="5" name="Content Placeholder 2">
            <a:extLst>
              <a:ext uri="{FF2B5EF4-FFF2-40B4-BE49-F238E27FC236}">
                <a16:creationId xmlns:a16="http://schemas.microsoft.com/office/drawing/2014/main" id="{3817F870-FDA6-C35A-7FBE-096366224917}"/>
              </a:ext>
            </a:extLst>
          </p:cNvPr>
          <p:cNvGraphicFramePr>
            <a:graphicFrameLocks noGrp="1"/>
          </p:cNvGraphicFramePr>
          <p:nvPr>
            <p:ph idx="1"/>
            <p:extLst>
              <p:ext uri="{D42A27DB-BD31-4B8C-83A1-F6EECF244321}">
                <p14:modId xmlns:p14="http://schemas.microsoft.com/office/powerpoint/2010/main" val="2269458528"/>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31511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CD571E-2BDF-AD5B-B5BC-0A6C35F0A106}"/>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Impact on PM Role</a:t>
            </a:r>
          </a:p>
        </p:txBody>
      </p:sp>
      <p:graphicFrame>
        <p:nvGraphicFramePr>
          <p:cNvPr id="27" name="Content Placeholder 2">
            <a:extLst>
              <a:ext uri="{FF2B5EF4-FFF2-40B4-BE49-F238E27FC236}">
                <a16:creationId xmlns:a16="http://schemas.microsoft.com/office/drawing/2014/main" id="{D964BBD5-98F8-D581-400F-8D5BBBE306A1}"/>
              </a:ext>
            </a:extLst>
          </p:cNvPr>
          <p:cNvGraphicFramePr>
            <a:graphicFrameLocks noGrp="1"/>
          </p:cNvGraphicFramePr>
          <p:nvPr>
            <p:ph idx="1"/>
            <p:extLst>
              <p:ext uri="{D42A27DB-BD31-4B8C-83A1-F6EECF244321}">
                <p14:modId xmlns:p14="http://schemas.microsoft.com/office/powerpoint/2010/main" val="511237409"/>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90097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E05E672-264F-4E5A-BBEE-73745015B5DB}"/>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a:solidFill>
                  <a:srgbClr val="FFFFFF"/>
                </a:solidFill>
                <a:latin typeface="+mj-lt"/>
                <a:ea typeface="+mj-ea"/>
                <a:cs typeface="+mj-cs"/>
              </a:rPr>
              <a:t>Project Management Challenges</a:t>
            </a:r>
          </a:p>
        </p:txBody>
      </p:sp>
      <p:sp>
        <p:nvSpPr>
          <p:cNvPr id="3" name="Text Placeholder 2">
            <a:extLst>
              <a:ext uri="{FF2B5EF4-FFF2-40B4-BE49-F238E27FC236}">
                <a16:creationId xmlns:a16="http://schemas.microsoft.com/office/drawing/2014/main" id="{3CD2847F-6F54-225E-872E-5BF501835ED4}"/>
              </a:ext>
            </a:extLst>
          </p:cNvPr>
          <p:cNvSpPr>
            <a:spLocks noGrp="1"/>
          </p:cNvSpPr>
          <p:nvPr>
            <p:ph type="body" idx="1"/>
          </p:nvPr>
        </p:nvSpPr>
        <p:spPr>
          <a:xfrm>
            <a:off x="1350682" y="4870824"/>
            <a:ext cx="10005951" cy="1458258"/>
          </a:xfrm>
        </p:spPr>
        <p:txBody>
          <a:bodyPr vert="horz" lIns="91440" tIns="45720" rIns="91440" bIns="45720" rtlCol="0" anchor="ctr">
            <a:normAutofit/>
          </a:bodyPr>
          <a:lstStyle/>
          <a:p>
            <a:endParaRPr lang="en-US" sz="2400" kern="1200">
              <a:solidFill>
                <a:schemeClr val="tx1"/>
              </a:solidFill>
              <a:latin typeface="+mn-lt"/>
              <a:ea typeface="+mn-ea"/>
              <a:cs typeface="+mn-cs"/>
            </a:endParaRPr>
          </a:p>
        </p:txBody>
      </p:sp>
    </p:spTree>
    <p:extLst>
      <p:ext uri="{BB962C8B-B14F-4D97-AF65-F5344CB8AC3E}">
        <p14:creationId xmlns:p14="http://schemas.microsoft.com/office/powerpoint/2010/main" val="3352065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colorful triangle pattern&#10;&#10;AI-generated content may be incorrect.">
            <a:extLst>
              <a:ext uri="{FF2B5EF4-FFF2-40B4-BE49-F238E27FC236}">
                <a16:creationId xmlns:a16="http://schemas.microsoft.com/office/drawing/2014/main" id="{2A835A04-EA88-E905-44EE-A030C0AF5D23}"/>
              </a:ext>
            </a:extLst>
          </p:cNvPr>
          <p:cNvPicPr>
            <a:picLocks noChangeAspect="1"/>
          </p:cNvPicPr>
          <p:nvPr/>
        </p:nvPicPr>
        <p:blipFill>
          <a:blip r:embed="rId3"/>
          <a:srcRect l="22989" r="29750" b="-1"/>
          <a:stretch>
            <a:fillRect/>
          </a:stretch>
        </p:blipFill>
        <p:spPr>
          <a:xfrm>
            <a:off x="-7366" y="10"/>
            <a:ext cx="4855591"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2" name="Title 1">
            <a:extLst>
              <a:ext uri="{FF2B5EF4-FFF2-40B4-BE49-F238E27FC236}">
                <a16:creationId xmlns:a16="http://schemas.microsoft.com/office/drawing/2014/main" id="{AB2D74BB-C0B9-0432-DA06-C2DDD9701736}"/>
              </a:ext>
            </a:extLst>
          </p:cNvPr>
          <p:cNvSpPr>
            <a:spLocks noGrp="1"/>
          </p:cNvSpPr>
          <p:nvPr>
            <p:ph type="title"/>
          </p:nvPr>
        </p:nvSpPr>
        <p:spPr>
          <a:xfrm>
            <a:off x="5827048" y="407987"/>
            <a:ext cx="5721484" cy="1325563"/>
          </a:xfrm>
        </p:spPr>
        <p:txBody>
          <a:bodyPr>
            <a:normAutofit/>
          </a:bodyPr>
          <a:lstStyle/>
          <a:p>
            <a:r>
              <a:rPr lang="en-US" dirty="0"/>
              <a:t>Background</a:t>
            </a:r>
          </a:p>
        </p:txBody>
      </p:sp>
      <p:graphicFrame>
        <p:nvGraphicFramePr>
          <p:cNvPr id="5" name="Content Placeholder 2">
            <a:extLst>
              <a:ext uri="{FF2B5EF4-FFF2-40B4-BE49-F238E27FC236}">
                <a16:creationId xmlns:a16="http://schemas.microsoft.com/office/drawing/2014/main" id="{B7777DAE-B446-51ED-71EF-8291CB8131FC}"/>
              </a:ext>
            </a:extLst>
          </p:cNvPr>
          <p:cNvGraphicFramePr>
            <a:graphicFrameLocks noGrp="1"/>
          </p:cNvGraphicFramePr>
          <p:nvPr>
            <p:ph idx="1"/>
          </p:nvPr>
        </p:nvGraphicFramePr>
        <p:xfrm>
          <a:off x="5827048" y="1868487"/>
          <a:ext cx="5721484"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02806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8D436F-9ACD-4C92-AFC8-C934C527A6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90538E0-A884-4E60-A6AB-77D830E2FC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3478" y="0"/>
            <a:ext cx="465738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03A70-DEB9-6F1C-6B52-80379F882AE0}"/>
              </a:ext>
            </a:extLst>
          </p:cNvPr>
          <p:cNvSpPr>
            <a:spLocks noGrp="1"/>
          </p:cNvSpPr>
          <p:nvPr>
            <p:ph type="title"/>
          </p:nvPr>
        </p:nvSpPr>
        <p:spPr>
          <a:xfrm>
            <a:off x="1901162" y="3050434"/>
            <a:ext cx="3722933" cy="757130"/>
          </a:xfrm>
          <a:ln w="25400" cap="sq">
            <a:solidFill>
              <a:srgbClr val="FFFFFF"/>
            </a:solidFill>
            <a:miter lim="800000"/>
          </a:ln>
        </p:spPr>
        <p:txBody>
          <a:bodyPr vert="horz" wrap="square" lIns="91440" tIns="45720" rIns="91440" bIns="45720" rtlCol="0" anchor="ctr">
            <a:normAutofit/>
          </a:bodyPr>
          <a:lstStyle/>
          <a:p>
            <a:pPr algn="ctr"/>
            <a:r>
              <a:rPr lang="en-US" sz="2400" kern="1200">
                <a:solidFill>
                  <a:srgbClr val="FFFFFF"/>
                </a:solidFill>
                <a:latin typeface="+mj-lt"/>
                <a:ea typeface="+mj-ea"/>
                <a:cs typeface="+mj-cs"/>
              </a:rPr>
              <a:t>Assessing Existing Processes</a:t>
            </a:r>
          </a:p>
        </p:txBody>
      </p:sp>
      <p:sp>
        <p:nvSpPr>
          <p:cNvPr id="13" name="Rectangle 12">
            <a:extLst>
              <a:ext uri="{FF2B5EF4-FFF2-40B4-BE49-F238E27FC236}">
                <a16:creationId xmlns:a16="http://schemas.microsoft.com/office/drawing/2014/main" id="{DB0D7DD0-1C67-4D4C-9E06-678233DB84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53478" cy="6858000"/>
          </a:xfrm>
          <a:prstGeom prst="rect">
            <a:avLst/>
          </a:prstGeom>
          <a:solidFill>
            <a:srgbClr val="40404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425402E-3548-DB12-192B-23962ABF5C76}"/>
              </a:ext>
            </a:extLst>
          </p:cNvPr>
          <p:cNvSpPr>
            <a:spLocks noGrp="1"/>
          </p:cNvSpPr>
          <p:nvPr>
            <p:ph idx="1"/>
          </p:nvPr>
        </p:nvSpPr>
        <p:spPr>
          <a:xfrm>
            <a:off x="6574536" y="640080"/>
            <a:ext cx="5053066" cy="2546604"/>
          </a:xfrm>
        </p:spPr>
        <p:txBody>
          <a:bodyPr vert="horz" lIns="91440" tIns="45720" rIns="91440" bIns="45720" rtlCol="0">
            <a:normAutofit/>
          </a:bodyPr>
          <a:lstStyle/>
          <a:p>
            <a:pPr marL="0" indent="0" algn="ctr">
              <a:buNone/>
            </a:pPr>
            <a:r>
              <a:rPr lang="en-US" sz="2000" b="1" u="sng" dirty="0"/>
              <a:t>Why assessment is needed</a:t>
            </a:r>
          </a:p>
          <a:p>
            <a:pPr lvl="1"/>
            <a:r>
              <a:rPr lang="en-US" sz="2000" dirty="0"/>
              <a:t>Need to understand the current process to incorporate automation.</a:t>
            </a:r>
          </a:p>
          <a:p>
            <a:pPr lvl="1"/>
            <a:r>
              <a:rPr lang="en-US" sz="2000" dirty="0"/>
              <a:t>To determine risk points and bottlenecks.</a:t>
            </a:r>
          </a:p>
          <a:p>
            <a:pPr lvl="1"/>
            <a:r>
              <a:rPr lang="en-US" sz="2000" dirty="0"/>
              <a:t>Don’t want to automate for sake of automation.</a:t>
            </a:r>
          </a:p>
          <a:p>
            <a:pPr lvl="1"/>
            <a:endParaRPr lang="en-US" sz="2000" dirty="0"/>
          </a:p>
        </p:txBody>
      </p:sp>
      <p:sp>
        <p:nvSpPr>
          <p:cNvPr id="4" name="Content Placeholder 2">
            <a:extLst>
              <a:ext uri="{FF2B5EF4-FFF2-40B4-BE49-F238E27FC236}">
                <a16:creationId xmlns:a16="http://schemas.microsoft.com/office/drawing/2014/main" id="{022E748E-853C-51AF-C50D-BAD73A163892}"/>
              </a:ext>
            </a:extLst>
          </p:cNvPr>
          <p:cNvSpPr txBox="1">
            <a:spLocks/>
          </p:cNvSpPr>
          <p:nvPr/>
        </p:nvSpPr>
        <p:spPr>
          <a:xfrm>
            <a:off x="6570204" y="3671315"/>
            <a:ext cx="5057398" cy="254660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b="1" u="sng" dirty="0"/>
              <a:t>Mapping Method</a:t>
            </a:r>
          </a:p>
          <a:p>
            <a:pPr lvl="1"/>
            <a:r>
              <a:rPr lang="en-US" sz="2000" dirty="0"/>
              <a:t>Use a process map to map out the current process to highlight bottlenecks.</a:t>
            </a:r>
          </a:p>
          <a:p>
            <a:pPr lvl="1"/>
            <a:r>
              <a:rPr lang="en-US" sz="2000" dirty="0"/>
              <a:t>Involve key stakeholders for their perspective.</a:t>
            </a:r>
          </a:p>
          <a:p>
            <a:pPr lvl="1"/>
            <a:r>
              <a:rPr lang="en-US" sz="2000" dirty="0"/>
              <a:t>This mapping will determine the path forward and tools used for the new CI/CD pipeline. </a:t>
            </a:r>
          </a:p>
          <a:p>
            <a:pPr lvl="1"/>
            <a:endParaRPr lang="en-US" sz="2000" dirty="0"/>
          </a:p>
          <a:p>
            <a:pPr lvl="1"/>
            <a:endParaRPr lang="en-US" sz="2000" dirty="0"/>
          </a:p>
        </p:txBody>
      </p:sp>
    </p:spTree>
    <p:extLst>
      <p:ext uri="{BB962C8B-B14F-4D97-AF65-F5344CB8AC3E}">
        <p14:creationId xmlns:p14="http://schemas.microsoft.com/office/powerpoint/2010/main" val="2308717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36B38E-0D23-ADA7-8C67-A639F1B12D8C}"/>
              </a:ext>
            </a:extLst>
          </p:cNvPr>
          <p:cNvSpPr>
            <a:spLocks noGrp="1"/>
          </p:cNvSpPr>
          <p:nvPr>
            <p:ph type="title"/>
          </p:nvPr>
        </p:nvSpPr>
        <p:spPr>
          <a:xfrm>
            <a:off x="818984" y="4230093"/>
            <a:ext cx="4150581" cy="1800165"/>
          </a:xfrm>
        </p:spPr>
        <p:txBody>
          <a:bodyPr anchor="t">
            <a:normAutofit/>
          </a:bodyPr>
          <a:lstStyle/>
          <a:p>
            <a:pPr algn="r"/>
            <a:r>
              <a:rPr lang="en-US" sz="4000"/>
              <a:t>Assessing Existing Processes</a:t>
            </a:r>
          </a:p>
        </p:txBody>
      </p:sp>
      <p:pic>
        <p:nvPicPr>
          <p:cNvPr id="1026" name="Picture 2" descr="A diagram of a stage&#10;&#10;AI-generated content may be incorrect.">
            <a:extLst>
              <a:ext uri="{FF2B5EF4-FFF2-40B4-BE49-F238E27FC236}">
                <a16:creationId xmlns:a16="http://schemas.microsoft.com/office/drawing/2014/main" id="{6AE6B9C6-8920-E9FC-6616-87F60365886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56592" y="521181"/>
            <a:ext cx="11139778" cy="3327362"/>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F1BCD987-2FCC-2134-DFE0-1E52BF597A22}"/>
              </a:ext>
            </a:extLst>
          </p:cNvPr>
          <p:cNvSpPr>
            <a:spLocks noGrp="1"/>
          </p:cNvSpPr>
          <p:nvPr>
            <p:ph idx="1"/>
          </p:nvPr>
        </p:nvSpPr>
        <p:spPr>
          <a:xfrm>
            <a:off x="5246415" y="4230094"/>
            <a:ext cx="6235268" cy="1800164"/>
          </a:xfrm>
        </p:spPr>
        <p:txBody>
          <a:bodyPr anchor="t">
            <a:normAutofit/>
          </a:bodyPr>
          <a:lstStyle/>
          <a:p>
            <a:pPr marL="514350" indent="-514350">
              <a:buFont typeface="+mj-lt"/>
              <a:buAutoNum type="arabicPeriod"/>
            </a:pPr>
            <a:r>
              <a:rPr lang="en-US" sz="1600"/>
              <a:t>Very manual deployment process which leads to delays and human error.</a:t>
            </a:r>
          </a:p>
          <a:p>
            <a:pPr marL="514350" indent="-514350">
              <a:buFont typeface="+mj-lt"/>
              <a:buAutoNum type="arabicPeriod"/>
            </a:pPr>
            <a:r>
              <a:rPr lang="en-US" sz="1600"/>
              <a:t>No automation in the testing process.</a:t>
            </a:r>
          </a:p>
          <a:p>
            <a:pPr marL="514350" indent="-514350">
              <a:buFont typeface="+mj-lt"/>
              <a:buAutoNum type="arabicPeriod"/>
            </a:pPr>
            <a:r>
              <a:rPr lang="en-US" sz="1600"/>
              <a:t>Both development and deployment are resource heavy.</a:t>
            </a:r>
          </a:p>
          <a:p>
            <a:pPr marL="514350" indent="-514350">
              <a:buFont typeface="+mj-lt"/>
              <a:buAutoNum type="arabicPeriod"/>
            </a:pPr>
            <a:r>
              <a:rPr lang="en-US" sz="1600"/>
              <a:t>Little to no visibility throughout the development and deployment processes.</a:t>
            </a:r>
          </a:p>
          <a:p>
            <a:pPr marL="514350" indent="-514350">
              <a:buFont typeface="+mj-lt"/>
              <a:buAutoNum type="arabicPeriod"/>
            </a:pPr>
            <a:endParaRPr lang="en-US" sz="1600"/>
          </a:p>
        </p:txBody>
      </p:sp>
      <p:sp>
        <p:nvSpPr>
          <p:cNvPr id="1033" name="Rectangle 1032">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910121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694E2F-3DC9-2868-C885-4779C2606C70}"/>
              </a:ext>
            </a:extLst>
          </p:cNvPr>
          <p:cNvSpPr>
            <a:spLocks noGrp="1"/>
          </p:cNvSpPr>
          <p:nvPr>
            <p:ph type="title"/>
          </p:nvPr>
        </p:nvSpPr>
        <p:spPr>
          <a:xfrm>
            <a:off x="1149716" y="499397"/>
            <a:ext cx="5929422" cy="1640180"/>
          </a:xfrm>
        </p:spPr>
        <p:txBody>
          <a:bodyPr anchor="b">
            <a:normAutofit/>
          </a:bodyPr>
          <a:lstStyle/>
          <a:p>
            <a:r>
              <a:rPr lang="en-US" sz="4000"/>
              <a:t>The Critical Path</a:t>
            </a:r>
          </a:p>
        </p:txBody>
      </p:sp>
      <p:sp>
        <p:nvSpPr>
          <p:cNvPr id="3" name="Content Placeholder 2">
            <a:extLst>
              <a:ext uri="{FF2B5EF4-FFF2-40B4-BE49-F238E27FC236}">
                <a16:creationId xmlns:a16="http://schemas.microsoft.com/office/drawing/2014/main" id="{240EE8EC-A155-8FA4-FA72-77A810C1854E}"/>
              </a:ext>
            </a:extLst>
          </p:cNvPr>
          <p:cNvSpPr>
            <a:spLocks noGrp="1"/>
          </p:cNvSpPr>
          <p:nvPr>
            <p:ph idx="1"/>
          </p:nvPr>
        </p:nvSpPr>
        <p:spPr>
          <a:xfrm>
            <a:off x="1149717" y="2423821"/>
            <a:ext cx="5929422" cy="3519780"/>
          </a:xfrm>
        </p:spPr>
        <p:txBody>
          <a:bodyPr>
            <a:normAutofit/>
          </a:bodyPr>
          <a:lstStyle/>
          <a:p>
            <a:r>
              <a:rPr lang="en-US" sz="2000"/>
              <a:t>Current timeline delays come from the mobile app development.</a:t>
            </a:r>
          </a:p>
          <a:p>
            <a:r>
              <a:rPr lang="en-US" sz="2000"/>
              <a:t>Multiplatform integration becomes a bottleneck to the critical path with the delays that are currently being experienced.</a:t>
            </a:r>
          </a:p>
          <a:p>
            <a:r>
              <a:rPr lang="en-US" sz="2000"/>
              <a:t>Plan directly addresses these issues and allows the project to flow through the critical path.</a:t>
            </a:r>
          </a:p>
        </p:txBody>
      </p:sp>
      <p:pic>
        <p:nvPicPr>
          <p:cNvPr id="2050" name="Picture 2" descr="A diagram of a software project&#10;&#10;AI-generated content may be incorrect.">
            <a:extLst>
              <a:ext uri="{FF2B5EF4-FFF2-40B4-BE49-F238E27FC236}">
                <a16:creationId xmlns:a16="http://schemas.microsoft.com/office/drawing/2014/main" id="{FA607927-AD95-C189-1CDC-01E25CE039EB}"/>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tretch>
            <a:fillRect/>
          </a:stretch>
        </p:blipFill>
        <p:spPr bwMode="auto">
          <a:xfrm>
            <a:off x="7745506" y="1235908"/>
            <a:ext cx="3765176" cy="427860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7" name="Rectangle 2056">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46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809059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B8203-EC86-5C0B-0ED1-0F41A2CF644F}"/>
              </a:ext>
            </a:extLst>
          </p:cNvPr>
          <p:cNvSpPr>
            <a:spLocks noGrp="1"/>
          </p:cNvSpPr>
          <p:nvPr>
            <p:ph type="title"/>
          </p:nvPr>
        </p:nvSpPr>
        <p:spPr>
          <a:xfrm>
            <a:off x="804672" y="802955"/>
            <a:ext cx="4766330" cy="1454051"/>
          </a:xfrm>
        </p:spPr>
        <p:txBody>
          <a:bodyPr>
            <a:normAutofit/>
          </a:bodyPr>
          <a:lstStyle/>
          <a:p>
            <a:r>
              <a:rPr lang="en-US" sz="3600">
                <a:solidFill>
                  <a:schemeClr val="tx2"/>
                </a:solidFill>
              </a:rPr>
              <a:t>Identifying Automation Opportunities</a:t>
            </a:r>
          </a:p>
        </p:txBody>
      </p:sp>
      <p:sp>
        <p:nvSpPr>
          <p:cNvPr id="3" name="Content Placeholder 2">
            <a:extLst>
              <a:ext uri="{FF2B5EF4-FFF2-40B4-BE49-F238E27FC236}">
                <a16:creationId xmlns:a16="http://schemas.microsoft.com/office/drawing/2014/main" id="{3A010954-199D-D2CD-65E6-853FDA33CB7F}"/>
              </a:ext>
            </a:extLst>
          </p:cNvPr>
          <p:cNvSpPr>
            <a:spLocks noGrp="1"/>
          </p:cNvSpPr>
          <p:nvPr>
            <p:ph idx="1"/>
          </p:nvPr>
        </p:nvSpPr>
        <p:spPr>
          <a:xfrm>
            <a:off x="804672" y="2421683"/>
            <a:ext cx="4765949" cy="3353476"/>
          </a:xfrm>
        </p:spPr>
        <p:txBody>
          <a:bodyPr anchor="t">
            <a:normAutofit/>
          </a:bodyPr>
          <a:lstStyle/>
          <a:p>
            <a:pPr marL="0" indent="0" algn="ctr">
              <a:buNone/>
            </a:pPr>
            <a:r>
              <a:rPr lang="en-US" sz="2000" b="1" u="sng" dirty="0">
                <a:solidFill>
                  <a:schemeClr val="tx2"/>
                </a:solidFill>
              </a:rPr>
              <a:t>Why Automation? </a:t>
            </a:r>
          </a:p>
          <a:p>
            <a:r>
              <a:rPr lang="en-US" sz="2000" dirty="0">
                <a:solidFill>
                  <a:schemeClr val="tx2"/>
                </a:solidFill>
              </a:rPr>
              <a:t>To help eliminate or reduce the identified bottlenecks in the process.</a:t>
            </a:r>
          </a:p>
          <a:p>
            <a:r>
              <a:rPr lang="en-US" sz="2000" dirty="0">
                <a:solidFill>
                  <a:schemeClr val="tx2"/>
                </a:solidFill>
              </a:rPr>
              <a:t>Frees up human resources to focus on other tasks.</a:t>
            </a:r>
          </a:p>
          <a:p>
            <a:r>
              <a:rPr lang="en-US" sz="2000" dirty="0">
                <a:solidFill>
                  <a:schemeClr val="tx2"/>
                </a:solidFill>
              </a:rPr>
              <a:t>Reduces human error for critical tasks.</a:t>
            </a:r>
          </a:p>
          <a:p>
            <a:r>
              <a:rPr lang="en-US" sz="2000" dirty="0">
                <a:solidFill>
                  <a:schemeClr val="tx2"/>
                </a:solidFill>
              </a:rPr>
              <a:t>Speeds up development and deployment time.</a:t>
            </a:r>
          </a:p>
        </p:txBody>
      </p:sp>
      <p:graphicFrame>
        <p:nvGraphicFramePr>
          <p:cNvPr id="5" name="Table 4">
            <a:extLst>
              <a:ext uri="{FF2B5EF4-FFF2-40B4-BE49-F238E27FC236}">
                <a16:creationId xmlns:a16="http://schemas.microsoft.com/office/drawing/2014/main" id="{9D3673DF-F8FF-02AE-45C3-108B4F940160}"/>
              </a:ext>
            </a:extLst>
          </p:cNvPr>
          <p:cNvGraphicFramePr>
            <a:graphicFrameLocks noGrp="1"/>
          </p:cNvGraphicFramePr>
          <p:nvPr/>
        </p:nvGraphicFramePr>
        <p:xfrm>
          <a:off x="6880698" y="1700784"/>
          <a:ext cx="4928681" cy="4379978"/>
        </p:xfrm>
        <a:graphic>
          <a:graphicData uri="http://schemas.openxmlformats.org/drawingml/2006/table">
            <a:tbl>
              <a:tblPr firstRow="1" bandRow="1">
                <a:tableStyleId>{5C22544A-7EE6-4342-B048-85BDC9FD1C3A}</a:tableStyleId>
              </a:tblPr>
              <a:tblGrid>
                <a:gridCol w="1985060">
                  <a:extLst>
                    <a:ext uri="{9D8B030D-6E8A-4147-A177-3AD203B41FA5}">
                      <a16:colId xmlns:a16="http://schemas.microsoft.com/office/drawing/2014/main" val="3089631225"/>
                    </a:ext>
                  </a:extLst>
                </a:gridCol>
                <a:gridCol w="2943621">
                  <a:extLst>
                    <a:ext uri="{9D8B030D-6E8A-4147-A177-3AD203B41FA5}">
                      <a16:colId xmlns:a16="http://schemas.microsoft.com/office/drawing/2014/main" val="3590060154"/>
                    </a:ext>
                  </a:extLst>
                </a:gridCol>
              </a:tblGrid>
              <a:tr h="766496">
                <a:tc>
                  <a:txBody>
                    <a:bodyPr/>
                    <a:lstStyle/>
                    <a:p>
                      <a:pPr algn="ctr"/>
                      <a:r>
                        <a:rPr lang="en-US" sz="2200"/>
                        <a:t>Where to Automate</a:t>
                      </a:r>
                    </a:p>
                  </a:txBody>
                  <a:tcPr marL="71413" marR="71413" marT="35706" marB="35706"/>
                </a:tc>
                <a:tc>
                  <a:txBody>
                    <a:bodyPr/>
                    <a:lstStyle/>
                    <a:p>
                      <a:pPr algn="ctr"/>
                      <a:r>
                        <a:rPr lang="en-US" sz="2200"/>
                        <a:t>What to Automate</a:t>
                      </a:r>
                    </a:p>
                  </a:txBody>
                  <a:tcPr marL="71413" marR="71413" marT="35706" marB="35706"/>
                </a:tc>
                <a:extLst>
                  <a:ext uri="{0D108BD9-81ED-4DB2-BD59-A6C34878D82A}">
                    <a16:rowId xmlns:a16="http://schemas.microsoft.com/office/drawing/2014/main" val="2329364999"/>
                  </a:ext>
                </a:extLst>
              </a:tr>
              <a:tr h="528454">
                <a:tc>
                  <a:txBody>
                    <a:bodyPr/>
                    <a:lstStyle/>
                    <a:p>
                      <a:pPr algn="ctr"/>
                      <a:r>
                        <a:rPr lang="en-US" sz="1600"/>
                        <a:t> Code Builds</a:t>
                      </a:r>
                    </a:p>
                  </a:txBody>
                  <a:tcPr marL="71413" marR="71413" marT="35706" marB="35706"/>
                </a:tc>
                <a:tc>
                  <a:txBody>
                    <a:bodyPr/>
                    <a:lstStyle/>
                    <a:p>
                      <a:pPr algn="ctr"/>
                      <a:r>
                        <a:rPr lang="en-US" sz="1400"/>
                        <a:t>Automate the code build after it is pushed out.</a:t>
                      </a:r>
                    </a:p>
                  </a:txBody>
                  <a:tcPr marL="71413" marR="71413" marT="35706" marB="35706"/>
                </a:tc>
                <a:extLst>
                  <a:ext uri="{0D108BD9-81ED-4DB2-BD59-A6C34878D82A}">
                    <a16:rowId xmlns:a16="http://schemas.microsoft.com/office/drawing/2014/main" val="3268045558"/>
                  </a:ext>
                </a:extLst>
              </a:tr>
              <a:tr h="1171168">
                <a:tc>
                  <a:txBody>
                    <a:bodyPr/>
                    <a:lstStyle/>
                    <a:p>
                      <a:pPr algn="ctr"/>
                      <a:r>
                        <a:rPr lang="en-US" sz="1600" dirty="0"/>
                        <a:t>Testing</a:t>
                      </a:r>
                    </a:p>
                  </a:txBody>
                  <a:tcPr marL="71413" marR="71413" marT="35706" marB="35706"/>
                </a:tc>
                <a:tc>
                  <a:txBody>
                    <a:bodyPr/>
                    <a:lstStyle/>
                    <a:p>
                      <a:pPr algn="ctr"/>
                      <a:r>
                        <a:rPr lang="en-US" sz="1400"/>
                        <a:t>Automate the QA and UA testing in the development flow.</a:t>
                      </a:r>
                    </a:p>
                    <a:p>
                      <a:pPr marL="285750" indent="-285750" algn="ctr">
                        <a:buFont typeface="Arial" panose="020B0604020202020204" pitchFamily="34" charset="0"/>
                        <a:buChar char="•"/>
                      </a:pPr>
                      <a:r>
                        <a:rPr lang="en-US" sz="1400"/>
                        <a:t>Unit Tests</a:t>
                      </a:r>
                    </a:p>
                    <a:p>
                      <a:pPr marL="285750" indent="-285750" algn="ctr">
                        <a:buFont typeface="Arial" panose="020B0604020202020204" pitchFamily="34" charset="0"/>
                        <a:buChar char="•"/>
                      </a:pPr>
                      <a:r>
                        <a:rPr lang="en-US" sz="1400"/>
                        <a:t>Integration Tests</a:t>
                      </a:r>
                    </a:p>
                  </a:txBody>
                  <a:tcPr marL="71413" marR="71413" marT="35706" marB="35706"/>
                </a:tc>
                <a:extLst>
                  <a:ext uri="{0D108BD9-81ED-4DB2-BD59-A6C34878D82A}">
                    <a16:rowId xmlns:a16="http://schemas.microsoft.com/office/drawing/2014/main" val="398754550"/>
                  </a:ext>
                </a:extLst>
              </a:tr>
              <a:tr h="956930">
                <a:tc>
                  <a:txBody>
                    <a:bodyPr/>
                    <a:lstStyle/>
                    <a:p>
                      <a:pPr algn="ctr"/>
                      <a:r>
                        <a:rPr lang="en-US" sz="1600"/>
                        <a:t>Deployment</a:t>
                      </a:r>
                    </a:p>
                  </a:txBody>
                  <a:tcPr marL="71413" marR="71413" marT="35706" marB="35706"/>
                </a:tc>
                <a:tc>
                  <a:txBody>
                    <a:bodyPr/>
                    <a:lstStyle/>
                    <a:p>
                      <a:pPr algn="ctr"/>
                      <a:r>
                        <a:rPr lang="en-US" sz="1400"/>
                        <a:t>Automate the steps from staging to production including the rollback process.</a:t>
                      </a:r>
                    </a:p>
                  </a:txBody>
                  <a:tcPr marL="71413" marR="71413" marT="35706" marB="35706"/>
                </a:tc>
                <a:extLst>
                  <a:ext uri="{0D108BD9-81ED-4DB2-BD59-A6C34878D82A}">
                    <a16:rowId xmlns:a16="http://schemas.microsoft.com/office/drawing/2014/main" val="3508856979"/>
                  </a:ext>
                </a:extLst>
              </a:tr>
              <a:tr h="956930">
                <a:tc>
                  <a:txBody>
                    <a:bodyPr/>
                    <a:lstStyle/>
                    <a:p>
                      <a:pPr algn="ctr"/>
                      <a:r>
                        <a:rPr lang="en-US" sz="1600"/>
                        <a:t>Infrastructure</a:t>
                      </a:r>
                    </a:p>
                  </a:txBody>
                  <a:tcPr marL="71413" marR="71413" marT="35706" marB="35706"/>
                </a:tc>
                <a:tc>
                  <a:txBody>
                    <a:bodyPr/>
                    <a:lstStyle/>
                    <a:p>
                      <a:pPr algn="ctr"/>
                      <a:r>
                        <a:rPr lang="en-US" sz="1400" dirty="0"/>
                        <a:t>Implement infrastructure as code to automate provisioning of infrastructure as needed.</a:t>
                      </a:r>
                    </a:p>
                  </a:txBody>
                  <a:tcPr marL="71413" marR="71413" marT="35706" marB="35706"/>
                </a:tc>
                <a:extLst>
                  <a:ext uri="{0D108BD9-81ED-4DB2-BD59-A6C34878D82A}">
                    <a16:rowId xmlns:a16="http://schemas.microsoft.com/office/drawing/2014/main" val="106013399"/>
                  </a:ext>
                </a:extLst>
              </a:tr>
            </a:tbl>
          </a:graphicData>
        </a:graphic>
      </p:graphicFrame>
      <p:pic>
        <p:nvPicPr>
          <p:cNvPr id="7" name="Graphic 6" descr="Robot Hand outline">
            <a:extLst>
              <a:ext uri="{FF2B5EF4-FFF2-40B4-BE49-F238E27FC236}">
                <a16:creationId xmlns:a16="http://schemas.microsoft.com/office/drawing/2014/main" id="{B9B8B860-5CF3-6635-2BCE-FCFB1E113F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21860" y="4696591"/>
            <a:ext cx="2486489" cy="2486489"/>
          </a:xfrm>
          <a:prstGeom prst="rect">
            <a:avLst/>
          </a:prstGeom>
        </p:spPr>
      </p:pic>
    </p:spTree>
    <p:extLst>
      <p:ext uri="{BB962C8B-B14F-4D97-AF65-F5344CB8AC3E}">
        <p14:creationId xmlns:p14="http://schemas.microsoft.com/office/powerpoint/2010/main" val="36256433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C91DF-2045-725B-B23E-47D03D741805}"/>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Benefits of CI/CD</a:t>
            </a:r>
          </a:p>
        </p:txBody>
      </p:sp>
      <p:graphicFrame>
        <p:nvGraphicFramePr>
          <p:cNvPr id="5" name="Content Placeholder 2">
            <a:extLst>
              <a:ext uri="{FF2B5EF4-FFF2-40B4-BE49-F238E27FC236}">
                <a16:creationId xmlns:a16="http://schemas.microsoft.com/office/drawing/2014/main" id="{3E3CF0FB-D9B4-C75B-37CF-B47990A2442A}"/>
              </a:ext>
            </a:extLst>
          </p:cNvPr>
          <p:cNvGraphicFramePr>
            <a:graphicFrameLocks noGrp="1"/>
          </p:cNvGraphicFramePr>
          <p:nvPr>
            <p:ph idx="1"/>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647710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8346A-523F-1182-FEBF-492002C9108A}"/>
              </a:ext>
            </a:extLst>
          </p:cNvPr>
          <p:cNvSpPr>
            <a:spLocks noGrp="1"/>
          </p:cNvSpPr>
          <p:nvPr>
            <p:ph type="title"/>
          </p:nvPr>
        </p:nvSpPr>
        <p:spPr/>
        <p:txBody>
          <a:bodyPr/>
          <a:lstStyle/>
          <a:p>
            <a:r>
              <a:rPr lang="en-US" dirty="0"/>
              <a:t>Selecting CI/CD Technologies and Tools</a:t>
            </a:r>
          </a:p>
        </p:txBody>
      </p:sp>
      <p:sp>
        <p:nvSpPr>
          <p:cNvPr id="3" name="Content Placeholder 2">
            <a:extLst>
              <a:ext uri="{FF2B5EF4-FFF2-40B4-BE49-F238E27FC236}">
                <a16:creationId xmlns:a16="http://schemas.microsoft.com/office/drawing/2014/main" id="{491F2203-68BD-373B-CD36-54712C7D6848}"/>
              </a:ext>
            </a:extLst>
          </p:cNvPr>
          <p:cNvSpPr>
            <a:spLocks noGrp="1"/>
          </p:cNvSpPr>
          <p:nvPr>
            <p:ph idx="1"/>
          </p:nvPr>
        </p:nvSpPr>
        <p:spPr>
          <a:xfrm>
            <a:off x="920885" y="1825624"/>
            <a:ext cx="4833565" cy="4255050"/>
          </a:xfrm>
        </p:spPr>
        <p:txBody>
          <a:bodyPr>
            <a:normAutofit fontScale="70000" lnSpcReduction="20000"/>
          </a:bodyPr>
          <a:lstStyle/>
          <a:p>
            <a:pPr marL="0" indent="0" algn="ctr">
              <a:buNone/>
            </a:pPr>
            <a:r>
              <a:rPr lang="en-US" b="1" u="sng" dirty="0"/>
              <a:t>Criteria</a:t>
            </a:r>
          </a:p>
          <a:p>
            <a:r>
              <a:rPr lang="en-US" dirty="0"/>
              <a:t>Current Tech Stack Compatibility: Want a seamless integration between new tools and current infrastructure.</a:t>
            </a:r>
          </a:p>
          <a:p>
            <a:r>
              <a:rPr lang="en-US" dirty="0"/>
              <a:t>Scalability: As projects and teams increase, new tools need to be able to accommodate without becoming bottlenecks themselves.</a:t>
            </a:r>
          </a:p>
          <a:p>
            <a:r>
              <a:rPr lang="en-US" dirty="0"/>
              <a:t>Support: Want tools that have runtime and proven track records of success to ease implementation and ensure ongoing updates.</a:t>
            </a:r>
          </a:p>
          <a:p>
            <a:r>
              <a:rPr lang="en-US" dirty="0"/>
              <a:t>Complexity: Tools need to be a good mix of easily adaptable and learnable but also can fit the current bottlenecks and needs.</a:t>
            </a:r>
          </a:p>
        </p:txBody>
      </p:sp>
      <p:graphicFrame>
        <p:nvGraphicFramePr>
          <p:cNvPr id="4" name="Table 3">
            <a:extLst>
              <a:ext uri="{FF2B5EF4-FFF2-40B4-BE49-F238E27FC236}">
                <a16:creationId xmlns:a16="http://schemas.microsoft.com/office/drawing/2014/main" id="{2A7651A2-67E9-D622-06AB-4C15E47C4950}"/>
              </a:ext>
            </a:extLst>
          </p:cNvPr>
          <p:cNvGraphicFramePr>
            <a:graphicFrameLocks noGrp="1"/>
          </p:cNvGraphicFramePr>
          <p:nvPr/>
        </p:nvGraphicFramePr>
        <p:xfrm>
          <a:off x="5722559" y="1344178"/>
          <a:ext cx="6430530" cy="5513822"/>
        </p:xfrm>
        <a:graphic>
          <a:graphicData uri="http://schemas.openxmlformats.org/drawingml/2006/table">
            <a:tbl>
              <a:tblPr firstRow="1" bandRow="1">
                <a:tableStyleId>{5C22544A-7EE6-4342-B048-85BDC9FD1C3A}</a:tableStyleId>
              </a:tblPr>
              <a:tblGrid>
                <a:gridCol w="1509815">
                  <a:extLst>
                    <a:ext uri="{9D8B030D-6E8A-4147-A177-3AD203B41FA5}">
                      <a16:colId xmlns:a16="http://schemas.microsoft.com/office/drawing/2014/main" val="363062080"/>
                    </a:ext>
                  </a:extLst>
                </a:gridCol>
                <a:gridCol w="2777205">
                  <a:extLst>
                    <a:ext uri="{9D8B030D-6E8A-4147-A177-3AD203B41FA5}">
                      <a16:colId xmlns:a16="http://schemas.microsoft.com/office/drawing/2014/main" val="3226273151"/>
                    </a:ext>
                  </a:extLst>
                </a:gridCol>
                <a:gridCol w="2143510">
                  <a:extLst>
                    <a:ext uri="{9D8B030D-6E8A-4147-A177-3AD203B41FA5}">
                      <a16:colId xmlns:a16="http://schemas.microsoft.com/office/drawing/2014/main" val="246760456"/>
                    </a:ext>
                  </a:extLst>
                </a:gridCol>
              </a:tblGrid>
              <a:tr h="772620">
                <a:tc>
                  <a:txBody>
                    <a:bodyPr/>
                    <a:lstStyle/>
                    <a:p>
                      <a:pPr algn="ctr"/>
                      <a:r>
                        <a:rPr lang="en-US" dirty="0"/>
                        <a:t>Tool</a:t>
                      </a:r>
                    </a:p>
                  </a:txBody>
                  <a:tcPr/>
                </a:tc>
                <a:tc>
                  <a:txBody>
                    <a:bodyPr/>
                    <a:lstStyle/>
                    <a:p>
                      <a:pPr algn="ctr"/>
                      <a:r>
                        <a:rPr lang="en-US" dirty="0"/>
                        <a:t>Criteria</a:t>
                      </a:r>
                    </a:p>
                  </a:txBody>
                  <a:tcPr/>
                </a:tc>
                <a:tc>
                  <a:txBody>
                    <a:bodyPr/>
                    <a:lstStyle/>
                    <a:p>
                      <a:pPr algn="ctr"/>
                      <a:r>
                        <a:rPr lang="en-US" dirty="0"/>
                        <a:t>Info</a:t>
                      </a:r>
                    </a:p>
                  </a:txBody>
                  <a:tcPr/>
                </a:tc>
                <a:extLst>
                  <a:ext uri="{0D108BD9-81ED-4DB2-BD59-A6C34878D82A}">
                    <a16:rowId xmlns:a16="http://schemas.microsoft.com/office/drawing/2014/main" val="2708887538"/>
                  </a:ext>
                </a:extLst>
              </a:tr>
              <a:tr h="1002085">
                <a:tc>
                  <a:txBody>
                    <a:bodyPr/>
                    <a:lstStyle/>
                    <a:p>
                      <a:pPr algn="ctr"/>
                      <a:r>
                        <a:rPr lang="en-US" sz="1600" dirty="0"/>
                        <a:t>GitLab</a:t>
                      </a:r>
                    </a:p>
                  </a:txBody>
                  <a:tcPr/>
                </a:tc>
                <a:tc>
                  <a:txBody>
                    <a:bodyPr/>
                    <a:lstStyle/>
                    <a:p>
                      <a:endParaRPr lang="en-US" dirty="0"/>
                    </a:p>
                  </a:txBody>
                  <a:tcPr/>
                </a:tc>
                <a:tc>
                  <a:txBody>
                    <a:bodyPr/>
                    <a:lstStyle/>
                    <a:p>
                      <a:r>
                        <a:rPr lang="en-US" sz="1200" dirty="0"/>
                        <a:t>Version control tool that allows for easy access and visibility into the project and where its at for any point in the dev cycle.</a:t>
                      </a:r>
                    </a:p>
                  </a:txBody>
                  <a:tcPr/>
                </a:tc>
                <a:extLst>
                  <a:ext uri="{0D108BD9-81ED-4DB2-BD59-A6C34878D82A}">
                    <a16:rowId xmlns:a16="http://schemas.microsoft.com/office/drawing/2014/main" val="4285937469"/>
                  </a:ext>
                </a:extLst>
              </a:tr>
              <a:tr h="772620">
                <a:tc>
                  <a:txBody>
                    <a:bodyPr/>
                    <a:lstStyle/>
                    <a:p>
                      <a:pPr algn="ctr"/>
                      <a:r>
                        <a:rPr lang="en-US" sz="1600" dirty="0"/>
                        <a:t>Jenkins</a:t>
                      </a:r>
                    </a:p>
                  </a:txBody>
                  <a:tcPr/>
                </a:tc>
                <a:tc>
                  <a:txBody>
                    <a:bodyPr/>
                    <a:lstStyle/>
                    <a:p>
                      <a:endParaRPr lang="en-US" dirty="0"/>
                    </a:p>
                  </a:txBody>
                  <a:tcPr/>
                </a:tc>
                <a:tc>
                  <a:txBody>
                    <a:bodyPr/>
                    <a:lstStyle/>
                    <a:p>
                      <a:r>
                        <a:rPr lang="en-US" sz="1200" dirty="0"/>
                        <a:t>Open-Sourced CI/CD server that allows for automation of delivery pipeline. </a:t>
                      </a:r>
                    </a:p>
                  </a:txBody>
                  <a:tcPr/>
                </a:tc>
                <a:extLst>
                  <a:ext uri="{0D108BD9-81ED-4DB2-BD59-A6C34878D82A}">
                    <a16:rowId xmlns:a16="http://schemas.microsoft.com/office/drawing/2014/main" val="2536135580"/>
                  </a:ext>
                </a:extLst>
              </a:tr>
              <a:tr h="1184282">
                <a:tc>
                  <a:txBody>
                    <a:bodyPr/>
                    <a:lstStyle/>
                    <a:p>
                      <a:pPr algn="ctr"/>
                      <a:r>
                        <a:rPr lang="en-US" sz="1600" dirty="0"/>
                        <a:t>Docker</a:t>
                      </a:r>
                    </a:p>
                  </a:txBody>
                  <a:tcPr/>
                </a:tc>
                <a:tc>
                  <a:txBody>
                    <a:bodyPr/>
                    <a:lstStyle/>
                    <a:p>
                      <a:endParaRPr lang="en-US" dirty="0"/>
                    </a:p>
                  </a:txBody>
                  <a:tcPr/>
                </a:tc>
                <a:tc>
                  <a:txBody>
                    <a:bodyPr/>
                    <a:lstStyle/>
                    <a:p>
                      <a:r>
                        <a:rPr lang="en-US" sz="1200" dirty="0"/>
                        <a:t>Allows software to come with consistent environments for running, eliminating the need to create environments in the CI/CD pipeline.</a:t>
                      </a:r>
                    </a:p>
                  </a:txBody>
                  <a:tcPr/>
                </a:tc>
                <a:extLst>
                  <a:ext uri="{0D108BD9-81ED-4DB2-BD59-A6C34878D82A}">
                    <a16:rowId xmlns:a16="http://schemas.microsoft.com/office/drawing/2014/main" val="3021304733"/>
                  </a:ext>
                </a:extLst>
              </a:tr>
              <a:tr h="772620">
                <a:tc>
                  <a:txBody>
                    <a:bodyPr/>
                    <a:lstStyle/>
                    <a:p>
                      <a:pPr algn="ctr"/>
                      <a:r>
                        <a:rPr lang="en-US" sz="1600" dirty="0"/>
                        <a:t>Kubernetes</a:t>
                      </a:r>
                    </a:p>
                  </a:txBody>
                  <a:tcPr/>
                </a:tc>
                <a:tc>
                  <a:txBody>
                    <a:bodyPr/>
                    <a:lstStyle/>
                    <a:p>
                      <a:endParaRPr lang="en-US" dirty="0"/>
                    </a:p>
                  </a:txBody>
                  <a:tcPr/>
                </a:tc>
                <a:tc>
                  <a:txBody>
                    <a:bodyPr/>
                    <a:lstStyle/>
                    <a:p>
                      <a:r>
                        <a:rPr lang="en-US" sz="1200" dirty="0"/>
                        <a:t>Automates the deployment of the containers from docker. </a:t>
                      </a:r>
                    </a:p>
                  </a:txBody>
                  <a:tcPr/>
                </a:tc>
                <a:extLst>
                  <a:ext uri="{0D108BD9-81ED-4DB2-BD59-A6C34878D82A}">
                    <a16:rowId xmlns:a16="http://schemas.microsoft.com/office/drawing/2014/main" val="1006017415"/>
                  </a:ext>
                </a:extLst>
              </a:tr>
              <a:tr h="772620">
                <a:tc>
                  <a:txBody>
                    <a:bodyPr/>
                    <a:lstStyle/>
                    <a:p>
                      <a:pPr algn="ctr"/>
                      <a:r>
                        <a:rPr lang="en-US" sz="1600" dirty="0"/>
                        <a:t>Infrastructure as Code</a:t>
                      </a:r>
                    </a:p>
                  </a:txBody>
                  <a:tcPr/>
                </a:tc>
                <a:tc>
                  <a:txBody>
                    <a:bodyPr/>
                    <a:lstStyle/>
                    <a:p>
                      <a:endParaRPr lang="en-US" dirty="0"/>
                    </a:p>
                  </a:txBody>
                  <a:tcPr/>
                </a:tc>
                <a:tc>
                  <a:txBody>
                    <a:bodyPr/>
                    <a:lstStyle/>
                    <a:p>
                      <a:r>
                        <a:rPr lang="en-US" sz="1200" dirty="0"/>
                        <a:t>Allows infrastructure to be automatically provisioned for project needs. Also creates consistent infrastructure environments for projects.</a:t>
                      </a:r>
                    </a:p>
                  </a:txBody>
                  <a:tcPr/>
                </a:tc>
                <a:extLst>
                  <a:ext uri="{0D108BD9-81ED-4DB2-BD59-A6C34878D82A}">
                    <a16:rowId xmlns:a16="http://schemas.microsoft.com/office/drawing/2014/main" val="1111659433"/>
                  </a:ext>
                </a:extLst>
              </a:tr>
            </a:tbl>
          </a:graphicData>
        </a:graphic>
      </p:graphicFrame>
      <p:pic>
        <p:nvPicPr>
          <p:cNvPr id="6" name="Graphic 5" descr="Puzzle pieces outline">
            <a:extLst>
              <a:ext uri="{FF2B5EF4-FFF2-40B4-BE49-F238E27FC236}">
                <a16:creationId xmlns:a16="http://schemas.microsoft.com/office/drawing/2014/main" id="{77D89F94-42F4-1BFD-A3E9-8EACD633697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97055" y="3115950"/>
            <a:ext cx="787941" cy="787941"/>
          </a:xfrm>
          <a:prstGeom prst="rect">
            <a:avLst/>
          </a:prstGeom>
        </p:spPr>
      </p:pic>
      <p:pic>
        <p:nvPicPr>
          <p:cNvPr id="10" name="Graphic 9" descr="Exponential Graph outline">
            <a:extLst>
              <a:ext uri="{FF2B5EF4-FFF2-40B4-BE49-F238E27FC236}">
                <a16:creationId xmlns:a16="http://schemas.microsoft.com/office/drawing/2014/main" id="{DA123C46-27D8-67A4-5F39-18F23A57384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85" y="3068660"/>
            <a:ext cx="914400" cy="914400"/>
          </a:xfrm>
          <a:prstGeom prst="rect">
            <a:avLst/>
          </a:prstGeom>
        </p:spPr>
      </p:pic>
      <p:pic>
        <p:nvPicPr>
          <p:cNvPr id="12" name="Graphic 11" descr="Call center outline">
            <a:extLst>
              <a:ext uri="{FF2B5EF4-FFF2-40B4-BE49-F238E27FC236}">
                <a16:creationId xmlns:a16="http://schemas.microsoft.com/office/drawing/2014/main" id="{30E5D731-8407-6001-F732-E784A3DB322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784236" y="4118306"/>
            <a:ext cx="787941" cy="787941"/>
          </a:xfrm>
          <a:prstGeom prst="rect">
            <a:avLst/>
          </a:prstGeom>
        </p:spPr>
      </p:pic>
      <p:pic>
        <p:nvPicPr>
          <p:cNvPr id="14" name="Graphic 13" descr="Juggler outline">
            <a:extLst>
              <a:ext uri="{FF2B5EF4-FFF2-40B4-BE49-F238E27FC236}">
                <a16:creationId xmlns:a16="http://schemas.microsoft.com/office/drawing/2014/main" id="{25B5E782-D196-4740-D0A4-D0804FB939D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485" y="4976133"/>
            <a:ext cx="914400" cy="914400"/>
          </a:xfrm>
          <a:prstGeom prst="rect">
            <a:avLst/>
          </a:prstGeom>
        </p:spPr>
      </p:pic>
      <p:pic>
        <p:nvPicPr>
          <p:cNvPr id="17" name="Graphic 16" descr="Puzzle pieces outline">
            <a:extLst>
              <a:ext uri="{FF2B5EF4-FFF2-40B4-BE49-F238E27FC236}">
                <a16:creationId xmlns:a16="http://schemas.microsoft.com/office/drawing/2014/main" id="{E2281FF5-365D-89FF-3098-4280FEDDDCF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01386" y="2197691"/>
            <a:ext cx="787941" cy="787941"/>
          </a:xfrm>
          <a:prstGeom prst="rect">
            <a:avLst/>
          </a:prstGeom>
        </p:spPr>
      </p:pic>
      <p:pic>
        <p:nvPicPr>
          <p:cNvPr id="18" name="Graphic 17" descr="Call center outline">
            <a:extLst>
              <a:ext uri="{FF2B5EF4-FFF2-40B4-BE49-F238E27FC236}">
                <a16:creationId xmlns:a16="http://schemas.microsoft.com/office/drawing/2014/main" id="{2BB4B4AF-BC9E-9F65-7A5B-2792A149D37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784236" y="2222014"/>
            <a:ext cx="787941" cy="787941"/>
          </a:xfrm>
          <a:prstGeom prst="rect">
            <a:avLst/>
          </a:prstGeom>
        </p:spPr>
      </p:pic>
      <p:pic>
        <p:nvPicPr>
          <p:cNvPr id="19" name="Graphic 18" descr="Juggler outline">
            <a:extLst>
              <a:ext uri="{FF2B5EF4-FFF2-40B4-BE49-F238E27FC236}">
                <a16:creationId xmlns:a16="http://schemas.microsoft.com/office/drawing/2014/main" id="{7AB15E58-8AC7-38FF-2CE8-7D49C481798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426260" y="2261088"/>
            <a:ext cx="716605" cy="716605"/>
          </a:xfrm>
          <a:prstGeom prst="rect">
            <a:avLst/>
          </a:prstGeom>
        </p:spPr>
      </p:pic>
      <p:pic>
        <p:nvPicPr>
          <p:cNvPr id="20" name="Graphic 19" descr="Exponential Graph outline">
            <a:extLst>
              <a:ext uri="{FF2B5EF4-FFF2-40B4-BE49-F238E27FC236}">
                <a16:creationId xmlns:a16="http://schemas.microsoft.com/office/drawing/2014/main" id="{D4F05A67-647E-A270-8003-54F14F247CA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77062" y="3142615"/>
            <a:ext cx="787942" cy="787942"/>
          </a:xfrm>
          <a:prstGeom prst="rect">
            <a:avLst/>
          </a:prstGeom>
        </p:spPr>
      </p:pic>
      <p:pic>
        <p:nvPicPr>
          <p:cNvPr id="21" name="Graphic 20" descr="Call center outline">
            <a:extLst>
              <a:ext uri="{FF2B5EF4-FFF2-40B4-BE49-F238E27FC236}">
                <a16:creationId xmlns:a16="http://schemas.microsoft.com/office/drawing/2014/main" id="{F3ECFF6C-5673-52C7-C460-CF44DD3E4AD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784234" y="3109962"/>
            <a:ext cx="787943" cy="787943"/>
          </a:xfrm>
          <a:prstGeom prst="rect">
            <a:avLst/>
          </a:prstGeom>
        </p:spPr>
      </p:pic>
      <p:pic>
        <p:nvPicPr>
          <p:cNvPr id="22" name="Graphic 21" descr="Puzzle pieces outline">
            <a:extLst>
              <a:ext uri="{FF2B5EF4-FFF2-40B4-BE49-F238E27FC236}">
                <a16:creationId xmlns:a16="http://schemas.microsoft.com/office/drawing/2014/main" id="{FEA9EFB9-F6B9-0A77-540C-69089DB004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911" y="2063293"/>
            <a:ext cx="914400" cy="914400"/>
          </a:xfrm>
          <a:prstGeom prst="rect">
            <a:avLst/>
          </a:prstGeom>
        </p:spPr>
      </p:pic>
      <p:pic>
        <p:nvPicPr>
          <p:cNvPr id="23" name="Graphic 22" descr="Exponential Graph outline">
            <a:extLst>
              <a:ext uri="{FF2B5EF4-FFF2-40B4-BE49-F238E27FC236}">
                <a16:creationId xmlns:a16="http://schemas.microsoft.com/office/drawing/2014/main" id="{30CBEEAA-083C-BB24-BB1D-B4D966CF08E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72019" y="4095218"/>
            <a:ext cx="812263" cy="812263"/>
          </a:xfrm>
          <a:prstGeom prst="rect">
            <a:avLst/>
          </a:prstGeom>
        </p:spPr>
      </p:pic>
      <p:pic>
        <p:nvPicPr>
          <p:cNvPr id="24" name="Graphic 23" descr="Call center outline">
            <a:extLst>
              <a:ext uri="{FF2B5EF4-FFF2-40B4-BE49-F238E27FC236}">
                <a16:creationId xmlns:a16="http://schemas.microsoft.com/office/drawing/2014/main" id="{26EBE2C6-BF28-1ADD-57AE-80745D2EE83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75" y="3989098"/>
            <a:ext cx="914400" cy="914400"/>
          </a:xfrm>
          <a:prstGeom prst="rect">
            <a:avLst/>
          </a:prstGeom>
        </p:spPr>
      </p:pic>
      <p:pic>
        <p:nvPicPr>
          <p:cNvPr id="25" name="Graphic 24" descr="Exponential Graph outline">
            <a:extLst>
              <a:ext uri="{FF2B5EF4-FFF2-40B4-BE49-F238E27FC236}">
                <a16:creationId xmlns:a16="http://schemas.microsoft.com/office/drawing/2014/main" id="{93EA90B4-FB4A-2949-FBE2-6918EB7596B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77062" y="5092553"/>
            <a:ext cx="812263" cy="812263"/>
          </a:xfrm>
          <a:prstGeom prst="rect">
            <a:avLst/>
          </a:prstGeom>
        </p:spPr>
      </p:pic>
      <p:pic>
        <p:nvPicPr>
          <p:cNvPr id="26" name="Graphic 25" descr="Juggler outline">
            <a:extLst>
              <a:ext uri="{FF2B5EF4-FFF2-40B4-BE49-F238E27FC236}">
                <a16:creationId xmlns:a16="http://schemas.microsoft.com/office/drawing/2014/main" id="{49E18B77-B2F8-B50D-AAC5-EF67F06DEC7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808286" y="5092553"/>
            <a:ext cx="776050" cy="776050"/>
          </a:xfrm>
          <a:prstGeom prst="rect">
            <a:avLst/>
          </a:prstGeom>
        </p:spPr>
      </p:pic>
      <p:pic>
        <p:nvPicPr>
          <p:cNvPr id="27" name="Graphic 26" descr="Call center outline">
            <a:extLst>
              <a:ext uri="{FF2B5EF4-FFF2-40B4-BE49-F238E27FC236}">
                <a16:creationId xmlns:a16="http://schemas.microsoft.com/office/drawing/2014/main" id="{963D970A-30E7-F9A7-E0A9-14F8231D6ED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507701" y="5092553"/>
            <a:ext cx="787941" cy="787941"/>
          </a:xfrm>
          <a:prstGeom prst="rect">
            <a:avLst/>
          </a:prstGeom>
        </p:spPr>
      </p:pic>
      <p:sp>
        <p:nvSpPr>
          <p:cNvPr id="29" name="TextBox 28">
            <a:extLst>
              <a:ext uri="{FF2B5EF4-FFF2-40B4-BE49-F238E27FC236}">
                <a16:creationId xmlns:a16="http://schemas.microsoft.com/office/drawing/2014/main" id="{F69D573E-1B6C-BEB1-B63D-1EFA1E614FC7}"/>
              </a:ext>
            </a:extLst>
          </p:cNvPr>
          <p:cNvSpPr txBox="1"/>
          <p:nvPr/>
        </p:nvSpPr>
        <p:spPr>
          <a:xfrm>
            <a:off x="-5675" y="6072468"/>
            <a:ext cx="5760122" cy="646331"/>
          </a:xfrm>
          <a:prstGeom prst="rect">
            <a:avLst/>
          </a:prstGeom>
          <a:noFill/>
        </p:spPr>
        <p:txBody>
          <a:bodyPr wrap="square">
            <a:spAutoFit/>
          </a:bodyPr>
          <a:lstStyle/>
          <a:p>
            <a:pPr algn="ctr">
              <a:buFont typeface="Aptos" panose="020B0004020202020204" pitchFamily="34" charset="0"/>
              <a:buChar char="*"/>
            </a:pPr>
            <a:r>
              <a:rPr lang="en-US" dirty="0"/>
              <a:t>All tools listed have these in varying degrees, but the table highlights where each tool really shines.</a:t>
            </a:r>
          </a:p>
        </p:txBody>
      </p:sp>
      <p:pic>
        <p:nvPicPr>
          <p:cNvPr id="30" name="Graphic 29" descr="Juggler outline">
            <a:extLst>
              <a:ext uri="{FF2B5EF4-FFF2-40B4-BE49-F238E27FC236}">
                <a16:creationId xmlns:a16="http://schemas.microsoft.com/office/drawing/2014/main" id="{0B3595EA-C45E-274B-D486-EDD8721A383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840870" y="6092565"/>
            <a:ext cx="787941" cy="787941"/>
          </a:xfrm>
          <a:prstGeom prst="rect">
            <a:avLst/>
          </a:prstGeom>
        </p:spPr>
      </p:pic>
      <p:pic>
        <p:nvPicPr>
          <p:cNvPr id="31" name="Graphic 30" descr="Exponential Graph outline">
            <a:extLst>
              <a:ext uri="{FF2B5EF4-FFF2-40B4-BE49-F238E27FC236}">
                <a16:creationId xmlns:a16="http://schemas.microsoft.com/office/drawing/2014/main" id="{3B82F1C9-B2A4-80B7-9957-5EF7B6845BB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64903" y="6122373"/>
            <a:ext cx="812263" cy="812263"/>
          </a:xfrm>
          <a:prstGeom prst="rect">
            <a:avLst/>
          </a:prstGeom>
        </p:spPr>
      </p:pic>
      <p:pic>
        <p:nvPicPr>
          <p:cNvPr id="32" name="Graphic 31" descr="Call center outline">
            <a:extLst>
              <a:ext uri="{FF2B5EF4-FFF2-40B4-BE49-F238E27FC236}">
                <a16:creationId xmlns:a16="http://schemas.microsoft.com/office/drawing/2014/main" id="{73E64CC7-213D-9677-D790-1E6B9D6F29F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492515" y="6061357"/>
            <a:ext cx="812263" cy="812263"/>
          </a:xfrm>
          <a:prstGeom prst="rect">
            <a:avLst/>
          </a:prstGeom>
        </p:spPr>
      </p:pic>
    </p:spTree>
    <p:extLst>
      <p:ext uri="{BB962C8B-B14F-4D97-AF65-F5344CB8AC3E}">
        <p14:creationId xmlns:p14="http://schemas.microsoft.com/office/powerpoint/2010/main" val="2988519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6921C-781A-B96A-7D27-1F7008A1AEF0}"/>
              </a:ext>
            </a:extLst>
          </p:cNvPr>
          <p:cNvSpPr>
            <a:spLocks noGrp="1"/>
          </p:cNvSpPr>
          <p:nvPr>
            <p:ph type="title"/>
          </p:nvPr>
        </p:nvSpPr>
        <p:spPr/>
        <p:txBody>
          <a:bodyPr/>
          <a:lstStyle/>
          <a:p>
            <a:r>
              <a:rPr lang="en-US" dirty="0">
                <a:ln w="0"/>
                <a:effectLst>
                  <a:outerShdw blurRad="38100" dist="19050" dir="2700000" algn="tl" rotWithShape="0">
                    <a:schemeClr val="dk1">
                      <a:alpha val="40000"/>
                    </a:schemeClr>
                  </a:outerShdw>
                </a:effectLst>
              </a:rPr>
              <a:t>Ensuring Compatibility</a:t>
            </a:r>
          </a:p>
        </p:txBody>
      </p:sp>
      <p:sp>
        <p:nvSpPr>
          <p:cNvPr id="8" name="Content Placeholder 2">
            <a:extLst>
              <a:ext uri="{FF2B5EF4-FFF2-40B4-BE49-F238E27FC236}">
                <a16:creationId xmlns:a16="http://schemas.microsoft.com/office/drawing/2014/main" id="{93D68DA3-DA74-B38E-9797-74772A59DCC4}"/>
              </a:ext>
            </a:extLst>
          </p:cNvPr>
          <p:cNvSpPr>
            <a:spLocks noGrp="1"/>
          </p:cNvSpPr>
          <p:nvPr>
            <p:ph idx="1"/>
          </p:nvPr>
        </p:nvSpPr>
        <p:spPr>
          <a:xfrm>
            <a:off x="0" y="5298401"/>
            <a:ext cx="12192000" cy="1559599"/>
          </a:xfrm>
          <a:solidFill>
            <a:schemeClr val="bg1"/>
          </a:solidFill>
          <a:ln w="28575">
            <a:noFill/>
          </a:ln>
        </p:spPr>
        <p:txBody>
          <a:bodyPr>
            <a:normAutofit/>
          </a:bodyPr>
          <a:lstStyle/>
          <a:p>
            <a:pPr marL="0" indent="0" algn="ctr">
              <a:buNone/>
            </a:pPr>
            <a:r>
              <a:rPr lang="en-US" dirty="0"/>
              <a:t>Having your CI/CD tools be compatible with your stack ensures efficiency and eliminates potential errors.</a:t>
            </a:r>
          </a:p>
          <a:p>
            <a:pPr marL="0" indent="0" algn="ctr">
              <a:buNone/>
            </a:pPr>
            <a:r>
              <a:rPr lang="en-US" dirty="0"/>
              <a:t>One less variable to deal with.</a:t>
            </a:r>
          </a:p>
        </p:txBody>
      </p:sp>
      <p:sp>
        <p:nvSpPr>
          <p:cNvPr id="4" name="Content Placeholder 2">
            <a:extLst>
              <a:ext uri="{FF2B5EF4-FFF2-40B4-BE49-F238E27FC236}">
                <a16:creationId xmlns:a16="http://schemas.microsoft.com/office/drawing/2014/main" id="{F08A7C09-D318-64D6-1A0C-8E0C3B9AF04B}"/>
              </a:ext>
            </a:extLst>
          </p:cNvPr>
          <p:cNvSpPr txBox="1">
            <a:spLocks/>
          </p:cNvSpPr>
          <p:nvPr/>
        </p:nvSpPr>
        <p:spPr>
          <a:xfrm>
            <a:off x="6945550" y="1924724"/>
            <a:ext cx="5246450" cy="3062323"/>
          </a:xfrm>
          <a:prstGeom prst="rect">
            <a:avLst/>
          </a:prstGeom>
          <a:solidFill>
            <a:schemeClr val="bg1">
              <a:lumMod val="95000"/>
              <a:lumOff val="5000"/>
            </a:schemeClr>
          </a:solidFill>
          <a:ln w="38100">
            <a:solidFill>
              <a:schemeClr val="accent1"/>
            </a:solidFill>
          </a:ln>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Mitigation</a:t>
            </a:r>
          </a:p>
          <a:p>
            <a:r>
              <a:rPr lang="en-US" dirty="0"/>
              <a:t>Infrastructure as Code (IaC): standardizes the environments</a:t>
            </a:r>
          </a:p>
          <a:p>
            <a:r>
              <a:rPr lang="en-US" dirty="0"/>
              <a:t>Containers ensure the code is created in identical environments.</a:t>
            </a:r>
          </a:p>
          <a:p>
            <a:r>
              <a:rPr lang="en-US" dirty="0"/>
              <a:t>Automated roll back procedure to speed up bug identification and removal.</a:t>
            </a:r>
          </a:p>
          <a:p>
            <a:r>
              <a:rPr lang="en-US" dirty="0"/>
              <a:t>Dashboards in Gitlab and Jenkins provide quick overviews of the projects, making it easy to see additional delays and bottlenecks.</a:t>
            </a:r>
          </a:p>
          <a:p>
            <a:endParaRPr lang="en-US" dirty="0"/>
          </a:p>
          <a:p>
            <a:endParaRPr lang="en-US" dirty="0"/>
          </a:p>
        </p:txBody>
      </p:sp>
      <p:sp>
        <p:nvSpPr>
          <p:cNvPr id="5" name="Content Placeholder 2">
            <a:extLst>
              <a:ext uri="{FF2B5EF4-FFF2-40B4-BE49-F238E27FC236}">
                <a16:creationId xmlns:a16="http://schemas.microsoft.com/office/drawing/2014/main" id="{621ACFDF-C4BE-CB6E-4869-907E56880451}"/>
              </a:ext>
            </a:extLst>
          </p:cNvPr>
          <p:cNvSpPr txBox="1">
            <a:spLocks/>
          </p:cNvSpPr>
          <p:nvPr/>
        </p:nvSpPr>
        <p:spPr>
          <a:xfrm>
            <a:off x="0" y="1978024"/>
            <a:ext cx="5019472" cy="3009023"/>
          </a:xfrm>
          <a:prstGeom prst="rect">
            <a:avLst/>
          </a:prstGeom>
          <a:solidFill>
            <a:schemeClr val="bg1">
              <a:lumMod val="95000"/>
              <a:lumOff val="5000"/>
            </a:schemeClr>
          </a:solidFill>
          <a:ln w="28575">
            <a:solidFill>
              <a:schemeClr val="accent1"/>
            </a:solidFill>
          </a:ln>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u="sng" dirty="0"/>
              <a:t>Capability Issues</a:t>
            </a:r>
          </a:p>
          <a:p>
            <a:r>
              <a:rPr lang="en-US" dirty="0"/>
              <a:t>Failure in the pipeline due to different environments.</a:t>
            </a:r>
          </a:p>
          <a:p>
            <a:r>
              <a:rPr lang="en-US" dirty="0"/>
              <a:t>Different server configurations lead to working on dev machines but not in staging environment.</a:t>
            </a:r>
          </a:p>
          <a:p>
            <a:r>
              <a:rPr lang="en-US" dirty="0"/>
              <a:t>Lack of capability can introduce bugs and increase build and deployment times. </a:t>
            </a:r>
          </a:p>
          <a:p>
            <a:endParaRPr lang="en-US" dirty="0"/>
          </a:p>
        </p:txBody>
      </p:sp>
      <p:pic>
        <p:nvPicPr>
          <p:cNvPr id="15" name="Graphic 14" descr="Arrow: Slight curve outline">
            <a:extLst>
              <a:ext uri="{FF2B5EF4-FFF2-40B4-BE49-F238E27FC236}">
                <a16:creationId xmlns:a16="http://schemas.microsoft.com/office/drawing/2014/main" id="{A5283C92-2907-5D8B-AE8F-BEF34A20E9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19472" y="2649200"/>
            <a:ext cx="1926078" cy="1559599"/>
          </a:xfrm>
          <a:prstGeom prst="rect">
            <a:avLst/>
          </a:prstGeom>
        </p:spPr>
      </p:pic>
    </p:spTree>
    <p:extLst>
      <p:ext uri="{BB962C8B-B14F-4D97-AF65-F5344CB8AC3E}">
        <p14:creationId xmlns:p14="http://schemas.microsoft.com/office/powerpoint/2010/main" val="41210470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D57E44BC-D5F1-C09C-C074-CAFC9C59825A}"/>
              </a:ext>
            </a:extLst>
          </p:cNvPr>
          <p:cNvSpPr>
            <a:spLocks noGrp="1"/>
          </p:cNvSpPr>
          <p:nvPr>
            <p:ph type="title"/>
          </p:nvPr>
        </p:nvSpPr>
        <p:spPr>
          <a:xfrm>
            <a:off x="838201" y="3998018"/>
            <a:ext cx="3981854" cy="2216513"/>
          </a:xfrm>
        </p:spPr>
        <p:txBody>
          <a:bodyPr>
            <a:normAutofit/>
          </a:bodyPr>
          <a:lstStyle/>
          <a:p>
            <a:r>
              <a:rPr lang="en-US"/>
              <a:t>Process Mapping</a:t>
            </a:r>
          </a:p>
        </p:txBody>
      </p:sp>
      <p:sp>
        <p:nvSpPr>
          <p:cNvPr id="2057" name="Arc 2056">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2050" name="Picture 2" descr="A diagram of a diagram&#10;&#10;AI-generated content may be incorrect.">
            <a:extLst>
              <a:ext uri="{FF2B5EF4-FFF2-40B4-BE49-F238E27FC236}">
                <a16:creationId xmlns:a16="http://schemas.microsoft.com/office/drawing/2014/main" id="{0F02C6EA-9A0F-B63A-57E3-DEBF7480711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59914" y="1305744"/>
            <a:ext cx="10872172" cy="1754991"/>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3CBB3777-9E34-BF70-53EF-402A03A6B27E}"/>
              </a:ext>
            </a:extLst>
          </p:cNvPr>
          <p:cNvSpPr>
            <a:spLocks noGrp="1"/>
          </p:cNvSpPr>
          <p:nvPr>
            <p:ph idx="1"/>
          </p:nvPr>
        </p:nvSpPr>
        <p:spPr>
          <a:xfrm>
            <a:off x="4386263" y="3797266"/>
            <a:ext cx="6967538" cy="2417265"/>
          </a:xfrm>
        </p:spPr>
        <p:txBody>
          <a:bodyPr>
            <a:normAutofit lnSpcReduction="10000"/>
          </a:bodyPr>
          <a:lstStyle/>
          <a:p>
            <a:r>
              <a:rPr lang="en-US" sz="1600" dirty="0"/>
              <a:t>Version control would be handled by Gitlab.</a:t>
            </a:r>
          </a:p>
          <a:p>
            <a:pPr lvl="1"/>
            <a:r>
              <a:rPr lang="en-US" sz="1600" dirty="0"/>
              <a:t>Provides visibility into the different parts of code that are being worked on.</a:t>
            </a:r>
          </a:p>
          <a:p>
            <a:r>
              <a:rPr lang="en-US" sz="1600" dirty="0"/>
              <a:t>Jenkins installed either in a docker container or on a server to act as the CI/CD pipeline.</a:t>
            </a:r>
          </a:p>
          <a:p>
            <a:r>
              <a:rPr lang="en-US" sz="1600" dirty="0"/>
              <a:t>Have separate containers for staging and production inside Kubernetes. </a:t>
            </a:r>
          </a:p>
          <a:p>
            <a:pPr lvl="1"/>
            <a:r>
              <a:rPr lang="en-US" sz="1600" dirty="0"/>
              <a:t>QA and UA tests also reside within the staging container. </a:t>
            </a:r>
          </a:p>
          <a:p>
            <a:r>
              <a:rPr lang="en-US" sz="1600" dirty="0"/>
              <a:t>This infrastructure will be deployed using IaC, so it is consistent and repeatable throughout this and other projects.</a:t>
            </a:r>
          </a:p>
        </p:txBody>
      </p:sp>
    </p:spTree>
    <p:extLst>
      <p:ext uri="{BB962C8B-B14F-4D97-AF65-F5344CB8AC3E}">
        <p14:creationId xmlns:p14="http://schemas.microsoft.com/office/powerpoint/2010/main" val="23501247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E1FE8FB-2C99-4D94-B28A-DF90C548F834}"/>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a:solidFill>
                  <a:srgbClr val="FFFFFF"/>
                </a:solidFill>
                <a:latin typeface="+mj-lt"/>
                <a:ea typeface="+mj-ea"/>
                <a:cs typeface="+mj-cs"/>
              </a:rPr>
              <a:t>Risk Management Strategies</a:t>
            </a:r>
          </a:p>
        </p:txBody>
      </p:sp>
      <p:sp>
        <p:nvSpPr>
          <p:cNvPr id="3" name="Text Placeholder 2">
            <a:extLst>
              <a:ext uri="{FF2B5EF4-FFF2-40B4-BE49-F238E27FC236}">
                <a16:creationId xmlns:a16="http://schemas.microsoft.com/office/drawing/2014/main" id="{15ACF1A7-83F3-3C73-4526-9B2366722E7E}"/>
              </a:ext>
            </a:extLst>
          </p:cNvPr>
          <p:cNvSpPr>
            <a:spLocks noGrp="1"/>
          </p:cNvSpPr>
          <p:nvPr>
            <p:ph type="body" idx="1"/>
          </p:nvPr>
        </p:nvSpPr>
        <p:spPr>
          <a:xfrm>
            <a:off x="1350682" y="4870824"/>
            <a:ext cx="10005951" cy="1458258"/>
          </a:xfrm>
        </p:spPr>
        <p:txBody>
          <a:bodyPr vert="horz" lIns="91440" tIns="45720" rIns="91440" bIns="45720" rtlCol="0" anchor="ctr">
            <a:normAutofit/>
          </a:bodyPr>
          <a:lstStyle/>
          <a:p>
            <a:endParaRPr lang="en-US" sz="2400" kern="1200">
              <a:solidFill>
                <a:schemeClr val="tx1"/>
              </a:solidFill>
              <a:latin typeface="+mn-lt"/>
              <a:ea typeface="+mn-ea"/>
              <a:cs typeface="+mn-cs"/>
            </a:endParaRPr>
          </a:p>
        </p:txBody>
      </p:sp>
    </p:spTree>
    <p:extLst>
      <p:ext uri="{BB962C8B-B14F-4D97-AF65-F5344CB8AC3E}">
        <p14:creationId xmlns:p14="http://schemas.microsoft.com/office/powerpoint/2010/main" val="36294179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Close-up of a screen&#10;&#10;AI-generated content may be incorrect.">
            <a:extLst>
              <a:ext uri="{FF2B5EF4-FFF2-40B4-BE49-F238E27FC236}">
                <a16:creationId xmlns:a16="http://schemas.microsoft.com/office/drawing/2014/main" id="{35BB6AD1-ED7C-F4AF-7D1D-F56E70A931FD}"/>
              </a:ext>
            </a:extLst>
          </p:cNvPr>
          <p:cNvPicPr>
            <a:picLocks noChangeAspect="1"/>
          </p:cNvPicPr>
          <p:nvPr/>
        </p:nvPicPr>
        <p:blipFill>
          <a:blip r:embed="rId3">
            <a:duotone>
              <a:schemeClr val="bg2">
                <a:shade val="45000"/>
                <a:satMod val="135000"/>
              </a:schemeClr>
              <a:prstClr val="white"/>
            </a:duotone>
          </a:blip>
          <a:srcRect t="15697" r="9091" b="7694"/>
          <a:stretch>
            <a:fillRect/>
          </a:stretch>
        </p:blipFill>
        <p:spPr>
          <a:xfrm>
            <a:off x="20" y="10"/>
            <a:ext cx="12191980" cy="6857990"/>
          </a:xfrm>
          <a:prstGeom prst="rect">
            <a:avLst/>
          </a:prstGeom>
        </p:spPr>
      </p:pic>
      <p:sp>
        <p:nvSpPr>
          <p:cNvPr id="19" name="Rectangle 18">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E5B29A-1021-CB3F-DAFE-46A22D18DB62}"/>
              </a:ext>
            </a:extLst>
          </p:cNvPr>
          <p:cNvSpPr>
            <a:spLocks noGrp="1"/>
          </p:cNvSpPr>
          <p:nvPr>
            <p:ph type="title"/>
          </p:nvPr>
        </p:nvSpPr>
        <p:spPr>
          <a:xfrm>
            <a:off x="838200" y="365125"/>
            <a:ext cx="10515600" cy="1325563"/>
          </a:xfrm>
        </p:spPr>
        <p:txBody>
          <a:bodyPr>
            <a:normAutofit/>
          </a:bodyPr>
          <a:lstStyle/>
          <a:p>
            <a:r>
              <a:rPr lang="en-US"/>
              <a:t>Introduction</a:t>
            </a:r>
          </a:p>
        </p:txBody>
      </p:sp>
      <p:graphicFrame>
        <p:nvGraphicFramePr>
          <p:cNvPr id="14" name="Content Placeholder 3">
            <a:extLst>
              <a:ext uri="{FF2B5EF4-FFF2-40B4-BE49-F238E27FC236}">
                <a16:creationId xmlns:a16="http://schemas.microsoft.com/office/drawing/2014/main" id="{BCC797E1-6388-42BD-4BE4-9B5651AA9537}"/>
              </a:ext>
            </a:extLst>
          </p:cNvPr>
          <p:cNvGraphicFramePr>
            <a:graphicFrameLocks noGrp="1"/>
          </p:cNvGraphicFramePr>
          <p:nvPr>
            <p:ph idx="1"/>
            <p:extLst>
              <p:ext uri="{D42A27DB-BD31-4B8C-83A1-F6EECF244321}">
                <p14:modId xmlns:p14="http://schemas.microsoft.com/office/powerpoint/2010/main" val="184901754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8749644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884ECFC-3304-28F3-6421-3F0846EB5EE4}"/>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Risk Identification </a:t>
            </a:r>
          </a:p>
        </p:txBody>
      </p:sp>
      <p:graphicFrame>
        <p:nvGraphicFramePr>
          <p:cNvPr id="5" name="Content Placeholder 2">
            <a:extLst>
              <a:ext uri="{FF2B5EF4-FFF2-40B4-BE49-F238E27FC236}">
                <a16:creationId xmlns:a16="http://schemas.microsoft.com/office/drawing/2014/main" id="{3349236B-3858-2B7C-93E9-94D6653E6D4D}"/>
              </a:ext>
            </a:extLst>
          </p:cNvPr>
          <p:cNvGraphicFramePr>
            <a:graphicFrameLocks noGrp="1"/>
          </p:cNvGraphicFramePr>
          <p:nvPr>
            <p:ph idx="1"/>
            <p:extLst>
              <p:ext uri="{D42A27DB-BD31-4B8C-83A1-F6EECF244321}">
                <p14:modId xmlns:p14="http://schemas.microsoft.com/office/powerpoint/2010/main" val="57480636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966941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538FD-60F8-A8A3-C56E-B28F97C83FAE}"/>
              </a:ext>
            </a:extLst>
          </p:cNvPr>
          <p:cNvSpPr>
            <a:spLocks noGrp="1"/>
          </p:cNvSpPr>
          <p:nvPr>
            <p:ph type="title"/>
          </p:nvPr>
        </p:nvSpPr>
        <p:spPr>
          <a:xfrm>
            <a:off x="838200" y="673770"/>
            <a:ext cx="3220329" cy="2027227"/>
          </a:xfrm>
        </p:spPr>
        <p:txBody>
          <a:bodyPr anchor="t">
            <a:normAutofit/>
          </a:bodyPr>
          <a:lstStyle/>
          <a:p>
            <a:r>
              <a:rPr lang="en-US" sz="4200">
                <a:solidFill>
                  <a:srgbClr val="FFFFFF"/>
                </a:solidFill>
              </a:rPr>
              <a:t>Risk Identification</a:t>
            </a:r>
          </a:p>
        </p:txBody>
      </p:sp>
      <p:graphicFrame>
        <p:nvGraphicFramePr>
          <p:cNvPr id="5" name="Content Placeholder 2">
            <a:extLst>
              <a:ext uri="{FF2B5EF4-FFF2-40B4-BE49-F238E27FC236}">
                <a16:creationId xmlns:a16="http://schemas.microsoft.com/office/drawing/2014/main" id="{259AFFEF-7132-030F-62F2-4221158C3153}"/>
              </a:ext>
            </a:extLst>
          </p:cNvPr>
          <p:cNvGraphicFramePr>
            <a:graphicFrameLocks noGrp="1"/>
          </p:cNvGraphicFramePr>
          <p:nvPr>
            <p:ph idx="1"/>
          </p:nvPr>
        </p:nvGraphicFramePr>
        <p:xfrm>
          <a:off x="5542672" y="541606"/>
          <a:ext cx="5811128" cy="56782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350646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887D42-1331-BAFC-343D-09BC80AF7CE7}"/>
              </a:ext>
            </a:extLst>
          </p:cNvPr>
          <p:cNvSpPr>
            <a:spLocks noGrp="1"/>
          </p:cNvSpPr>
          <p:nvPr>
            <p:ph type="title"/>
          </p:nvPr>
        </p:nvSpPr>
        <p:spPr>
          <a:xfrm>
            <a:off x="841248" y="256032"/>
            <a:ext cx="10506456" cy="1014984"/>
          </a:xfrm>
        </p:spPr>
        <p:txBody>
          <a:bodyPr anchor="b">
            <a:normAutofit/>
          </a:bodyPr>
          <a:lstStyle/>
          <a:p>
            <a:r>
              <a:rPr lang="en-US"/>
              <a:t>Top Three Risks</a:t>
            </a:r>
          </a:p>
        </p:txBody>
      </p:sp>
      <p:sp>
        <p:nvSpPr>
          <p:cNvPr id="12" name="Rectangle 11">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16ED6A8E-EE6A-030E-BC00-E969ADA94CDA}"/>
              </a:ext>
            </a:extLst>
          </p:cNvPr>
          <p:cNvGraphicFramePr>
            <a:graphicFrameLocks noGrp="1"/>
          </p:cNvGraphicFramePr>
          <p:nvPr>
            <p:ph idx="1"/>
            <p:extLst>
              <p:ext uri="{D42A27DB-BD31-4B8C-83A1-F6EECF244321}">
                <p14:modId xmlns:p14="http://schemas.microsoft.com/office/powerpoint/2010/main" val="642934288"/>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228638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B9890-175E-02B5-7B31-70BB2C17CC21}"/>
              </a:ext>
            </a:extLst>
          </p:cNvPr>
          <p:cNvSpPr>
            <a:spLocks noGrp="1"/>
          </p:cNvSpPr>
          <p:nvPr>
            <p:ph type="title"/>
          </p:nvPr>
        </p:nvSpPr>
        <p:spPr>
          <a:xfrm>
            <a:off x="838200" y="673770"/>
            <a:ext cx="3220329" cy="2027227"/>
          </a:xfrm>
        </p:spPr>
        <p:txBody>
          <a:bodyPr anchor="t">
            <a:normAutofit/>
          </a:bodyPr>
          <a:lstStyle/>
          <a:p>
            <a:r>
              <a:rPr lang="en-US" sz="4200">
                <a:solidFill>
                  <a:srgbClr val="FFFFFF"/>
                </a:solidFill>
              </a:rPr>
              <a:t>Risk Management Approach</a:t>
            </a:r>
          </a:p>
        </p:txBody>
      </p:sp>
      <p:graphicFrame>
        <p:nvGraphicFramePr>
          <p:cNvPr id="5" name="Content Placeholder 2">
            <a:extLst>
              <a:ext uri="{FF2B5EF4-FFF2-40B4-BE49-F238E27FC236}">
                <a16:creationId xmlns:a16="http://schemas.microsoft.com/office/drawing/2014/main" id="{64FD6D1E-35DB-CEC9-1CBB-646C861FB4F2}"/>
              </a:ext>
            </a:extLst>
          </p:cNvPr>
          <p:cNvGraphicFramePr>
            <a:graphicFrameLocks noGrp="1"/>
          </p:cNvGraphicFramePr>
          <p:nvPr>
            <p:ph idx="1"/>
          </p:nvPr>
        </p:nvGraphicFramePr>
        <p:xfrm>
          <a:off x="5542672" y="541606"/>
          <a:ext cx="5811128" cy="56782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178199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4FC472-268C-86B4-1AFB-E240DBD175A9}"/>
              </a:ext>
            </a:extLst>
          </p:cNvPr>
          <p:cNvSpPr>
            <a:spLocks noGrp="1"/>
          </p:cNvSpPr>
          <p:nvPr>
            <p:ph type="title"/>
          </p:nvPr>
        </p:nvSpPr>
        <p:spPr>
          <a:xfrm>
            <a:off x="838200" y="557188"/>
            <a:ext cx="10515600" cy="1133499"/>
          </a:xfrm>
        </p:spPr>
        <p:txBody>
          <a:bodyPr>
            <a:normAutofit/>
          </a:bodyPr>
          <a:lstStyle/>
          <a:p>
            <a:pPr algn="ctr"/>
            <a:r>
              <a:rPr lang="en-US" sz="5200"/>
              <a:t>Risk Qualification and Prioritization</a:t>
            </a:r>
          </a:p>
        </p:txBody>
      </p:sp>
      <p:graphicFrame>
        <p:nvGraphicFramePr>
          <p:cNvPr id="5" name="Content Placeholder 2">
            <a:extLst>
              <a:ext uri="{FF2B5EF4-FFF2-40B4-BE49-F238E27FC236}">
                <a16:creationId xmlns:a16="http://schemas.microsoft.com/office/drawing/2014/main" id="{87E11B9C-1AD9-BC63-9374-D2FD1E498E47}"/>
              </a:ext>
            </a:extLst>
          </p:cNvPr>
          <p:cNvGraphicFramePr>
            <a:graphicFrameLocks noGrp="1"/>
          </p:cNvGraphicFramePr>
          <p:nvPr>
            <p:ph idx="1"/>
            <p:extLst>
              <p:ext uri="{D42A27DB-BD31-4B8C-83A1-F6EECF244321}">
                <p14:modId xmlns:p14="http://schemas.microsoft.com/office/powerpoint/2010/main" val="4079863193"/>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562077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2D3361-5BDC-C334-8403-88D0092DD419}"/>
              </a:ext>
            </a:extLst>
          </p:cNvPr>
          <p:cNvSpPr>
            <a:spLocks noGrp="1"/>
          </p:cNvSpPr>
          <p:nvPr>
            <p:ph type="title"/>
          </p:nvPr>
        </p:nvSpPr>
        <p:spPr>
          <a:xfrm>
            <a:off x="1008184" y="174032"/>
            <a:ext cx="4042447" cy="1111843"/>
          </a:xfrm>
        </p:spPr>
        <p:txBody>
          <a:bodyPr anchor="ctr">
            <a:normAutofit fontScale="90000"/>
          </a:bodyPr>
          <a:lstStyle/>
          <a:p>
            <a:pPr algn="ctr"/>
            <a:r>
              <a:rPr lang="en-US" sz="4000" dirty="0"/>
              <a:t>Probability-Impact Matrix</a:t>
            </a:r>
          </a:p>
        </p:txBody>
      </p:sp>
      <p:sp>
        <p:nvSpPr>
          <p:cNvPr id="3" name="Content Placeholder 2">
            <a:extLst>
              <a:ext uri="{FF2B5EF4-FFF2-40B4-BE49-F238E27FC236}">
                <a16:creationId xmlns:a16="http://schemas.microsoft.com/office/drawing/2014/main" id="{DE93BA87-AD30-7678-89D4-FAFD5F390D5C}"/>
              </a:ext>
            </a:extLst>
          </p:cNvPr>
          <p:cNvSpPr>
            <a:spLocks noGrp="1"/>
          </p:cNvSpPr>
          <p:nvPr>
            <p:ph idx="1"/>
          </p:nvPr>
        </p:nvSpPr>
        <p:spPr>
          <a:xfrm>
            <a:off x="8024937" y="258984"/>
            <a:ext cx="3158879" cy="1348359"/>
          </a:xfrm>
        </p:spPr>
        <p:txBody>
          <a:bodyPr anchor="ctr">
            <a:normAutofit lnSpcReduction="10000"/>
          </a:bodyPr>
          <a:lstStyle/>
          <a:p>
            <a:pPr algn="ctr"/>
            <a:r>
              <a:rPr lang="en-US" sz="1600" dirty="0"/>
              <a:t>Probability: 1 = very low, 5 = Very High</a:t>
            </a:r>
          </a:p>
          <a:p>
            <a:pPr algn="ctr"/>
            <a:r>
              <a:rPr lang="en-US" sz="1600" dirty="0"/>
              <a:t>Impact: 1 = None, 5 = Critical</a:t>
            </a:r>
          </a:p>
          <a:p>
            <a:pPr algn="ctr"/>
            <a:r>
              <a:rPr lang="en-US" sz="1600" dirty="0"/>
              <a:t>Risk Score = Probability x Impact</a:t>
            </a:r>
          </a:p>
          <a:p>
            <a:pPr algn="ctr"/>
            <a:endParaRPr lang="en-US" sz="1600" dirty="0"/>
          </a:p>
        </p:txBody>
      </p:sp>
      <p:graphicFrame>
        <p:nvGraphicFramePr>
          <p:cNvPr id="4" name="Table 3">
            <a:extLst>
              <a:ext uri="{FF2B5EF4-FFF2-40B4-BE49-F238E27FC236}">
                <a16:creationId xmlns:a16="http://schemas.microsoft.com/office/drawing/2014/main" id="{C5D8E325-753B-CBEC-FF1B-0E83A556A382}"/>
              </a:ext>
            </a:extLst>
          </p:cNvPr>
          <p:cNvGraphicFramePr>
            <a:graphicFrameLocks noGrp="1"/>
          </p:cNvGraphicFramePr>
          <p:nvPr>
            <p:extLst>
              <p:ext uri="{D42A27DB-BD31-4B8C-83A1-F6EECF244321}">
                <p14:modId xmlns:p14="http://schemas.microsoft.com/office/powerpoint/2010/main" val="3721047134"/>
              </p:ext>
            </p:extLst>
          </p:nvPr>
        </p:nvGraphicFramePr>
        <p:xfrm>
          <a:off x="-1" y="1706813"/>
          <a:ext cx="12192001" cy="5151187"/>
        </p:xfrm>
        <a:graphic>
          <a:graphicData uri="http://schemas.openxmlformats.org/drawingml/2006/table">
            <a:tbl>
              <a:tblPr firstRow="1" bandRow="1">
                <a:noFill/>
                <a:tableStyleId>{5C22544A-7EE6-4342-B048-85BDC9FD1C3A}</a:tableStyleId>
              </a:tblPr>
              <a:tblGrid>
                <a:gridCol w="1461347">
                  <a:extLst>
                    <a:ext uri="{9D8B030D-6E8A-4147-A177-3AD203B41FA5}">
                      <a16:colId xmlns:a16="http://schemas.microsoft.com/office/drawing/2014/main" val="852418903"/>
                    </a:ext>
                  </a:extLst>
                </a:gridCol>
                <a:gridCol w="3655089">
                  <a:extLst>
                    <a:ext uri="{9D8B030D-6E8A-4147-A177-3AD203B41FA5}">
                      <a16:colId xmlns:a16="http://schemas.microsoft.com/office/drawing/2014/main" val="3457126890"/>
                    </a:ext>
                  </a:extLst>
                </a:gridCol>
                <a:gridCol w="3120488">
                  <a:extLst>
                    <a:ext uri="{9D8B030D-6E8A-4147-A177-3AD203B41FA5}">
                      <a16:colId xmlns:a16="http://schemas.microsoft.com/office/drawing/2014/main" val="3482853946"/>
                    </a:ext>
                  </a:extLst>
                </a:gridCol>
                <a:gridCol w="2147003">
                  <a:extLst>
                    <a:ext uri="{9D8B030D-6E8A-4147-A177-3AD203B41FA5}">
                      <a16:colId xmlns:a16="http://schemas.microsoft.com/office/drawing/2014/main" val="1850464017"/>
                    </a:ext>
                  </a:extLst>
                </a:gridCol>
                <a:gridCol w="1808074">
                  <a:extLst>
                    <a:ext uri="{9D8B030D-6E8A-4147-A177-3AD203B41FA5}">
                      <a16:colId xmlns:a16="http://schemas.microsoft.com/office/drawing/2014/main" val="3121075747"/>
                    </a:ext>
                  </a:extLst>
                </a:gridCol>
              </a:tblGrid>
              <a:tr h="490267">
                <a:tc>
                  <a:txBody>
                    <a:bodyPr/>
                    <a:lstStyle/>
                    <a:p>
                      <a:pPr algn="ctr"/>
                      <a:r>
                        <a:rPr lang="en-US" sz="2300" b="1" cap="none" spc="30" dirty="0">
                          <a:solidFill>
                            <a:schemeClr val="tx1"/>
                          </a:solidFill>
                        </a:rPr>
                        <a:t>Risk #</a:t>
                      </a:r>
                    </a:p>
                  </a:txBody>
                  <a:tcPr marL="0" marR="12887" marT="57215" marB="57215" anchor="ctr">
                    <a:lnL w="12700" cmpd="sng">
                      <a:noFill/>
                    </a:lnL>
                    <a:lnR w="12700" cmpd="sng">
                      <a:noFill/>
                    </a:lnR>
                    <a:lnT w="19050" cap="flat" cmpd="sng" algn="ctr">
                      <a:solidFill>
                        <a:schemeClr val="accent1"/>
                      </a:solidFill>
                      <a:prstDash val="solid"/>
                    </a:lnT>
                    <a:lnB w="38100" cmpd="sng">
                      <a:noFill/>
                    </a:lnB>
                    <a:noFill/>
                  </a:tcPr>
                </a:tc>
                <a:tc>
                  <a:txBody>
                    <a:bodyPr/>
                    <a:lstStyle/>
                    <a:p>
                      <a:pPr algn="ctr" fontAlgn="b">
                        <a:buNone/>
                      </a:pPr>
                      <a:r>
                        <a:rPr lang="en-US" sz="2000" b="0" i="0" u="none" strike="noStrike" dirty="0">
                          <a:solidFill>
                            <a:schemeClr val="tx1"/>
                          </a:solidFill>
                          <a:effectLst/>
                          <a:latin typeface="+mn-lt"/>
                        </a:rPr>
                        <a:t>Risk</a:t>
                      </a:r>
                    </a:p>
                  </a:txBody>
                  <a:tcPr marL="6350" marR="6350" marT="6350" marB="0" anchor="ctr">
                    <a:lnL w="12700" cmpd="sng">
                      <a:noFill/>
                    </a:lnL>
                    <a:lnR w="12700" cmpd="sng">
                      <a:noFill/>
                    </a:lnR>
                    <a:lnT w="19050" cap="flat" cmpd="sng" algn="ctr">
                      <a:solidFill>
                        <a:schemeClr val="accent1"/>
                      </a:solidFill>
                      <a:prstDash val="solid"/>
                      <a:round/>
                      <a:headEnd type="none" w="med" len="med"/>
                      <a:tailEnd type="none" w="med" len="med"/>
                    </a:lnT>
                    <a:lnB w="38100" cmpd="sng">
                      <a:noFill/>
                    </a:lnB>
                    <a:noFill/>
                  </a:tcPr>
                </a:tc>
                <a:tc>
                  <a:txBody>
                    <a:bodyPr/>
                    <a:lstStyle/>
                    <a:p>
                      <a:pPr algn="ctr" fontAlgn="b">
                        <a:buNone/>
                      </a:pPr>
                      <a:r>
                        <a:rPr lang="en-US" sz="2000" b="0" i="0" u="none" strike="noStrike">
                          <a:solidFill>
                            <a:schemeClr val="tx1"/>
                          </a:solidFill>
                          <a:effectLst/>
                          <a:latin typeface="+mn-lt"/>
                        </a:rPr>
                        <a:t>Probability</a:t>
                      </a:r>
                    </a:p>
                  </a:txBody>
                  <a:tcPr marL="6350" marR="6350" marT="6350" marB="0" anchor="ctr">
                    <a:lnL w="12700" cmpd="sng">
                      <a:noFill/>
                    </a:lnL>
                    <a:lnR w="12700" cmpd="sng">
                      <a:noFill/>
                    </a:lnR>
                    <a:lnT w="19050" cap="flat" cmpd="sng" algn="ctr">
                      <a:solidFill>
                        <a:schemeClr val="accent1"/>
                      </a:solidFill>
                      <a:prstDash val="solid"/>
                    </a:lnT>
                    <a:lnB w="38100" cmpd="sng">
                      <a:noFill/>
                    </a:lnB>
                    <a:noFill/>
                  </a:tcPr>
                </a:tc>
                <a:tc>
                  <a:txBody>
                    <a:bodyPr/>
                    <a:lstStyle/>
                    <a:p>
                      <a:pPr algn="ctr" fontAlgn="b">
                        <a:buNone/>
                      </a:pPr>
                      <a:r>
                        <a:rPr lang="en-US" sz="2000" b="0" i="0" u="none" strike="noStrike">
                          <a:solidFill>
                            <a:schemeClr val="tx1"/>
                          </a:solidFill>
                          <a:effectLst/>
                          <a:latin typeface="+mn-lt"/>
                        </a:rPr>
                        <a:t>Impact</a:t>
                      </a:r>
                    </a:p>
                  </a:txBody>
                  <a:tcPr marL="6350" marR="6350" marT="6350" marB="0" anchor="ctr">
                    <a:lnL w="12700" cmpd="sng">
                      <a:noFill/>
                    </a:lnL>
                    <a:lnR w="12700" cmpd="sng">
                      <a:noFill/>
                    </a:lnR>
                    <a:lnT w="19050" cap="flat" cmpd="sng" algn="ctr">
                      <a:solidFill>
                        <a:schemeClr val="accent1"/>
                      </a:solidFill>
                      <a:prstDash val="solid"/>
                    </a:lnT>
                    <a:lnB w="38100" cmpd="sng">
                      <a:noFill/>
                    </a:lnB>
                    <a:noFill/>
                  </a:tcPr>
                </a:tc>
                <a:tc>
                  <a:txBody>
                    <a:bodyPr/>
                    <a:lstStyle/>
                    <a:p>
                      <a:pPr algn="ctr" fontAlgn="b">
                        <a:buNone/>
                      </a:pPr>
                      <a:r>
                        <a:rPr lang="en-US" sz="2000" b="0" i="0" u="none" strike="noStrike">
                          <a:solidFill>
                            <a:schemeClr val="tx1"/>
                          </a:solidFill>
                          <a:effectLst/>
                          <a:latin typeface="+mn-lt"/>
                        </a:rPr>
                        <a:t>Score</a:t>
                      </a:r>
                    </a:p>
                  </a:txBody>
                  <a:tcPr marL="6350" marR="6350" marT="6350" marB="0" anchor="ctr">
                    <a:lnL w="12700" cmpd="sng">
                      <a:noFill/>
                    </a:lnL>
                    <a:lnR w="12700" cmpd="sng">
                      <a:noFill/>
                    </a:lnR>
                    <a:lnT w="19050" cap="flat" cmpd="sng" algn="ctr">
                      <a:solidFill>
                        <a:schemeClr val="accent1"/>
                      </a:solidFill>
                      <a:prstDash val="solid"/>
                    </a:lnT>
                    <a:lnB w="38100" cmpd="sng">
                      <a:noFill/>
                    </a:lnB>
                    <a:noFill/>
                  </a:tcPr>
                </a:tc>
                <a:extLst>
                  <a:ext uri="{0D108BD9-81ED-4DB2-BD59-A6C34878D82A}">
                    <a16:rowId xmlns:a16="http://schemas.microsoft.com/office/drawing/2014/main" val="440561770"/>
                  </a:ext>
                </a:extLst>
              </a:tr>
              <a:tr h="423720">
                <a:tc>
                  <a:txBody>
                    <a:bodyPr/>
                    <a:lstStyle/>
                    <a:p>
                      <a:pPr algn="ctr"/>
                      <a:r>
                        <a:rPr lang="en-US" sz="1700" cap="none" spc="0" dirty="0">
                          <a:solidFill>
                            <a:schemeClr val="tx1"/>
                          </a:solidFill>
                        </a:rPr>
                        <a:t>R1</a:t>
                      </a:r>
                    </a:p>
                  </a:txBody>
                  <a:tcPr marL="0" marR="114430" marT="57215" marB="57215" anchor="ctr">
                    <a:lnL w="12700" cmpd="sng">
                      <a:noFill/>
                      <a:prstDash val="solid"/>
                    </a:lnL>
                    <a:lnR w="12700" cmpd="sng">
                      <a:noFill/>
                      <a:prstDash val="solid"/>
                    </a:lnR>
                    <a:lnT w="38100" cmpd="sng">
                      <a:noFill/>
                    </a:lnT>
                    <a:lnB w="9525" cap="flat" cmpd="sng" algn="ctr">
                      <a:solidFill>
                        <a:schemeClr val="accent1"/>
                      </a:solidFill>
                      <a:prstDash val="solid"/>
                    </a:lnB>
                    <a:noFill/>
                  </a:tcPr>
                </a:tc>
                <a:tc>
                  <a:txBody>
                    <a:bodyPr/>
                    <a:lstStyle/>
                    <a:p>
                      <a:pPr algn="ctr" fontAlgn="b">
                        <a:buNone/>
                      </a:pPr>
                      <a:r>
                        <a:rPr lang="en-US" sz="2000" b="0" i="0" u="none" strike="noStrike" dirty="0">
                          <a:solidFill>
                            <a:schemeClr val="tx1"/>
                          </a:solidFill>
                          <a:effectLst/>
                          <a:latin typeface="+mn-lt"/>
                        </a:rPr>
                        <a:t>Data Privacy</a:t>
                      </a:r>
                    </a:p>
                  </a:txBody>
                  <a:tcPr marL="6350" marR="6350" marT="6350" marB="0" anchor="ctr">
                    <a:lnL w="12700" cmpd="sng">
                      <a:noFill/>
                      <a:prstDash val="solid"/>
                    </a:lnL>
                    <a:lnR w="12700" cmpd="sng">
                      <a:noFill/>
                      <a:prstDash val="solid"/>
                    </a:lnR>
                    <a:lnT w="38100" cmpd="sng">
                      <a:noFill/>
                    </a:lnT>
                    <a:lnB w="9525" cap="flat" cmpd="sng" algn="ctr">
                      <a:solidFill>
                        <a:schemeClr val="accent1"/>
                      </a:solidFill>
                      <a:prstDash val="solid"/>
                      <a:round/>
                      <a:headEnd type="none" w="med" len="med"/>
                      <a:tailEnd type="none" w="med" len="med"/>
                    </a:lnB>
                    <a:noFill/>
                  </a:tcPr>
                </a:tc>
                <a:tc>
                  <a:txBody>
                    <a:bodyPr/>
                    <a:lstStyle/>
                    <a:p>
                      <a:pPr algn="ctr" fontAlgn="b">
                        <a:buNone/>
                      </a:pPr>
                      <a:r>
                        <a:rPr lang="en-US" sz="2000" b="0" i="0" u="none" strike="noStrike" dirty="0">
                          <a:solidFill>
                            <a:schemeClr val="tx1"/>
                          </a:solidFill>
                          <a:effectLst/>
                          <a:latin typeface="+mn-lt"/>
                        </a:rPr>
                        <a:t>5</a:t>
                      </a:r>
                    </a:p>
                  </a:txBody>
                  <a:tcPr marL="6350" marR="6350" marT="6350" marB="0" anchor="ctr">
                    <a:lnL w="12700" cmpd="sng">
                      <a:noFill/>
                      <a:prstDash val="solid"/>
                    </a:lnL>
                    <a:lnR w="12700" cmpd="sng">
                      <a:noFill/>
                      <a:prstDash val="solid"/>
                    </a:lnR>
                    <a:lnT w="38100" cmpd="sng">
                      <a:noFill/>
                    </a:lnT>
                    <a:lnB w="9525" cap="flat" cmpd="sng" algn="ctr">
                      <a:solidFill>
                        <a:schemeClr val="accent1"/>
                      </a:solidFill>
                      <a:prstDash val="solid"/>
                    </a:lnB>
                    <a:noFill/>
                  </a:tcPr>
                </a:tc>
                <a:tc>
                  <a:txBody>
                    <a:bodyPr/>
                    <a:lstStyle/>
                    <a:p>
                      <a:pPr algn="ctr" fontAlgn="b">
                        <a:buNone/>
                      </a:pPr>
                      <a:r>
                        <a:rPr lang="en-US" sz="2000" b="0" i="0" u="none" strike="noStrike">
                          <a:solidFill>
                            <a:schemeClr val="tx1"/>
                          </a:solidFill>
                          <a:effectLst/>
                          <a:latin typeface="+mn-lt"/>
                        </a:rPr>
                        <a:t>5</a:t>
                      </a:r>
                    </a:p>
                  </a:txBody>
                  <a:tcPr marL="6350" marR="6350" marT="6350" marB="0" anchor="ctr">
                    <a:lnL w="12700" cmpd="sng">
                      <a:noFill/>
                      <a:prstDash val="solid"/>
                    </a:lnL>
                    <a:lnR w="12700" cmpd="sng">
                      <a:noFill/>
                      <a:prstDash val="solid"/>
                    </a:lnR>
                    <a:lnT w="38100" cmpd="sng">
                      <a:noFill/>
                    </a:lnT>
                    <a:lnB w="9525" cap="flat" cmpd="sng" algn="ctr">
                      <a:solidFill>
                        <a:schemeClr val="accent1"/>
                      </a:solidFill>
                      <a:prstDash val="solid"/>
                    </a:lnB>
                    <a:noFill/>
                  </a:tcPr>
                </a:tc>
                <a:tc>
                  <a:txBody>
                    <a:bodyPr/>
                    <a:lstStyle/>
                    <a:p>
                      <a:pPr algn="ctr" fontAlgn="b">
                        <a:buNone/>
                      </a:pPr>
                      <a:r>
                        <a:rPr lang="en-US" sz="2000" b="0" i="0" u="none" strike="noStrike">
                          <a:solidFill>
                            <a:schemeClr val="tx1"/>
                          </a:solidFill>
                          <a:effectLst/>
                          <a:latin typeface="+mn-lt"/>
                        </a:rPr>
                        <a:t>25</a:t>
                      </a:r>
                    </a:p>
                  </a:txBody>
                  <a:tcPr marL="6350" marR="6350" marT="6350" marB="0" anchor="ctr">
                    <a:lnL w="12700" cmpd="sng">
                      <a:noFill/>
                      <a:prstDash val="solid"/>
                    </a:lnL>
                    <a:lnR w="12700" cmpd="sng">
                      <a:noFill/>
                      <a:prstDash val="solid"/>
                    </a:lnR>
                    <a:lnT w="38100" cmpd="sng">
                      <a:noFill/>
                    </a:lnT>
                    <a:lnB w="9525" cap="flat" cmpd="sng" algn="ctr">
                      <a:solidFill>
                        <a:schemeClr val="accent1"/>
                      </a:solidFill>
                      <a:prstDash val="solid"/>
                    </a:lnB>
                    <a:noFill/>
                  </a:tcPr>
                </a:tc>
                <a:extLst>
                  <a:ext uri="{0D108BD9-81ED-4DB2-BD59-A6C34878D82A}">
                    <a16:rowId xmlns:a16="http://schemas.microsoft.com/office/drawing/2014/main" val="1425011450"/>
                  </a:ext>
                </a:extLst>
              </a:tr>
              <a:tr h="423720">
                <a:tc>
                  <a:txBody>
                    <a:bodyPr/>
                    <a:lstStyle/>
                    <a:p>
                      <a:pPr algn="ctr"/>
                      <a:r>
                        <a:rPr lang="en-US" sz="1700" cap="none" spc="0" dirty="0">
                          <a:solidFill>
                            <a:srgbClr val="000000"/>
                          </a:solidFill>
                        </a:rPr>
                        <a:t>R2</a:t>
                      </a:r>
                    </a:p>
                  </a:txBody>
                  <a:tcPr marL="64435" marR="114430" marT="57215" marB="57215"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fontAlgn="b">
                        <a:buNone/>
                      </a:pPr>
                      <a:r>
                        <a:rPr lang="en-US" sz="2000" b="0" i="0" u="none" strike="noStrike" dirty="0">
                          <a:solidFill>
                            <a:schemeClr val="bg1"/>
                          </a:solidFill>
                          <a:effectLst/>
                          <a:latin typeface="+mn-lt"/>
                        </a:rPr>
                        <a:t>Algorithm Behavior</a:t>
                      </a:r>
                    </a:p>
                  </a:txBody>
                  <a:tcPr marL="6350" marR="6350" marT="6350" marB="0" anchor="ctr">
                    <a:lnL w="12700" cmpd="sng">
                      <a:noFill/>
                      <a:prstDash val="solid"/>
                    </a:lnL>
                    <a:lnR w="12700" cmpd="sng">
                      <a:noFill/>
                      <a:prstDash val="solid"/>
                    </a:lnR>
                    <a:lnT w="9525" cap="flat" cmpd="sng" algn="ctr">
                      <a:solidFill>
                        <a:schemeClr val="accent1"/>
                      </a:solidFill>
                      <a:prstDash val="solid"/>
                      <a:round/>
                      <a:headEnd type="none" w="med" len="med"/>
                      <a:tailEnd type="none" w="med" len="med"/>
                    </a:lnT>
                    <a:lnB w="12700" cmpd="sng">
                      <a:noFill/>
                      <a:prstDash val="solid"/>
                    </a:lnB>
                    <a:solidFill>
                      <a:schemeClr val="accent1">
                        <a:lumMod val="20000"/>
                        <a:lumOff val="80000"/>
                      </a:schemeClr>
                    </a:solidFill>
                  </a:tcPr>
                </a:tc>
                <a:tc>
                  <a:txBody>
                    <a:bodyPr/>
                    <a:lstStyle/>
                    <a:p>
                      <a:pPr algn="ctr" fontAlgn="b">
                        <a:buNone/>
                      </a:pPr>
                      <a:r>
                        <a:rPr lang="en-US" sz="2000" b="0" i="0" u="none" strike="noStrike" dirty="0">
                          <a:solidFill>
                            <a:schemeClr val="bg1"/>
                          </a:solidFill>
                          <a:effectLst/>
                          <a:latin typeface="+mn-lt"/>
                        </a:rPr>
                        <a:t>4</a:t>
                      </a:r>
                    </a:p>
                  </a:txBody>
                  <a:tcPr marL="6350" marR="6350" marT="6350" marB="0"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fontAlgn="b">
                        <a:buNone/>
                      </a:pPr>
                      <a:r>
                        <a:rPr lang="en-US" sz="2000" b="0" i="0" u="none" strike="noStrike" dirty="0">
                          <a:solidFill>
                            <a:schemeClr val="bg1"/>
                          </a:solidFill>
                          <a:effectLst/>
                          <a:latin typeface="+mn-lt"/>
                        </a:rPr>
                        <a:t>5</a:t>
                      </a:r>
                    </a:p>
                  </a:txBody>
                  <a:tcPr marL="6350" marR="6350" marT="6350" marB="0"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fontAlgn="b">
                        <a:buNone/>
                      </a:pPr>
                      <a:r>
                        <a:rPr lang="en-US" sz="2000" b="0" i="0" u="none" strike="noStrike" dirty="0">
                          <a:solidFill>
                            <a:schemeClr val="bg1"/>
                          </a:solidFill>
                          <a:effectLst/>
                          <a:latin typeface="+mn-lt"/>
                        </a:rPr>
                        <a:t>20</a:t>
                      </a:r>
                    </a:p>
                  </a:txBody>
                  <a:tcPr marL="6350" marR="6350" marT="6350" marB="0"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1733136677"/>
                  </a:ext>
                </a:extLst>
              </a:tr>
              <a:tr h="423720">
                <a:tc>
                  <a:txBody>
                    <a:bodyPr/>
                    <a:lstStyle/>
                    <a:p>
                      <a:pPr algn="ctr"/>
                      <a:r>
                        <a:rPr lang="en-US" sz="1700" cap="none" spc="0" dirty="0">
                          <a:solidFill>
                            <a:schemeClr val="tx1"/>
                          </a:solidFill>
                        </a:rPr>
                        <a:t>R3</a:t>
                      </a:r>
                    </a:p>
                  </a:txBody>
                  <a:tcPr marL="0" marR="114430" marT="57215" marB="57215"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fontAlgn="b">
                        <a:buNone/>
                      </a:pPr>
                      <a:r>
                        <a:rPr lang="en-US" sz="2000" b="0" i="0" u="none" strike="noStrike" dirty="0">
                          <a:solidFill>
                            <a:schemeClr val="tx1"/>
                          </a:solidFill>
                          <a:effectLst/>
                          <a:latin typeface="+mn-lt"/>
                        </a:rPr>
                        <a:t>Integration Complexity</a:t>
                      </a:r>
                    </a:p>
                  </a:txBody>
                  <a:tcPr marL="6350" marR="6350" marT="6350" marB="0" anchor="ctr">
                    <a:lnL w="12700" cmpd="sng">
                      <a:noFill/>
                      <a:prstDash val="solid"/>
                    </a:lnL>
                    <a:lnR w="12700" cmpd="sng">
                      <a:noFill/>
                      <a:prstDash val="solid"/>
                    </a:lnR>
                    <a:lnT w="12700" cmpd="sng">
                      <a:noFill/>
                      <a:prstDash val="solid"/>
                    </a:lnT>
                    <a:lnB w="9525" cap="flat" cmpd="sng" algn="ctr">
                      <a:solidFill>
                        <a:schemeClr val="accent1"/>
                      </a:solidFill>
                      <a:prstDash val="solid"/>
                      <a:round/>
                      <a:headEnd type="none" w="med" len="med"/>
                      <a:tailEnd type="none" w="med" len="med"/>
                    </a:lnB>
                    <a:noFill/>
                  </a:tcPr>
                </a:tc>
                <a:tc>
                  <a:txBody>
                    <a:bodyPr/>
                    <a:lstStyle/>
                    <a:p>
                      <a:pPr algn="ctr" fontAlgn="b">
                        <a:buNone/>
                      </a:pPr>
                      <a:r>
                        <a:rPr lang="en-US" sz="2000" b="0" i="0" u="none" strike="noStrike">
                          <a:solidFill>
                            <a:schemeClr val="tx1"/>
                          </a:solidFill>
                          <a:effectLst/>
                          <a:latin typeface="+mn-lt"/>
                        </a:rPr>
                        <a:t>4</a:t>
                      </a:r>
                    </a:p>
                  </a:txBody>
                  <a:tcPr marL="6350" marR="6350" marT="6350" marB="0"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fontAlgn="b">
                        <a:buNone/>
                      </a:pPr>
                      <a:r>
                        <a:rPr lang="en-US" sz="2000" b="0" i="0" u="none" strike="noStrike">
                          <a:solidFill>
                            <a:schemeClr val="tx1"/>
                          </a:solidFill>
                          <a:effectLst/>
                          <a:latin typeface="+mn-lt"/>
                        </a:rPr>
                        <a:t>4</a:t>
                      </a:r>
                    </a:p>
                  </a:txBody>
                  <a:tcPr marL="6350" marR="6350" marT="6350" marB="0"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fontAlgn="b">
                        <a:buNone/>
                      </a:pPr>
                      <a:r>
                        <a:rPr lang="en-US" sz="2000" b="0" i="0" u="none" strike="noStrike">
                          <a:solidFill>
                            <a:schemeClr val="tx1"/>
                          </a:solidFill>
                          <a:effectLst/>
                          <a:latin typeface="+mn-lt"/>
                        </a:rPr>
                        <a:t>16</a:t>
                      </a:r>
                    </a:p>
                  </a:txBody>
                  <a:tcPr marL="6350" marR="6350" marT="6350" marB="0"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extLst>
                  <a:ext uri="{0D108BD9-81ED-4DB2-BD59-A6C34878D82A}">
                    <a16:rowId xmlns:a16="http://schemas.microsoft.com/office/drawing/2014/main" val="2032203322"/>
                  </a:ext>
                </a:extLst>
              </a:tr>
              <a:tr h="423720">
                <a:tc>
                  <a:txBody>
                    <a:bodyPr/>
                    <a:lstStyle/>
                    <a:p>
                      <a:pPr algn="ctr"/>
                      <a:r>
                        <a:rPr lang="en-US" sz="1700" cap="none" spc="0" dirty="0">
                          <a:solidFill>
                            <a:srgbClr val="000000"/>
                          </a:solidFill>
                        </a:rPr>
                        <a:t>R4</a:t>
                      </a:r>
                    </a:p>
                  </a:txBody>
                  <a:tcPr marL="64435" marR="114430" marT="57215" marB="57215"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fontAlgn="b">
                        <a:buNone/>
                      </a:pPr>
                      <a:r>
                        <a:rPr lang="en-US" sz="2000" b="0" i="0" u="none" strike="noStrike" dirty="0">
                          <a:solidFill>
                            <a:schemeClr val="bg1"/>
                          </a:solidFill>
                          <a:effectLst/>
                          <a:latin typeface="+mn-lt"/>
                        </a:rPr>
                        <a:t>Scope Creep</a:t>
                      </a:r>
                    </a:p>
                  </a:txBody>
                  <a:tcPr marL="6350" marR="6350" marT="6350" marB="0" anchor="ctr">
                    <a:lnL w="12700" cmpd="sng">
                      <a:noFill/>
                      <a:prstDash val="solid"/>
                    </a:lnL>
                    <a:lnR w="12700" cmpd="sng">
                      <a:noFill/>
                      <a:prstDash val="solid"/>
                    </a:lnR>
                    <a:lnT w="9525" cap="flat" cmpd="sng" algn="ctr">
                      <a:solidFill>
                        <a:schemeClr val="accent1"/>
                      </a:solidFill>
                      <a:prstDash val="solid"/>
                      <a:round/>
                      <a:headEnd type="none" w="med" len="med"/>
                      <a:tailEnd type="none" w="med" len="med"/>
                    </a:lnT>
                    <a:lnB w="12700" cmpd="sng">
                      <a:noFill/>
                      <a:prstDash val="solid"/>
                    </a:lnB>
                    <a:solidFill>
                      <a:schemeClr val="accent1">
                        <a:lumMod val="20000"/>
                        <a:lumOff val="80000"/>
                      </a:schemeClr>
                    </a:solidFill>
                  </a:tcPr>
                </a:tc>
                <a:tc>
                  <a:txBody>
                    <a:bodyPr/>
                    <a:lstStyle/>
                    <a:p>
                      <a:pPr algn="ctr" fontAlgn="b">
                        <a:buNone/>
                      </a:pPr>
                      <a:r>
                        <a:rPr lang="en-US" sz="2000" b="0" i="0" u="none" strike="noStrike" dirty="0">
                          <a:solidFill>
                            <a:schemeClr val="bg1"/>
                          </a:solidFill>
                          <a:effectLst/>
                          <a:latin typeface="+mn-lt"/>
                        </a:rPr>
                        <a:t>4</a:t>
                      </a:r>
                    </a:p>
                  </a:txBody>
                  <a:tcPr marL="6350" marR="6350" marT="6350" marB="0"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fontAlgn="b">
                        <a:buNone/>
                      </a:pPr>
                      <a:r>
                        <a:rPr lang="en-US" sz="2000" b="0" i="0" u="none" strike="noStrike" dirty="0">
                          <a:solidFill>
                            <a:schemeClr val="bg1"/>
                          </a:solidFill>
                          <a:effectLst/>
                          <a:latin typeface="+mn-lt"/>
                        </a:rPr>
                        <a:t>3</a:t>
                      </a:r>
                    </a:p>
                  </a:txBody>
                  <a:tcPr marL="6350" marR="6350" marT="6350" marB="0"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fontAlgn="b">
                        <a:buNone/>
                      </a:pPr>
                      <a:r>
                        <a:rPr lang="en-US" sz="2000" b="0" i="0" u="none" strike="noStrike" dirty="0">
                          <a:solidFill>
                            <a:schemeClr val="bg1"/>
                          </a:solidFill>
                          <a:effectLst/>
                          <a:latin typeface="+mn-lt"/>
                        </a:rPr>
                        <a:t>12</a:t>
                      </a:r>
                    </a:p>
                  </a:txBody>
                  <a:tcPr marL="6350" marR="6350" marT="6350" marB="0"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2258989162"/>
                  </a:ext>
                </a:extLst>
              </a:tr>
              <a:tr h="423720">
                <a:tc>
                  <a:txBody>
                    <a:bodyPr/>
                    <a:lstStyle/>
                    <a:p>
                      <a:pPr algn="ctr"/>
                      <a:r>
                        <a:rPr lang="en-US" sz="1700" cap="none" spc="0" dirty="0">
                          <a:solidFill>
                            <a:schemeClr val="tx1"/>
                          </a:solidFill>
                        </a:rPr>
                        <a:t>R5</a:t>
                      </a:r>
                    </a:p>
                  </a:txBody>
                  <a:tcPr marL="0" marR="114430" marT="57215" marB="57215"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fontAlgn="b">
                        <a:buNone/>
                      </a:pPr>
                      <a:r>
                        <a:rPr lang="en-US" sz="2000" b="0" i="0" u="none" strike="noStrike" dirty="0">
                          <a:solidFill>
                            <a:schemeClr val="tx1"/>
                          </a:solidFill>
                          <a:effectLst/>
                          <a:latin typeface="+mn-lt"/>
                        </a:rPr>
                        <a:t>Data Quality</a:t>
                      </a:r>
                    </a:p>
                  </a:txBody>
                  <a:tcPr marL="6350" marR="6350" marT="6350" marB="0" anchor="ctr">
                    <a:lnL w="12700" cmpd="sng">
                      <a:noFill/>
                      <a:prstDash val="solid"/>
                    </a:lnL>
                    <a:lnR w="12700" cmpd="sng">
                      <a:noFill/>
                      <a:prstDash val="solid"/>
                    </a:lnR>
                    <a:lnT w="12700" cmpd="sng">
                      <a:noFill/>
                      <a:prstDash val="solid"/>
                    </a:lnT>
                    <a:lnB w="9525" cap="flat" cmpd="sng" algn="ctr">
                      <a:solidFill>
                        <a:schemeClr val="accent1"/>
                      </a:solidFill>
                      <a:prstDash val="solid"/>
                      <a:round/>
                      <a:headEnd type="none" w="med" len="med"/>
                      <a:tailEnd type="none" w="med" len="med"/>
                    </a:lnB>
                    <a:noFill/>
                  </a:tcPr>
                </a:tc>
                <a:tc>
                  <a:txBody>
                    <a:bodyPr/>
                    <a:lstStyle/>
                    <a:p>
                      <a:pPr algn="ctr" fontAlgn="b">
                        <a:buNone/>
                      </a:pPr>
                      <a:r>
                        <a:rPr lang="en-US" sz="2000" b="0" i="0" u="none" strike="noStrike" dirty="0">
                          <a:solidFill>
                            <a:schemeClr val="tx1"/>
                          </a:solidFill>
                          <a:effectLst/>
                          <a:latin typeface="+mn-lt"/>
                        </a:rPr>
                        <a:t>3</a:t>
                      </a:r>
                    </a:p>
                  </a:txBody>
                  <a:tcPr marL="6350" marR="6350" marT="6350" marB="0"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fontAlgn="b">
                        <a:buNone/>
                      </a:pPr>
                      <a:r>
                        <a:rPr lang="en-US" sz="2000" b="0" i="0" u="none" strike="noStrike" dirty="0">
                          <a:solidFill>
                            <a:schemeClr val="tx1"/>
                          </a:solidFill>
                          <a:effectLst/>
                          <a:latin typeface="+mn-lt"/>
                        </a:rPr>
                        <a:t>4</a:t>
                      </a:r>
                    </a:p>
                  </a:txBody>
                  <a:tcPr marL="6350" marR="6350" marT="6350" marB="0"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fontAlgn="b">
                        <a:buNone/>
                      </a:pPr>
                      <a:r>
                        <a:rPr lang="en-US" sz="2000" b="0" i="0" u="none" strike="noStrike" dirty="0">
                          <a:solidFill>
                            <a:schemeClr val="tx1"/>
                          </a:solidFill>
                          <a:effectLst/>
                          <a:latin typeface="+mn-lt"/>
                        </a:rPr>
                        <a:t>12</a:t>
                      </a:r>
                    </a:p>
                  </a:txBody>
                  <a:tcPr marL="6350" marR="6350" marT="6350" marB="0"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extLst>
                  <a:ext uri="{0D108BD9-81ED-4DB2-BD59-A6C34878D82A}">
                    <a16:rowId xmlns:a16="http://schemas.microsoft.com/office/drawing/2014/main" val="2416996165"/>
                  </a:ext>
                </a:extLst>
              </a:tr>
              <a:tr h="423720">
                <a:tc>
                  <a:txBody>
                    <a:bodyPr/>
                    <a:lstStyle/>
                    <a:p>
                      <a:pPr algn="ctr"/>
                      <a:r>
                        <a:rPr lang="en-US" sz="1700" cap="none" spc="0" dirty="0">
                          <a:solidFill>
                            <a:srgbClr val="000000"/>
                          </a:solidFill>
                        </a:rPr>
                        <a:t>R6</a:t>
                      </a:r>
                    </a:p>
                  </a:txBody>
                  <a:tcPr marL="64435" marR="114430" marT="57215" marB="57215"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fontAlgn="b">
                        <a:buNone/>
                      </a:pPr>
                      <a:r>
                        <a:rPr lang="en-US" sz="2000" b="0" i="0" u="none" strike="noStrike" dirty="0">
                          <a:solidFill>
                            <a:schemeClr val="bg1"/>
                          </a:solidFill>
                          <a:effectLst/>
                          <a:latin typeface="+mn-lt"/>
                        </a:rPr>
                        <a:t>Bloated Platform </a:t>
                      </a:r>
                    </a:p>
                  </a:txBody>
                  <a:tcPr marL="6350" marR="6350" marT="6350" marB="0" anchor="ctr">
                    <a:lnL w="12700" cmpd="sng">
                      <a:noFill/>
                      <a:prstDash val="solid"/>
                    </a:lnL>
                    <a:lnR w="12700" cmpd="sng">
                      <a:noFill/>
                      <a:prstDash val="solid"/>
                    </a:lnR>
                    <a:lnT w="9525" cap="flat" cmpd="sng" algn="ctr">
                      <a:solidFill>
                        <a:schemeClr val="accent1"/>
                      </a:solidFill>
                      <a:prstDash val="solid"/>
                      <a:round/>
                      <a:headEnd type="none" w="med" len="med"/>
                      <a:tailEnd type="none" w="med" len="med"/>
                    </a:lnT>
                    <a:lnB w="12700" cmpd="sng">
                      <a:noFill/>
                      <a:prstDash val="solid"/>
                    </a:lnB>
                    <a:solidFill>
                      <a:schemeClr val="accent1">
                        <a:lumMod val="20000"/>
                        <a:lumOff val="80000"/>
                      </a:schemeClr>
                    </a:solidFill>
                  </a:tcPr>
                </a:tc>
                <a:tc>
                  <a:txBody>
                    <a:bodyPr/>
                    <a:lstStyle/>
                    <a:p>
                      <a:pPr algn="ctr" fontAlgn="b">
                        <a:buNone/>
                      </a:pPr>
                      <a:r>
                        <a:rPr lang="en-US" sz="2000" b="0" i="0" u="none" strike="noStrike" dirty="0">
                          <a:solidFill>
                            <a:schemeClr val="bg1"/>
                          </a:solidFill>
                          <a:effectLst/>
                          <a:latin typeface="+mn-lt"/>
                        </a:rPr>
                        <a:t>3</a:t>
                      </a:r>
                    </a:p>
                  </a:txBody>
                  <a:tcPr marL="6350" marR="6350" marT="6350" marB="0"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fontAlgn="b">
                        <a:buNone/>
                      </a:pPr>
                      <a:r>
                        <a:rPr lang="en-US" sz="2000" b="0" i="0" u="none" strike="noStrike" dirty="0">
                          <a:solidFill>
                            <a:schemeClr val="bg1"/>
                          </a:solidFill>
                          <a:effectLst/>
                          <a:latin typeface="+mn-lt"/>
                        </a:rPr>
                        <a:t>4</a:t>
                      </a:r>
                    </a:p>
                  </a:txBody>
                  <a:tcPr marL="6350" marR="6350" marT="6350" marB="0"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algn="ctr" fontAlgn="b">
                        <a:buNone/>
                      </a:pPr>
                      <a:r>
                        <a:rPr lang="en-US" sz="2000" b="0" i="0" u="none" strike="noStrike" dirty="0">
                          <a:solidFill>
                            <a:schemeClr val="bg1"/>
                          </a:solidFill>
                          <a:effectLst/>
                          <a:latin typeface="+mn-lt"/>
                        </a:rPr>
                        <a:t>12</a:t>
                      </a:r>
                    </a:p>
                  </a:txBody>
                  <a:tcPr marL="6350" marR="6350" marT="6350" marB="0" anchor="ctr">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509527355"/>
                  </a:ext>
                </a:extLst>
              </a:tr>
              <a:tr h="423720">
                <a:tc>
                  <a:txBody>
                    <a:bodyPr/>
                    <a:lstStyle/>
                    <a:p>
                      <a:pPr algn="ctr"/>
                      <a:r>
                        <a:rPr lang="en-US" sz="1700" cap="none" spc="0" dirty="0">
                          <a:solidFill>
                            <a:schemeClr val="tx1"/>
                          </a:solidFill>
                        </a:rPr>
                        <a:t>R7</a:t>
                      </a:r>
                    </a:p>
                  </a:txBody>
                  <a:tcPr marL="0" marR="114430" marT="57215" marB="57215"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fontAlgn="b">
                        <a:buNone/>
                      </a:pPr>
                      <a:r>
                        <a:rPr lang="en-US" sz="2000" b="0" i="0" u="none" strike="noStrike" dirty="0">
                          <a:solidFill>
                            <a:schemeClr val="tx1"/>
                          </a:solidFill>
                          <a:effectLst/>
                          <a:latin typeface="+mn-lt"/>
                        </a:rPr>
                        <a:t>Developer Burnout</a:t>
                      </a:r>
                    </a:p>
                  </a:txBody>
                  <a:tcPr marL="6350" marR="6350" marT="6350" marB="0" anchor="ctr">
                    <a:lnL w="12700" cmpd="sng">
                      <a:noFill/>
                      <a:prstDash val="solid"/>
                    </a:lnL>
                    <a:lnR w="12700" cmpd="sng">
                      <a:noFill/>
                      <a:prstDash val="solid"/>
                    </a:lnR>
                    <a:lnT w="12700" cmpd="sng">
                      <a:noFill/>
                      <a:prstDash val="solid"/>
                    </a:lnT>
                    <a:lnB w="9525" cap="flat" cmpd="sng" algn="ctr">
                      <a:solidFill>
                        <a:schemeClr val="accent1"/>
                      </a:solidFill>
                      <a:prstDash val="solid"/>
                      <a:round/>
                      <a:headEnd type="none" w="med" len="med"/>
                      <a:tailEnd type="none" w="med" len="med"/>
                    </a:lnB>
                    <a:noFill/>
                  </a:tcPr>
                </a:tc>
                <a:tc>
                  <a:txBody>
                    <a:bodyPr/>
                    <a:lstStyle/>
                    <a:p>
                      <a:pPr algn="ctr" fontAlgn="b">
                        <a:buNone/>
                      </a:pPr>
                      <a:r>
                        <a:rPr lang="en-US" sz="2000" b="0" i="0" u="none" strike="noStrike" dirty="0">
                          <a:solidFill>
                            <a:schemeClr val="tx1"/>
                          </a:solidFill>
                          <a:effectLst/>
                          <a:latin typeface="+mn-lt"/>
                        </a:rPr>
                        <a:t>4</a:t>
                      </a:r>
                    </a:p>
                  </a:txBody>
                  <a:tcPr marL="6350" marR="6350" marT="6350" marB="0"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fontAlgn="b">
                        <a:buNone/>
                      </a:pPr>
                      <a:r>
                        <a:rPr lang="en-US" sz="2000" b="0" i="0" u="none" strike="noStrike">
                          <a:solidFill>
                            <a:schemeClr val="tx1"/>
                          </a:solidFill>
                          <a:effectLst/>
                          <a:latin typeface="+mn-lt"/>
                        </a:rPr>
                        <a:t>3</a:t>
                      </a:r>
                    </a:p>
                  </a:txBody>
                  <a:tcPr marL="6350" marR="6350" marT="6350" marB="0"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tc>
                  <a:txBody>
                    <a:bodyPr/>
                    <a:lstStyle/>
                    <a:p>
                      <a:pPr algn="ctr" fontAlgn="b">
                        <a:buNone/>
                      </a:pPr>
                      <a:r>
                        <a:rPr lang="en-US" sz="2000" b="0" i="0" u="none" strike="noStrike">
                          <a:solidFill>
                            <a:schemeClr val="tx1"/>
                          </a:solidFill>
                          <a:effectLst/>
                          <a:latin typeface="+mn-lt"/>
                        </a:rPr>
                        <a:t>12</a:t>
                      </a:r>
                    </a:p>
                  </a:txBody>
                  <a:tcPr marL="6350" marR="6350" marT="6350" marB="0" anchor="ctr">
                    <a:lnL w="12700" cmpd="sng">
                      <a:noFill/>
                      <a:prstDash val="solid"/>
                    </a:lnL>
                    <a:lnR w="12700" cmpd="sng">
                      <a:noFill/>
                      <a:prstDash val="solid"/>
                    </a:lnR>
                    <a:lnT w="12700" cmpd="sng">
                      <a:noFill/>
                      <a:prstDash val="solid"/>
                    </a:lnT>
                    <a:lnB w="9525" cap="flat" cmpd="sng" algn="ctr">
                      <a:solidFill>
                        <a:schemeClr val="accent1"/>
                      </a:solidFill>
                      <a:prstDash val="solid"/>
                    </a:lnB>
                    <a:noFill/>
                  </a:tcPr>
                </a:tc>
                <a:extLst>
                  <a:ext uri="{0D108BD9-81ED-4DB2-BD59-A6C34878D82A}">
                    <a16:rowId xmlns:a16="http://schemas.microsoft.com/office/drawing/2014/main" val="77889990"/>
                  </a:ext>
                </a:extLst>
              </a:tr>
              <a:tr h="423720">
                <a:tc>
                  <a:txBody>
                    <a:bodyPr/>
                    <a:lstStyle/>
                    <a:p>
                      <a:pPr algn="ctr"/>
                      <a:r>
                        <a:rPr lang="en-US" sz="1700" cap="none" spc="0" dirty="0">
                          <a:solidFill>
                            <a:srgbClr val="000000"/>
                          </a:solidFill>
                        </a:rPr>
                        <a:t>R8</a:t>
                      </a:r>
                    </a:p>
                  </a:txBody>
                  <a:tcPr marL="64435" marR="114430" marT="57215" marB="57215" anchor="ctr">
                    <a:lnL w="12700" cmpd="sng">
                      <a:noFill/>
                      <a:prstDash val="solid"/>
                    </a:lnL>
                    <a:lnR w="12700" cmpd="sng">
                      <a:noFill/>
                      <a:prstDash val="solid"/>
                    </a:lnR>
                    <a:lnT w="9525" cap="flat" cmpd="sng" algn="ctr">
                      <a:solidFill>
                        <a:schemeClr val="accent1"/>
                      </a:solidFill>
                      <a:prstDash val="solid"/>
                    </a:lnT>
                    <a:lnB w="9525"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b">
                        <a:buNone/>
                      </a:pPr>
                      <a:r>
                        <a:rPr lang="en-US" sz="2000" b="0" i="0" u="none" strike="noStrike" dirty="0">
                          <a:solidFill>
                            <a:schemeClr val="bg1"/>
                          </a:solidFill>
                          <a:effectLst/>
                          <a:latin typeface="+mn-lt"/>
                        </a:rPr>
                        <a:t>Security Vulnerabilities</a:t>
                      </a:r>
                    </a:p>
                  </a:txBody>
                  <a:tcPr marL="6350" marR="6350" marT="6350" marB="0" anchor="ctr">
                    <a:lnL w="12700" cmpd="sng">
                      <a:noFill/>
                      <a:prstDash val="solid"/>
                    </a:lnL>
                    <a:lnR w="12700" cmpd="sng">
                      <a:noFill/>
                      <a:prstDash val="soli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b">
                        <a:buNone/>
                      </a:pPr>
                      <a:r>
                        <a:rPr lang="en-US" sz="2000" b="0" i="0" u="none" strike="noStrike" dirty="0">
                          <a:solidFill>
                            <a:schemeClr val="bg1"/>
                          </a:solidFill>
                          <a:effectLst/>
                          <a:latin typeface="+mn-lt"/>
                        </a:rPr>
                        <a:t>2</a:t>
                      </a:r>
                    </a:p>
                  </a:txBody>
                  <a:tcPr marL="6350" marR="6350" marT="6350" marB="0" anchor="ctr">
                    <a:lnL w="12700" cmpd="sng">
                      <a:noFill/>
                      <a:prstDash val="solid"/>
                    </a:lnL>
                    <a:lnR w="12700" cmpd="sng">
                      <a:noFill/>
                      <a:prstDash val="solid"/>
                    </a:lnR>
                    <a:lnT w="9525" cap="flat" cmpd="sng" algn="ctr">
                      <a:solidFill>
                        <a:schemeClr val="accent1"/>
                      </a:solidFill>
                      <a:prstDash val="solid"/>
                    </a:lnT>
                    <a:lnB w="9525"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b">
                        <a:buNone/>
                      </a:pPr>
                      <a:r>
                        <a:rPr lang="en-US" sz="2000" b="0" i="0" u="none" strike="noStrike" dirty="0">
                          <a:solidFill>
                            <a:schemeClr val="bg1"/>
                          </a:solidFill>
                          <a:effectLst/>
                          <a:latin typeface="+mn-lt"/>
                        </a:rPr>
                        <a:t>5</a:t>
                      </a:r>
                    </a:p>
                  </a:txBody>
                  <a:tcPr marL="6350" marR="6350" marT="6350" marB="0" anchor="ctr">
                    <a:lnL w="12700" cmpd="sng">
                      <a:noFill/>
                      <a:prstDash val="solid"/>
                    </a:lnL>
                    <a:lnR w="12700" cmpd="sng">
                      <a:noFill/>
                      <a:prstDash val="solid"/>
                    </a:lnR>
                    <a:lnT w="9525" cap="flat" cmpd="sng" algn="ctr">
                      <a:solidFill>
                        <a:schemeClr val="accent1"/>
                      </a:solidFill>
                      <a:prstDash val="solid"/>
                    </a:lnT>
                    <a:lnB w="9525"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b">
                        <a:buNone/>
                      </a:pPr>
                      <a:r>
                        <a:rPr lang="en-US" sz="2000" b="0" i="0" u="none" strike="noStrike" dirty="0">
                          <a:solidFill>
                            <a:schemeClr val="bg1"/>
                          </a:solidFill>
                          <a:effectLst/>
                          <a:latin typeface="+mn-lt"/>
                        </a:rPr>
                        <a:t>10</a:t>
                      </a:r>
                    </a:p>
                  </a:txBody>
                  <a:tcPr marL="6350" marR="6350" marT="6350" marB="0" anchor="ctr">
                    <a:lnL w="12700" cmpd="sng">
                      <a:noFill/>
                      <a:prstDash val="solid"/>
                    </a:lnL>
                    <a:lnR w="12700" cmpd="sng">
                      <a:noFill/>
                      <a:prstDash val="solid"/>
                    </a:lnR>
                    <a:lnT w="9525" cap="flat" cmpd="sng" algn="ctr">
                      <a:solidFill>
                        <a:schemeClr val="accent1"/>
                      </a:solidFill>
                      <a:prstDash val="solid"/>
                    </a:lnT>
                    <a:lnB w="9525" cap="flat" cmpd="sng" algn="ctr">
                      <a:solidFill>
                        <a:schemeClr val="accent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106231767"/>
                  </a:ext>
                </a:extLst>
              </a:tr>
              <a:tr h="423720">
                <a:tc>
                  <a:txBody>
                    <a:bodyPr/>
                    <a:lstStyle/>
                    <a:p>
                      <a:pPr algn="ctr"/>
                      <a:r>
                        <a:rPr lang="en-US" sz="1700" cap="none" spc="0" dirty="0">
                          <a:solidFill>
                            <a:schemeClr val="tx1"/>
                          </a:solidFill>
                        </a:rPr>
                        <a:t>R9</a:t>
                      </a:r>
                    </a:p>
                  </a:txBody>
                  <a:tcPr marL="64435" marR="114430" marT="57215" marB="57215" anchor="ctr">
                    <a:lnL w="12700" cmpd="sng">
                      <a:noFill/>
                      <a:prstDash val="solid"/>
                    </a:lnL>
                    <a:lnR w="12700" cmpd="sng">
                      <a:noFill/>
                      <a:prstDash val="solid"/>
                    </a:lnR>
                    <a:lnT w="9525" cap="flat" cmpd="sng" algn="ctr">
                      <a:solidFill>
                        <a:schemeClr val="accent1"/>
                      </a:solidFill>
                      <a:prstDash val="solid"/>
                    </a:lnT>
                    <a:lnB w="9525" cap="flat" cmpd="sng" algn="ctr">
                      <a:solidFill>
                        <a:schemeClr val="accent1"/>
                      </a:solidFill>
                      <a:prstDash val="solid"/>
                      <a:round/>
                      <a:headEnd type="none" w="med" len="med"/>
                      <a:tailEnd type="none" w="med" len="med"/>
                    </a:lnB>
                    <a:noFill/>
                  </a:tcPr>
                </a:tc>
                <a:tc>
                  <a:txBody>
                    <a:bodyPr/>
                    <a:lstStyle/>
                    <a:p>
                      <a:pPr algn="ctr" fontAlgn="b">
                        <a:buNone/>
                      </a:pPr>
                      <a:r>
                        <a:rPr lang="en-US" sz="2000" b="0" i="0" u="none" strike="noStrike">
                          <a:solidFill>
                            <a:schemeClr val="tx1"/>
                          </a:solidFill>
                          <a:effectLst/>
                          <a:latin typeface="+mn-lt"/>
                        </a:rPr>
                        <a:t>Model Drift</a:t>
                      </a:r>
                    </a:p>
                  </a:txBody>
                  <a:tcPr marL="6350" marR="6350" marT="6350" marB="0" anchor="ctr">
                    <a:lnL w="12700" cmpd="sng">
                      <a:noFill/>
                      <a:prstDash val="solid"/>
                    </a:lnL>
                    <a:lnR w="12700" cmpd="sng">
                      <a:noFill/>
                      <a:prstDash val="soli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noFill/>
                  </a:tcPr>
                </a:tc>
                <a:tc>
                  <a:txBody>
                    <a:bodyPr/>
                    <a:lstStyle/>
                    <a:p>
                      <a:pPr algn="ctr" fontAlgn="b">
                        <a:buNone/>
                      </a:pPr>
                      <a:r>
                        <a:rPr lang="en-US" sz="2000" b="0" i="0" u="none" strike="noStrike" dirty="0">
                          <a:solidFill>
                            <a:schemeClr val="tx1"/>
                          </a:solidFill>
                          <a:effectLst/>
                          <a:latin typeface="+mn-lt"/>
                        </a:rPr>
                        <a:t>3</a:t>
                      </a:r>
                    </a:p>
                  </a:txBody>
                  <a:tcPr marL="6350" marR="6350" marT="6350" marB="0" anchor="ctr">
                    <a:lnL w="12700" cmpd="sng">
                      <a:noFill/>
                      <a:prstDash val="solid"/>
                    </a:lnL>
                    <a:lnR w="12700" cmpd="sng">
                      <a:noFill/>
                      <a:prstDash val="solid"/>
                    </a:lnR>
                    <a:lnT w="9525" cap="flat" cmpd="sng" algn="ctr">
                      <a:solidFill>
                        <a:schemeClr val="accent1"/>
                      </a:solidFill>
                      <a:prstDash val="solid"/>
                    </a:lnT>
                    <a:lnB w="9525" cap="flat" cmpd="sng" algn="ctr">
                      <a:solidFill>
                        <a:schemeClr val="accent1"/>
                      </a:solidFill>
                      <a:prstDash val="solid"/>
                      <a:round/>
                      <a:headEnd type="none" w="med" len="med"/>
                      <a:tailEnd type="none" w="med" len="med"/>
                    </a:lnB>
                    <a:noFill/>
                  </a:tcPr>
                </a:tc>
                <a:tc>
                  <a:txBody>
                    <a:bodyPr/>
                    <a:lstStyle/>
                    <a:p>
                      <a:pPr algn="ctr" fontAlgn="b">
                        <a:buNone/>
                      </a:pPr>
                      <a:r>
                        <a:rPr lang="en-US" sz="2000" b="0" i="0" u="none" strike="noStrike" dirty="0">
                          <a:solidFill>
                            <a:schemeClr val="tx1"/>
                          </a:solidFill>
                          <a:effectLst/>
                          <a:latin typeface="+mn-lt"/>
                        </a:rPr>
                        <a:t>3</a:t>
                      </a:r>
                    </a:p>
                  </a:txBody>
                  <a:tcPr marL="6350" marR="6350" marT="6350" marB="0" anchor="ctr">
                    <a:lnL w="12700" cmpd="sng">
                      <a:noFill/>
                      <a:prstDash val="solid"/>
                    </a:lnL>
                    <a:lnR w="12700" cmpd="sng">
                      <a:noFill/>
                      <a:prstDash val="solid"/>
                    </a:lnR>
                    <a:lnT w="9525" cap="flat" cmpd="sng" algn="ctr">
                      <a:solidFill>
                        <a:schemeClr val="accent1"/>
                      </a:solidFill>
                      <a:prstDash val="solid"/>
                    </a:lnT>
                    <a:lnB w="9525" cap="flat" cmpd="sng" algn="ctr">
                      <a:solidFill>
                        <a:schemeClr val="accent1"/>
                      </a:solidFill>
                      <a:prstDash val="solid"/>
                      <a:round/>
                      <a:headEnd type="none" w="med" len="med"/>
                      <a:tailEnd type="none" w="med" len="med"/>
                    </a:lnB>
                    <a:noFill/>
                  </a:tcPr>
                </a:tc>
                <a:tc>
                  <a:txBody>
                    <a:bodyPr/>
                    <a:lstStyle/>
                    <a:p>
                      <a:pPr algn="ctr" fontAlgn="b">
                        <a:buNone/>
                      </a:pPr>
                      <a:r>
                        <a:rPr lang="en-US" sz="2000" b="0" i="0" u="none" strike="noStrike">
                          <a:solidFill>
                            <a:schemeClr val="tx1"/>
                          </a:solidFill>
                          <a:effectLst/>
                          <a:latin typeface="+mn-lt"/>
                        </a:rPr>
                        <a:t>9</a:t>
                      </a:r>
                    </a:p>
                  </a:txBody>
                  <a:tcPr marL="6350" marR="6350" marT="6350" marB="0" anchor="ctr">
                    <a:lnL w="12700" cmpd="sng">
                      <a:noFill/>
                      <a:prstDash val="solid"/>
                    </a:lnL>
                    <a:lnR w="12700" cmpd="sng">
                      <a:noFill/>
                      <a:prstDash val="solid"/>
                    </a:lnR>
                    <a:lnT w="9525" cap="flat" cmpd="sng" algn="ctr">
                      <a:solidFill>
                        <a:schemeClr val="accent1"/>
                      </a:solidFill>
                      <a:prstDash val="solid"/>
                    </a:lnT>
                    <a:lnB w="9525"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421670663"/>
                  </a:ext>
                </a:extLst>
              </a:tr>
              <a:tr h="423720">
                <a:tc>
                  <a:txBody>
                    <a:bodyPr/>
                    <a:lstStyle/>
                    <a:p>
                      <a:pPr algn="ctr"/>
                      <a:r>
                        <a:rPr lang="en-US" sz="1700" cap="none" spc="0" dirty="0">
                          <a:solidFill>
                            <a:srgbClr val="000000"/>
                          </a:solidFill>
                        </a:rPr>
                        <a:t>R10</a:t>
                      </a:r>
                    </a:p>
                  </a:txBody>
                  <a:tcPr marL="64435" marR="114430" marT="57215" marB="57215" anchor="ctr">
                    <a:lnL w="12700" cmpd="sng">
                      <a:noFill/>
                      <a:prstDash val="solid"/>
                    </a:lnL>
                    <a:lnR w="12700" cmpd="sng">
                      <a:noFill/>
                      <a:prstDash val="solid"/>
                    </a:lnR>
                    <a:lnT w="9525" cap="flat" cmpd="sng" algn="ctr">
                      <a:solidFill>
                        <a:schemeClr val="accent1"/>
                      </a:solidFill>
                      <a:prstDash val="solid"/>
                    </a:lnT>
                    <a:lnB w="9525"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b">
                        <a:buNone/>
                      </a:pPr>
                      <a:r>
                        <a:rPr lang="en-US" sz="2000" b="0" i="0" u="none" strike="noStrike" dirty="0">
                          <a:solidFill>
                            <a:schemeClr val="bg1"/>
                          </a:solidFill>
                          <a:effectLst/>
                          <a:latin typeface="+mn-lt"/>
                        </a:rPr>
                        <a:t>Over Budget</a:t>
                      </a:r>
                    </a:p>
                  </a:txBody>
                  <a:tcPr marL="6350" marR="6350" marT="6350" marB="0" anchor="ctr">
                    <a:lnL w="12700" cmpd="sng">
                      <a:noFill/>
                      <a:prstDash val="solid"/>
                    </a:lnL>
                    <a:lnR w="12700" cmpd="sng">
                      <a:noFill/>
                      <a:prstDash val="soli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b">
                        <a:buNone/>
                      </a:pPr>
                      <a:r>
                        <a:rPr lang="en-US" sz="2000" b="0" i="0" u="none" strike="noStrike" dirty="0">
                          <a:solidFill>
                            <a:schemeClr val="bg1"/>
                          </a:solidFill>
                          <a:effectLst/>
                          <a:latin typeface="+mn-lt"/>
                        </a:rPr>
                        <a:t>4</a:t>
                      </a:r>
                    </a:p>
                  </a:txBody>
                  <a:tcPr marL="6350" marR="6350" marT="6350" marB="0" anchor="ctr">
                    <a:lnL w="12700" cmpd="sng">
                      <a:noFill/>
                      <a:prstDash val="solid"/>
                    </a:lnL>
                    <a:lnR w="12700" cmpd="sng">
                      <a:noFill/>
                      <a:prstDash val="solid"/>
                    </a:lnR>
                    <a:lnT w="9525" cap="flat" cmpd="sng" algn="ctr">
                      <a:solidFill>
                        <a:schemeClr val="accent1"/>
                      </a:solidFill>
                      <a:prstDash val="solid"/>
                    </a:lnT>
                    <a:lnB w="9525"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b">
                        <a:buNone/>
                      </a:pPr>
                      <a:r>
                        <a:rPr lang="en-US" sz="2000" b="0" i="0" u="none" strike="noStrike" dirty="0">
                          <a:solidFill>
                            <a:schemeClr val="bg1"/>
                          </a:solidFill>
                          <a:effectLst/>
                          <a:latin typeface="+mn-lt"/>
                        </a:rPr>
                        <a:t>2</a:t>
                      </a:r>
                    </a:p>
                  </a:txBody>
                  <a:tcPr marL="6350" marR="6350" marT="6350" marB="0" anchor="ctr">
                    <a:lnL w="12700" cmpd="sng">
                      <a:noFill/>
                      <a:prstDash val="solid"/>
                    </a:lnL>
                    <a:lnR w="12700" cmpd="sng">
                      <a:noFill/>
                      <a:prstDash val="solid"/>
                    </a:lnR>
                    <a:lnT w="9525" cap="flat" cmpd="sng" algn="ctr">
                      <a:solidFill>
                        <a:schemeClr val="accent1"/>
                      </a:solidFill>
                      <a:prstDash val="solid"/>
                    </a:lnT>
                    <a:lnB w="9525"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b">
                        <a:buNone/>
                      </a:pPr>
                      <a:r>
                        <a:rPr lang="en-US" sz="2000" b="0" i="0" u="none" strike="noStrike" dirty="0">
                          <a:solidFill>
                            <a:schemeClr val="bg1"/>
                          </a:solidFill>
                          <a:effectLst/>
                          <a:latin typeface="+mn-lt"/>
                        </a:rPr>
                        <a:t>8</a:t>
                      </a:r>
                    </a:p>
                  </a:txBody>
                  <a:tcPr marL="6350" marR="6350" marT="6350" marB="0" anchor="ctr">
                    <a:lnL w="12700" cmpd="sng">
                      <a:noFill/>
                      <a:prstDash val="solid"/>
                    </a:lnL>
                    <a:lnR w="12700" cmpd="sng">
                      <a:noFill/>
                      <a:prstDash val="solid"/>
                    </a:lnR>
                    <a:lnT w="9525" cap="flat" cmpd="sng" algn="ctr">
                      <a:solidFill>
                        <a:schemeClr val="accent1"/>
                      </a:solidFill>
                      <a:prstDash val="solid"/>
                    </a:lnT>
                    <a:lnB w="9525" cap="flat" cmpd="sng" algn="ctr">
                      <a:solidFill>
                        <a:schemeClr val="accent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91085818"/>
                  </a:ext>
                </a:extLst>
              </a:tr>
              <a:tr h="423720">
                <a:tc>
                  <a:txBody>
                    <a:bodyPr/>
                    <a:lstStyle/>
                    <a:p>
                      <a:pPr algn="ctr"/>
                      <a:r>
                        <a:rPr lang="en-US" sz="1700" cap="none" spc="0" dirty="0">
                          <a:solidFill>
                            <a:schemeClr val="tx1"/>
                          </a:solidFill>
                        </a:rPr>
                        <a:t>R11</a:t>
                      </a:r>
                    </a:p>
                  </a:txBody>
                  <a:tcPr marL="64435" marR="114430" marT="57215" marB="57215" anchor="ctr">
                    <a:lnL w="12700" cmpd="sng">
                      <a:noFill/>
                      <a:prstDash val="solid"/>
                    </a:lnL>
                    <a:lnR w="12700" cmpd="sng">
                      <a:noFill/>
                      <a:prstDash val="solid"/>
                    </a:lnR>
                    <a:lnT w="9525" cap="flat" cmpd="sng" algn="ctr">
                      <a:solidFill>
                        <a:schemeClr val="accent1"/>
                      </a:solidFill>
                      <a:prstDash val="solid"/>
                    </a:lnT>
                    <a:lnB w="12700" cmpd="sng">
                      <a:noFill/>
                      <a:prstDash val="solid"/>
                    </a:lnB>
                    <a:noFill/>
                  </a:tcPr>
                </a:tc>
                <a:tc>
                  <a:txBody>
                    <a:bodyPr/>
                    <a:lstStyle/>
                    <a:p>
                      <a:pPr algn="ctr" fontAlgn="b">
                        <a:buNone/>
                      </a:pPr>
                      <a:r>
                        <a:rPr lang="en-US" sz="2000" b="0" i="0" u="none" strike="noStrike" dirty="0">
                          <a:solidFill>
                            <a:schemeClr val="tx1"/>
                          </a:solidFill>
                          <a:effectLst/>
                          <a:latin typeface="+mn-lt"/>
                        </a:rPr>
                        <a:t>Stakeholder Confusion</a:t>
                      </a:r>
                    </a:p>
                  </a:txBody>
                  <a:tcPr marL="6350" marR="6350" marT="6350" marB="0" anchor="ctr">
                    <a:lnL w="12700" cmpd="sng">
                      <a:noFill/>
                      <a:prstDash val="solid"/>
                    </a:lnL>
                    <a:lnR w="12700" cmpd="sng">
                      <a:noFill/>
                      <a:prstDash val="solid"/>
                    </a:lnR>
                    <a:lnT w="9525" cap="flat" cmpd="sng" algn="ctr">
                      <a:solidFill>
                        <a:schemeClr val="accent1"/>
                      </a:solidFill>
                      <a:prstDash val="solid"/>
                      <a:round/>
                      <a:headEnd type="none" w="med" len="med"/>
                      <a:tailEnd type="none" w="med" len="med"/>
                    </a:lnT>
                    <a:lnB w="12700" cmpd="sng">
                      <a:noFill/>
                      <a:prstDash val="solid"/>
                    </a:lnB>
                    <a:noFill/>
                  </a:tcPr>
                </a:tc>
                <a:tc>
                  <a:txBody>
                    <a:bodyPr/>
                    <a:lstStyle/>
                    <a:p>
                      <a:pPr algn="ctr" fontAlgn="b">
                        <a:buNone/>
                      </a:pPr>
                      <a:r>
                        <a:rPr lang="en-US" sz="2000" b="0" i="0" u="none" strike="noStrike" dirty="0">
                          <a:solidFill>
                            <a:schemeClr val="tx1"/>
                          </a:solidFill>
                          <a:effectLst/>
                          <a:latin typeface="+mn-lt"/>
                        </a:rPr>
                        <a:t>2</a:t>
                      </a:r>
                    </a:p>
                  </a:txBody>
                  <a:tcPr marL="6350" marR="6350" marT="6350" marB="0" anchor="ctr">
                    <a:lnL w="12700" cmpd="sng">
                      <a:noFill/>
                      <a:prstDash val="solid"/>
                    </a:lnL>
                    <a:lnR w="12700" cmpd="sng">
                      <a:noFill/>
                      <a:prstDash val="solid"/>
                    </a:lnR>
                    <a:lnT w="9525" cap="flat" cmpd="sng" algn="ctr">
                      <a:solidFill>
                        <a:schemeClr val="accent1"/>
                      </a:solidFill>
                      <a:prstDash val="solid"/>
                    </a:lnT>
                    <a:lnB w="12700" cmpd="sng">
                      <a:noFill/>
                      <a:prstDash val="solid"/>
                    </a:lnB>
                    <a:noFill/>
                  </a:tcPr>
                </a:tc>
                <a:tc>
                  <a:txBody>
                    <a:bodyPr/>
                    <a:lstStyle/>
                    <a:p>
                      <a:pPr algn="ctr" fontAlgn="b">
                        <a:buNone/>
                      </a:pPr>
                      <a:r>
                        <a:rPr lang="en-US" sz="2000" b="0" i="0" u="none" strike="noStrike" dirty="0">
                          <a:solidFill>
                            <a:schemeClr val="tx1"/>
                          </a:solidFill>
                          <a:effectLst/>
                          <a:latin typeface="+mn-lt"/>
                        </a:rPr>
                        <a:t>3</a:t>
                      </a:r>
                    </a:p>
                  </a:txBody>
                  <a:tcPr marL="6350" marR="6350" marT="6350" marB="0" anchor="ctr">
                    <a:lnL w="12700" cmpd="sng">
                      <a:noFill/>
                      <a:prstDash val="solid"/>
                    </a:lnL>
                    <a:lnR w="12700" cmpd="sng">
                      <a:noFill/>
                      <a:prstDash val="solid"/>
                    </a:lnR>
                    <a:lnT w="9525" cap="flat" cmpd="sng" algn="ctr">
                      <a:solidFill>
                        <a:schemeClr val="accent1"/>
                      </a:solidFill>
                      <a:prstDash val="solid"/>
                    </a:lnT>
                    <a:lnB w="12700" cmpd="sng">
                      <a:noFill/>
                      <a:prstDash val="solid"/>
                    </a:lnB>
                    <a:noFill/>
                  </a:tcPr>
                </a:tc>
                <a:tc>
                  <a:txBody>
                    <a:bodyPr/>
                    <a:lstStyle/>
                    <a:p>
                      <a:pPr algn="ctr" fontAlgn="b">
                        <a:buNone/>
                      </a:pPr>
                      <a:r>
                        <a:rPr lang="en-US" sz="2000" b="0" i="0" u="none" strike="noStrike" dirty="0">
                          <a:solidFill>
                            <a:schemeClr val="tx1"/>
                          </a:solidFill>
                          <a:effectLst/>
                          <a:latin typeface="+mn-lt"/>
                        </a:rPr>
                        <a:t>6</a:t>
                      </a:r>
                    </a:p>
                  </a:txBody>
                  <a:tcPr marL="6350" marR="6350" marT="6350" marB="0" anchor="ctr">
                    <a:lnL w="12700" cmpd="sng">
                      <a:noFill/>
                      <a:prstDash val="solid"/>
                    </a:lnL>
                    <a:lnR w="12700" cmpd="sng">
                      <a:noFill/>
                      <a:prstDash val="solid"/>
                    </a:lnR>
                    <a:lnT w="9525" cap="flat" cmpd="sng" algn="ctr">
                      <a:solidFill>
                        <a:schemeClr val="accent1"/>
                      </a:solidFill>
                      <a:prstDash val="solid"/>
                    </a:lnT>
                    <a:lnB w="12700" cmpd="sng">
                      <a:noFill/>
                      <a:prstDash val="solid"/>
                    </a:lnB>
                    <a:noFill/>
                  </a:tcPr>
                </a:tc>
                <a:extLst>
                  <a:ext uri="{0D108BD9-81ED-4DB2-BD59-A6C34878D82A}">
                    <a16:rowId xmlns:a16="http://schemas.microsoft.com/office/drawing/2014/main" val="3256600826"/>
                  </a:ext>
                </a:extLst>
              </a:tr>
            </a:tbl>
          </a:graphicData>
        </a:graphic>
      </p:graphicFrame>
    </p:spTree>
    <p:extLst>
      <p:ext uri="{BB962C8B-B14F-4D97-AF65-F5344CB8AC3E}">
        <p14:creationId xmlns:p14="http://schemas.microsoft.com/office/powerpoint/2010/main" val="17244120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8FF2AB-AA8A-63B4-81F6-04F8D8C03BB7}"/>
              </a:ext>
            </a:extLst>
          </p:cNvPr>
          <p:cNvSpPr>
            <a:spLocks noGrp="1"/>
          </p:cNvSpPr>
          <p:nvPr>
            <p:ph type="title"/>
          </p:nvPr>
        </p:nvSpPr>
        <p:spPr>
          <a:xfrm>
            <a:off x="1008184" y="174032"/>
            <a:ext cx="10175631" cy="1111843"/>
          </a:xfrm>
        </p:spPr>
        <p:txBody>
          <a:bodyPr anchor="ctr">
            <a:normAutofit/>
          </a:bodyPr>
          <a:lstStyle/>
          <a:p>
            <a:pPr algn="ctr"/>
            <a:r>
              <a:rPr lang="en-US" sz="4000"/>
              <a:t>Probability-Impact Matrix</a:t>
            </a:r>
          </a:p>
        </p:txBody>
      </p:sp>
      <p:sp>
        <p:nvSpPr>
          <p:cNvPr id="3" name="Content Placeholder 2">
            <a:extLst>
              <a:ext uri="{FF2B5EF4-FFF2-40B4-BE49-F238E27FC236}">
                <a16:creationId xmlns:a16="http://schemas.microsoft.com/office/drawing/2014/main" id="{406312C1-B75F-71B6-E9F9-744C8192CE12}"/>
              </a:ext>
            </a:extLst>
          </p:cNvPr>
          <p:cNvSpPr>
            <a:spLocks noGrp="1"/>
          </p:cNvSpPr>
          <p:nvPr>
            <p:ph idx="1"/>
          </p:nvPr>
        </p:nvSpPr>
        <p:spPr>
          <a:xfrm>
            <a:off x="0" y="1285875"/>
            <a:ext cx="12188952" cy="941936"/>
          </a:xfrm>
        </p:spPr>
        <p:txBody>
          <a:bodyPr anchor="ctr">
            <a:normAutofit fontScale="92500" lnSpcReduction="10000"/>
          </a:bodyPr>
          <a:lstStyle/>
          <a:p>
            <a:pPr algn="ctr"/>
            <a:r>
              <a:rPr lang="en-US" sz="2000" dirty="0"/>
              <a:t>R1 - Data Privacy has the highest risk.</a:t>
            </a:r>
          </a:p>
          <a:p>
            <a:pPr algn="ctr" fontAlgn="ctr"/>
            <a:r>
              <a:rPr lang="en-US" sz="2000" dirty="0"/>
              <a:t>R2 - Algorithm Behavior, R3 - Integration Complexity ,R4 - Scope Creep, R5 - Data Quality, R6 - Bloated Platform, R7 – Developer Burnout are also high.</a:t>
            </a:r>
          </a:p>
        </p:txBody>
      </p:sp>
      <p:graphicFrame>
        <p:nvGraphicFramePr>
          <p:cNvPr id="4" name="Table 3">
            <a:extLst>
              <a:ext uri="{FF2B5EF4-FFF2-40B4-BE49-F238E27FC236}">
                <a16:creationId xmlns:a16="http://schemas.microsoft.com/office/drawing/2014/main" id="{6BB419A4-D211-6334-91E6-6180BA8F60AD}"/>
              </a:ext>
            </a:extLst>
          </p:cNvPr>
          <p:cNvGraphicFramePr>
            <a:graphicFrameLocks noGrp="1"/>
          </p:cNvGraphicFramePr>
          <p:nvPr>
            <p:extLst>
              <p:ext uri="{D42A27DB-BD31-4B8C-83A1-F6EECF244321}">
                <p14:modId xmlns:p14="http://schemas.microsoft.com/office/powerpoint/2010/main" val="768827096"/>
              </p:ext>
            </p:extLst>
          </p:nvPr>
        </p:nvGraphicFramePr>
        <p:xfrm>
          <a:off x="917696" y="2405149"/>
          <a:ext cx="10350513" cy="3899394"/>
        </p:xfrm>
        <a:graphic>
          <a:graphicData uri="http://schemas.openxmlformats.org/drawingml/2006/table">
            <a:tbl>
              <a:tblPr firstRow="1" bandRow="1">
                <a:tableStyleId>{5C22544A-7EE6-4342-B048-85BDC9FD1C3A}</a:tableStyleId>
              </a:tblPr>
              <a:tblGrid>
                <a:gridCol w="1944461">
                  <a:extLst>
                    <a:ext uri="{9D8B030D-6E8A-4147-A177-3AD203B41FA5}">
                      <a16:colId xmlns:a16="http://schemas.microsoft.com/office/drawing/2014/main" val="1937752833"/>
                    </a:ext>
                  </a:extLst>
                </a:gridCol>
                <a:gridCol w="2127108">
                  <a:extLst>
                    <a:ext uri="{9D8B030D-6E8A-4147-A177-3AD203B41FA5}">
                      <a16:colId xmlns:a16="http://schemas.microsoft.com/office/drawing/2014/main" val="1417765724"/>
                    </a:ext>
                  </a:extLst>
                </a:gridCol>
                <a:gridCol w="1422327">
                  <a:extLst>
                    <a:ext uri="{9D8B030D-6E8A-4147-A177-3AD203B41FA5}">
                      <a16:colId xmlns:a16="http://schemas.microsoft.com/office/drawing/2014/main" val="3440256109"/>
                    </a:ext>
                  </a:extLst>
                </a:gridCol>
                <a:gridCol w="1944461">
                  <a:extLst>
                    <a:ext uri="{9D8B030D-6E8A-4147-A177-3AD203B41FA5}">
                      <a16:colId xmlns:a16="http://schemas.microsoft.com/office/drawing/2014/main" val="3877968956"/>
                    </a:ext>
                  </a:extLst>
                </a:gridCol>
                <a:gridCol w="1489829">
                  <a:extLst>
                    <a:ext uri="{9D8B030D-6E8A-4147-A177-3AD203B41FA5}">
                      <a16:colId xmlns:a16="http://schemas.microsoft.com/office/drawing/2014/main" val="3818140426"/>
                    </a:ext>
                  </a:extLst>
                </a:gridCol>
                <a:gridCol w="1422327">
                  <a:extLst>
                    <a:ext uri="{9D8B030D-6E8A-4147-A177-3AD203B41FA5}">
                      <a16:colId xmlns:a16="http://schemas.microsoft.com/office/drawing/2014/main" val="3449086191"/>
                    </a:ext>
                  </a:extLst>
                </a:gridCol>
              </a:tblGrid>
              <a:tr h="891311">
                <a:tc>
                  <a:txBody>
                    <a:bodyPr/>
                    <a:lstStyle/>
                    <a:p>
                      <a:pPr algn="ctr"/>
                      <a:r>
                        <a:rPr lang="en-US" sz="2400"/>
                        <a:t>Impact / Probability</a:t>
                      </a:r>
                    </a:p>
                  </a:txBody>
                  <a:tcPr marL="121333" marR="121333" marT="60667" marB="60667" anchor="ctr"/>
                </a:tc>
                <a:tc>
                  <a:txBody>
                    <a:bodyPr/>
                    <a:lstStyle/>
                    <a:p>
                      <a:pPr algn="ctr"/>
                      <a:r>
                        <a:rPr lang="en-US" sz="2400"/>
                        <a:t>1 (Very Low)</a:t>
                      </a:r>
                    </a:p>
                  </a:txBody>
                  <a:tcPr marL="121333" marR="121333" marT="60667" marB="60667" anchor="ctr"/>
                </a:tc>
                <a:tc>
                  <a:txBody>
                    <a:bodyPr/>
                    <a:lstStyle/>
                    <a:p>
                      <a:pPr algn="ctr"/>
                      <a:r>
                        <a:rPr lang="en-US" sz="2400"/>
                        <a:t>2 (Low)</a:t>
                      </a:r>
                    </a:p>
                  </a:txBody>
                  <a:tcPr marL="121333" marR="121333" marT="60667" marB="60667" anchor="ctr"/>
                </a:tc>
                <a:tc>
                  <a:txBody>
                    <a:bodyPr/>
                    <a:lstStyle/>
                    <a:p>
                      <a:pPr algn="ctr"/>
                      <a:r>
                        <a:rPr lang="en-US" sz="2400"/>
                        <a:t>3 (Medium)</a:t>
                      </a:r>
                    </a:p>
                  </a:txBody>
                  <a:tcPr marL="121333" marR="121333" marT="60667" marB="60667" anchor="ctr"/>
                </a:tc>
                <a:tc>
                  <a:txBody>
                    <a:bodyPr/>
                    <a:lstStyle/>
                    <a:p>
                      <a:pPr algn="ctr"/>
                      <a:r>
                        <a:rPr lang="en-US" sz="2400"/>
                        <a:t>4 (High)</a:t>
                      </a:r>
                    </a:p>
                  </a:txBody>
                  <a:tcPr marL="121333" marR="121333" marT="60667" marB="60667" anchor="ctr"/>
                </a:tc>
                <a:tc>
                  <a:txBody>
                    <a:bodyPr/>
                    <a:lstStyle/>
                    <a:p>
                      <a:pPr algn="ctr"/>
                      <a:r>
                        <a:rPr lang="en-US" sz="2400"/>
                        <a:t>5 (Very High)</a:t>
                      </a:r>
                    </a:p>
                  </a:txBody>
                  <a:tcPr marL="121333" marR="121333" marT="60667" marB="60667" anchor="ctr"/>
                </a:tc>
                <a:extLst>
                  <a:ext uri="{0D108BD9-81ED-4DB2-BD59-A6C34878D82A}">
                    <a16:rowId xmlns:a16="http://schemas.microsoft.com/office/drawing/2014/main" val="3378576036"/>
                  </a:ext>
                </a:extLst>
              </a:tr>
              <a:tr h="529193">
                <a:tc>
                  <a:txBody>
                    <a:bodyPr/>
                    <a:lstStyle/>
                    <a:p>
                      <a:pPr algn="ctr"/>
                      <a:r>
                        <a:rPr lang="en-US" sz="2400"/>
                        <a:t>5 (Critical)</a:t>
                      </a:r>
                    </a:p>
                  </a:txBody>
                  <a:tcPr marL="121333" marR="121333" marT="60667" marB="60667" anchor="ctr"/>
                </a:tc>
                <a:tc>
                  <a:txBody>
                    <a:bodyPr/>
                    <a:lstStyle/>
                    <a:p>
                      <a:pPr algn="ctr"/>
                      <a:r>
                        <a:rPr lang="en-US" sz="2400"/>
                        <a:t>5</a:t>
                      </a:r>
                    </a:p>
                  </a:txBody>
                  <a:tcPr marL="121333" marR="121333" marT="60667" marB="60667" anchor="ctr">
                    <a:solidFill>
                      <a:srgbClr val="FFFF00"/>
                    </a:solidFill>
                  </a:tcPr>
                </a:tc>
                <a:tc>
                  <a:txBody>
                    <a:bodyPr/>
                    <a:lstStyle/>
                    <a:p>
                      <a:pPr algn="ctr"/>
                      <a:r>
                        <a:rPr lang="en-US" sz="2400"/>
                        <a:t>10 (R8)</a:t>
                      </a:r>
                    </a:p>
                  </a:txBody>
                  <a:tcPr marL="121333" marR="121333" marT="60667" marB="60667" anchor="ctr">
                    <a:solidFill>
                      <a:srgbClr val="FFC000"/>
                    </a:solidFill>
                  </a:tcPr>
                </a:tc>
                <a:tc>
                  <a:txBody>
                    <a:bodyPr/>
                    <a:lstStyle/>
                    <a:p>
                      <a:pPr algn="ctr"/>
                      <a:r>
                        <a:rPr lang="en-US" sz="2400"/>
                        <a:t>15</a:t>
                      </a:r>
                    </a:p>
                  </a:txBody>
                  <a:tcPr marL="121333" marR="121333" marT="60667" marB="60667" anchor="ctr">
                    <a:solidFill>
                      <a:srgbClr val="FFC000"/>
                    </a:solidFill>
                  </a:tcPr>
                </a:tc>
                <a:tc>
                  <a:txBody>
                    <a:bodyPr/>
                    <a:lstStyle/>
                    <a:p>
                      <a:pPr algn="ctr"/>
                      <a:r>
                        <a:rPr lang="en-US" sz="2400"/>
                        <a:t>20 (R2)</a:t>
                      </a:r>
                    </a:p>
                  </a:txBody>
                  <a:tcPr marL="121333" marR="121333" marT="60667" marB="60667" anchor="ctr">
                    <a:solidFill>
                      <a:srgbClr val="FF0000"/>
                    </a:solidFill>
                  </a:tcPr>
                </a:tc>
                <a:tc>
                  <a:txBody>
                    <a:bodyPr/>
                    <a:lstStyle/>
                    <a:p>
                      <a:pPr algn="ctr"/>
                      <a:r>
                        <a:rPr lang="en-US" sz="2400"/>
                        <a:t>25 (R1)</a:t>
                      </a:r>
                    </a:p>
                  </a:txBody>
                  <a:tcPr marL="121333" marR="121333" marT="60667" marB="60667" anchor="ctr">
                    <a:solidFill>
                      <a:srgbClr val="FF0000"/>
                    </a:solidFill>
                  </a:tcPr>
                </a:tc>
                <a:extLst>
                  <a:ext uri="{0D108BD9-81ED-4DB2-BD59-A6C34878D82A}">
                    <a16:rowId xmlns:a16="http://schemas.microsoft.com/office/drawing/2014/main" val="3485647978"/>
                  </a:ext>
                </a:extLst>
              </a:tr>
              <a:tr h="529193">
                <a:tc>
                  <a:txBody>
                    <a:bodyPr/>
                    <a:lstStyle/>
                    <a:p>
                      <a:pPr algn="ctr"/>
                      <a:r>
                        <a:rPr lang="en-US" sz="2400"/>
                        <a:t>4 (Major)</a:t>
                      </a:r>
                    </a:p>
                  </a:txBody>
                  <a:tcPr marL="121333" marR="121333" marT="60667" marB="60667" anchor="ctr"/>
                </a:tc>
                <a:tc>
                  <a:txBody>
                    <a:bodyPr/>
                    <a:lstStyle/>
                    <a:p>
                      <a:pPr algn="ctr"/>
                      <a:r>
                        <a:rPr lang="en-US" sz="2400"/>
                        <a:t>4</a:t>
                      </a:r>
                    </a:p>
                  </a:txBody>
                  <a:tcPr marL="121333" marR="121333" marT="60667" marB="60667" anchor="ctr">
                    <a:solidFill>
                      <a:srgbClr val="FFFF00"/>
                    </a:solidFill>
                  </a:tcPr>
                </a:tc>
                <a:tc>
                  <a:txBody>
                    <a:bodyPr/>
                    <a:lstStyle/>
                    <a:p>
                      <a:pPr algn="ctr"/>
                      <a:r>
                        <a:rPr lang="en-US" sz="2400"/>
                        <a:t>8 (R10)</a:t>
                      </a:r>
                    </a:p>
                  </a:txBody>
                  <a:tcPr marL="121333" marR="121333" marT="60667" marB="60667" anchor="ctr">
                    <a:solidFill>
                      <a:srgbClr val="FFFF00"/>
                    </a:solidFill>
                  </a:tcPr>
                </a:tc>
                <a:tc>
                  <a:txBody>
                    <a:bodyPr/>
                    <a:lstStyle/>
                    <a:p>
                      <a:pPr algn="ctr"/>
                      <a:r>
                        <a:rPr lang="en-US" sz="2400"/>
                        <a:t>12 (R4,R7)</a:t>
                      </a:r>
                    </a:p>
                  </a:txBody>
                  <a:tcPr marL="121333" marR="121333" marT="60667" marB="60667" anchor="ctr">
                    <a:solidFill>
                      <a:srgbClr val="FFC000"/>
                    </a:solidFill>
                  </a:tcPr>
                </a:tc>
                <a:tc>
                  <a:txBody>
                    <a:bodyPr/>
                    <a:lstStyle/>
                    <a:p>
                      <a:pPr algn="ctr"/>
                      <a:r>
                        <a:rPr lang="en-US" sz="2400"/>
                        <a:t>16 (R3)</a:t>
                      </a:r>
                    </a:p>
                  </a:txBody>
                  <a:tcPr marL="121333" marR="121333" marT="60667" marB="60667" anchor="ctr">
                    <a:solidFill>
                      <a:srgbClr val="FF0000"/>
                    </a:solidFill>
                  </a:tcPr>
                </a:tc>
                <a:tc>
                  <a:txBody>
                    <a:bodyPr/>
                    <a:lstStyle/>
                    <a:p>
                      <a:pPr algn="ctr"/>
                      <a:r>
                        <a:rPr lang="en-US" sz="2400"/>
                        <a:t>20</a:t>
                      </a:r>
                    </a:p>
                  </a:txBody>
                  <a:tcPr marL="121333" marR="121333" marT="60667" marB="60667" anchor="ctr">
                    <a:solidFill>
                      <a:srgbClr val="FF0000"/>
                    </a:solidFill>
                  </a:tcPr>
                </a:tc>
                <a:extLst>
                  <a:ext uri="{0D108BD9-81ED-4DB2-BD59-A6C34878D82A}">
                    <a16:rowId xmlns:a16="http://schemas.microsoft.com/office/drawing/2014/main" val="3843489946"/>
                  </a:ext>
                </a:extLst>
              </a:tr>
              <a:tr h="891311">
                <a:tc>
                  <a:txBody>
                    <a:bodyPr/>
                    <a:lstStyle/>
                    <a:p>
                      <a:pPr algn="ctr"/>
                      <a:r>
                        <a:rPr lang="en-US" sz="2400"/>
                        <a:t>3 (Medium)</a:t>
                      </a:r>
                    </a:p>
                  </a:txBody>
                  <a:tcPr marL="121333" marR="121333" marT="60667" marB="60667" anchor="ctr"/>
                </a:tc>
                <a:tc>
                  <a:txBody>
                    <a:bodyPr/>
                    <a:lstStyle/>
                    <a:p>
                      <a:pPr algn="ctr"/>
                      <a:r>
                        <a:rPr lang="en-US" sz="2400"/>
                        <a:t>3</a:t>
                      </a:r>
                    </a:p>
                  </a:txBody>
                  <a:tcPr marL="121333" marR="121333" marT="60667" marB="60667" anchor="ctr">
                    <a:solidFill>
                      <a:srgbClr val="00B050"/>
                    </a:solidFill>
                  </a:tcPr>
                </a:tc>
                <a:tc>
                  <a:txBody>
                    <a:bodyPr/>
                    <a:lstStyle/>
                    <a:p>
                      <a:pPr algn="ctr"/>
                      <a:r>
                        <a:rPr lang="en-US" sz="2400"/>
                        <a:t>6 (R11)</a:t>
                      </a:r>
                    </a:p>
                  </a:txBody>
                  <a:tcPr marL="121333" marR="121333" marT="60667" marB="60667" anchor="ctr">
                    <a:solidFill>
                      <a:srgbClr val="FFFF00"/>
                    </a:solidFill>
                  </a:tcPr>
                </a:tc>
                <a:tc>
                  <a:txBody>
                    <a:bodyPr/>
                    <a:lstStyle/>
                    <a:p>
                      <a:pPr algn="ctr"/>
                      <a:r>
                        <a:rPr lang="en-US" sz="2400"/>
                        <a:t>9 (R9)</a:t>
                      </a:r>
                    </a:p>
                  </a:txBody>
                  <a:tcPr marL="121333" marR="121333" marT="60667" marB="60667" anchor="ctr">
                    <a:solidFill>
                      <a:srgbClr val="FFFF00"/>
                    </a:solidFill>
                  </a:tcPr>
                </a:tc>
                <a:tc>
                  <a:txBody>
                    <a:bodyPr/>
                    <a:lstStyle/>
                    <a:p>
                      <a:pPr algn="ctr"/>
                      <a:r>
                        <a:rPr lang="en-US" sz="2400"/>
                        <a:t>12 (R5,R6)</a:t>
                      </a:r>
                    </a:p>
                  </a:txBody>
                  <a:tcPr marL="121333" marR="121333" marT="60667" marB="60667" anchor="ctr">
                    <a:solidFill>
                      <a:srgbClr val="FFC000"/>
                    </a:solidFill>
                  </a:tcPr>
                </a:tc>
                <a:tc>
                  <a:txBody>
                    <a:bodyPr/>
                    <a:lstStyle/>
                    <a:p>
                      <a:pPr algn="ctr"/>
                      <a:r>
                        <a:rPr lang="en-US" sz="2400"/>
                        <a:t>15</a:t>
                      </a:r>
                    </a:p>
                  </a:txBody>
                  <a:tcPr marL="121333" marR="121333" marT="60667" marB="60667" anchor="ctr">
                    <a:solidFill>
                      <a:srgbClr val="FFC000"/>
                    </a:solidFill>
                  </a:tcPr>
                </a:tc>
                <a:extLst>
                  <a:ext uri="{0D108BD9-81ED-4DB2-BD59-A6C34878D82A}">
                    <a16:rowId xmlns:a16="http://schemas.microsoft.com/office/drawing/2014/main" val="435746473"/>
                  </a:ext>
                </a:extLst>
              </a:tr>
              <a:tr h="529193">
                <a:tc>
                  <a:txBody>
                    <a:bodyPr/>
                    <a:lstStyle/>
                    <a:p>
                      <a:pPr algn="ctr"/>
                      <a:r>
                        <a:rPr lang="en-US" sz="2400"/>
                        <a:t>2 (Low)</a:t>
                      </a:r>
                    </a:p>
                  </a:txBody>
                  <a:tcPr marL="121333" marR="121333" marT="60667" marB="60667" anchor="ctr"/>
                </a:tc>
                <a:tc>
                  <a:txBody>
                    <a:bodyPr/>
                    <a:lstStyle/>
                    <a:p>
                      <a:pPr algn="ctr"/>
                      <a:r>
                        <a:rPr lang="en-US" sz="2400"/>
                        <a:t>2</a:t>
                      </a:r>
                    </a:p>
                  </a:txBody>
                  <a:tcPr marL="121333" marR="121333" marT="60667" marB="60667" anchor="ctr">
                    <a:solidFill>
                      <a:srgbClr val="00B050"/>
                    </a:solidFill>
                  </a:tcPr>
                </a:tc>
                <a:tc>
                  <a:txBody>
                    <a:bodyPr/>
                    <a:lstStyle/>
                    <a:p>
                      <a:pPr algn="ctr"/>
                      <a:r>
                        <a:rPr lang="en-US" sz="2400"/>
                        <a:t>4</a:t>
                      </a:r>
                    </a:p>
                  </a:txBody>
                  <a:tcPr marL="121333" marR="121333" marT="60667" marB="60667" anchor="ctr">
                    <a:solidFill>
                      <a:srgbClr val="00B050"/>
                    </a:solidFill>
                  </a:tcPr>
                </a:tc>
                <a:tc>
                  <a:txBody>
                    <a:bodyPr/>
                    <a:lstStyle/>
                    <a:p>
                      <a:pPr algn="ctr"/>
                      <a:r>
                        <a:rPr lang="en-US" sz="2400"/>
                        <a:t>6</a:t>
                      </a:r>
                    </a:p>
                  </a:txBody>
                  <a:tcPr marL="121333" marR="121333" marT="60667" marB="60667" anchor="ctr">
                    <a:solidFill>
                      <a:srgbClr val="FFFF00"/>
                    </a:solidFill>
                  </a:tcPr>
                </a:tc>
                <a:tc>
                  <a:txBody>
                    <a:bodyPr/>
                    <a:lstStyle/>
                    <a:p>
                      <a:pPr algn="ctr"/>
                      <a:r>
                        <a:rPr lang="en-US" sz="2400"/>
                        <a:t>8</a:t>
                      </a:r>
                    </a:p>
                  </a:txBody>
                  <a:tcPr marL="121333" marR="121333" marT="60667" marB="60667" anchor="ctr">
                    <a:solidFill>
                      <a:srgbClr val="FFFF00"/>
                    </a:solidFill>
                  </a:tcPr>
                </a:tc>
                <a:tc>
                  <a:txBody>
                    <a:bodyPr/>
                    <a:lstStyle/>
                    <a:p>
                      <a:pPr algn="ctr"/>
                      <a:r>
                        <a:rPr lang="en-US" sz="2400"/>
                        <a:t>10</a:t>
                      </a:r>
                    </a:p>
                  </a:txBody>
                  <a:tcPr marL="121333" marR="121333" marT="60667" marB="60667" anchor="ctr">
                    <a:solidFill>
                      <a:srgbClr val="FFC000"/>
                    </a:solidFill>
                  </a:tcPr>
                </a:tc>
                <a:extLst>
                  <a:ext uri="{0D108BD9-81ED-4DB2-BD59-A6C34878D82A}">
                    <a16:rowId xmlns:a16="http://schemas.microsoft.com/office/drawing/2014/main" val="1065609613"/>
                  </a:ext>
                </a:extLst>
              </a:tr>
              <a:tr h="529193">
                <a:tc>
                  <a:txBody>
                    <a:bodyPr/>
                    <a:lstStyle/>
                    <a:p>
                      <a:pPr algn="ctr"/>
                      <a:r>
                        <a:rPr lang="en-US" sz="2400"/>
                        <a:t>1 (None)</a:t>
                      </a:r>
                    </a:p>
                  </a:txBody>
                  <a:tcPr marL="121333" marR="121333" marT="60667" marB="60667" anchor="ctr"/>
                </a:tc>
                <a:tc>
                  <a:txBody>
                    <a:bodyPr/>
                    <a:lstStyle/>
                    <a:p>
                      <a:pPr algn="ctr"/>
                      <a:r>
                        <a:rPr lang="en-US" sz="2400"/>
                        <a:t>1</a:t>
                      </a:r>
                    </a:p>
                  </a:txBody>
                  <a:tcPr marL="121333" marR="121333" marT="60667" marB="60667" anchor="ctr">
                    <a:solidFill>
                      <a:srgbClr val="00B050"/>
                    </a:solidFill>
                  </a:tcPr>
                </a:tc>
                <a:tc>
                  <a:txBody>
                    <a:bodyPr/>
                    <a:lstStyle/>
                    <a:p>
                      <a:pPr algn="ctr"/>
                      <a:r>
                        <a:rPr lang="en-US" sz="2400"/>
                        <a:t>2</a:t>
                      </a:r>
                    </a:p>
                  </a:txBody>
                  <a:tcPr marL="121333" marR="121333" marT="60667" marB="60667" anchor="ctr">
                    <a:solidFill>
                      <a:srgbClr val="00B050"/>
                    </a:solidFill>
                  </a:tcPr>
                </a:tc>
                <a:tc>
                  <a:txBody>
                    <a:bodyPr/>
                    <a:lstStyle/>
                    <a:p>
                      <a:pPr algn="ctr"/>
                      <a:r>
                        <a:rPr lang="en-US" sz="2400"/>
                        <a:t>3</a:t>
                      </a:r>
                    </a:p>
                  </a:txBody>
                  <a:tcPr marL="121333" marR="121333" marT="60667" marB="60667" anchor="ctr">
                    <a:solidFill>
                      <a:srgbClr val="00B050"/>
                    </a:solidFill>
                  </a:tcPr>
                </a:tc>
                <a:tc>
                  <a:txBody>
                    <a:bodyPr/>
                    <a:lstStyle/>
                    <a:p>
                      <a:pPr algn="ctr"/>
                      <a:r>
                        <a:rPr lang="en-US" sz="2400"/>
                        <a:t>4</a:t>
                      </a:r>
                    </a:p>
                  </a:txBody>
                  <a:tcPr marL="121333" marR="121333" marT="60667" marB="60667" anchor="ctr">
                    <a:solidFill>
                      <a:srgbClr val="00B050"/>
                    </a:solidFill>
                  </a:tcPr>
                </a:tc>
                <a:tc>
                  <a:txBody>
                    <a:bodyPr/>
                    <a:lstStyle/>
                    <a:p>
                      <a:pPr algn="ctr"/>
                      <a:r>
                        <a:rPr lang="en-US" sz="2400"/>
                        <a:t>5</a:t>
                      </a:r>
                    </a:p>
                  </a:txBody>
                  <a:tcPr marL="121333" marR="121333" marT="60667" marB="60667" anchor="ctr">
                    <a:solidFill>
                      <a:srgbClr val="FFFF00"/>
                    </a:solidFill>
                  </a:tcPr>
                </a:tc>
                <a:extLst>
                  <a:ext uri="{0D108BD9-81ED-4DB2-BD59-A6C34878D82A}">
                    <a16:rowId xmlns:a16="http://schemas.microsoft.com/office/drawing/2014/main" val="1697494004"/>
                  </a:ext>
                </a:extLst>
              </a:tr>
            </a:tbl>
          </a:graphicData>
        </a:graphic>
      </p:graphicFrame>
    </p:spTree>
    <p:extLst>
      <p:ext uri="{BB962C8B-B14F-4D97-AF65-F5344CB8AC3E}">
        <p14:creationId xmlns:p14="http://schemas.microsoft.com/office/powerpoint/2010/main" val="14277771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9DC7D-9CBE-3B8D-C7A3-75BEF54FE849}"/>
              </a:ext>
            </a:extLst>
          </p:cNvPr>
          <p:cNvSpPr>
            <a:spLocks noGrp="1"/>
          </p:cNvSpPr>
          <p:nvPr>
            <p:ph type="title"/>
          </p:nvPr>
        </p:nvSpPr>
        <p:spPr/>
        <p:txBody>
          <a:bodyPr/>
          <a:lstStyle/>
          <a:p>
            <a:r>
              <a:rPr lang="en-US" dirty="0"/>
              <a:t>Monitoring and Review</a:t>
            </a:r>
          </a:p>
        </p:txBody>
      </p:sp>
      <p:sp>
        <p:nvSpPr>
          <p:cNvPr id="3" name="Content Placeholder 2">
            <a:extLst>
              <a:ext uri="{FF2B5EF4-FFF2-40B4-BE49-F238E27FC236}">
                <a16:creationId xmlns:a16="http://schemas.microsoft.com/office/drawing/2014/main" id="{55778CF5-304C-B8C6-4FEC-E910DE394516}"/>
              </a:ext>
            </a:extLst>
          </p:cNvPr>
          <p:cNvSpPr>
            <a:spLocks noGrp="1"/>
          </p:cNvSpPr>
          <p:nvPr>
            <p:ph idx="1"/>
          </p:nvPr>
        </p:nvSpPr>
        <p:spPr/>
        <p:txBody>
          <a:bodyPr/>
          <a:lstStyle/>
          <a:p>
            <a:r>
              <a:rPr lang="en-US" dirty="0"/>
              <a:t>Continuously monitoring and reviewing risks is critical to project success.</a:t>
            </a:r>
          </a:p>
          <a:p>
            <a:r>
              <a:rPr lang="en-US" dirty="0"/>
              <a:t>Projects evolve and change over time and with that so do the risks.</a:t>
            </a:r>
          </a:p>
          <a:p>
            <a:r>
              <a:rPr lang="en-US" dirty="0"/>
              <a:t>Risk register is the solution – provides a living document of project risks.</a:t>
            </a:r>
          </a:p>
          <a:p>
            <a:r>
              <a:rPr lang="en-US" dirty="0"/>
              <a:t>Priority shifts, new risks, development cycle all present a new risk profile.</a:t>
            </a:r>
          </a:p>
          <a:p>
            <a:endParaRPr lang="en-US" dirty="0"/>
          </a:p>
        </p:txBody>
      </p:sp>
      <p:graphicFrame>
        <p:nvGraphicFramePr>
          <p:cNvPr id="4" name="Table 3">
            <a:extLst>
              <a:ext uri="{FF2B5EF4-FFF2-40B4-BE49-F238E27FC236}">
                <a16:creationId xmlns:a16="http://schemas.microsoft.com/office/drawing/2014/main" id="{00EBF702-C312-F364-705A-C3B0727AB8B6}"/>
              </a:ext>
            </a:extLst>
          </p:cNvPr>
          <p:cNvGraphicFramePr>
            <a:graphicFrameLocks noGrp="1"/>
          </p:cNvGraphicFramePr>
          <p:nvPr/>
        </p:nvGraphicFramePr>
        <p:xfrm>
          <a:off x="838200" y="5167312"/>
          <a:ext cx="10646409" cy="1325563"/>
        </p:xfrm>
        <a:graphic>
          <a:graphicData uri="http://schemas.openxmlformats.org/drawingml/2006/table">
            <a:tbl>
              <a:tblPr firstRow="1" firstCol="1" bandRow="1">
                <a:tableStyleId>{5C22544A-7EE6-4342-B048-85BDC9FD1C3A}</a:tableStyleId>
              </a:tblPr>
              <a:tblGrid>
                <a:gridCol w="533460">
                  <a:extLst>
                    <a:ext uri="{9D8B030D-6E8A-4147-A177-3AD203B41FA5}">
                      <a16:colId xmlns:a16="http://schemas.microsoft.com/office/drawing/2014/main" val="77630962"/>
                    </a:ext>
                  </a:extLst>
                </a:gridCol>
                <a:gridCol w="1288056">
                  <a:extLst>
                    <a:ext uri="{9D8B030D-6E8A-4147-A177-3AD203B41FA5}">
                      <a16:colId xmlns:a16="http://schemas.microsoft.com/office/drawing/2014/main" val="772381452"/>
                    </a:ext>
                  </a:extLst>
                </a:gridCol>
                <a:gridCol w="860604">
                  <a:extLst>
                    <a:ext uri="{9D8B030D-6E8A-4147-A177-3AD203B41FA5}">
                      <a16:colId xmlns:a16="http://schemas.microsoft.com/office/drawing/2014/main" val="87872216"/>
                    </a:ext>
                  </a:extLst>
                </a:gridCol>
                <a:gridCol w="963192">
                  <a:extLst>
                    <a:ext uri="{9D8B030D-6E8A-4147-A177-3AD203B41FA5}">
                      <a16:colId xmlns:a16="http://schemas.microsoft.com/office/drawing/2014/main" val="1399428076"/>
                    </a:ext>
                  </a:extLst>
                </a:gridCol>
                <a:gridCol w="714700">
                  <a:extLst>
                    <a:ext uri="{9D8B030D-6E8A-4147-A177-3AD203B41FA5}">
                      <a16:colId xmlns:a16="http://schemas.microsoft.com/office/drawing/2014/main" val="1512041526"/>
                    </a:ext>
                  </a:extLst>
                </a:gridCol>
                <a:gridCol w="679364">
                  <a:extLst>
                    <a:ext uri="{9D8B030D-6E8A-4147-A177-3AD203B41FA5}">
                      <a16:colId xmlns:a16="http://schemas.microsoft.com/office/drawing/2014/main" val="3633187946"/>
                    </a:ext>
                  </a:extLst>
                </a:gridCol>
                <a:gridCol w="1191167">
                  <a:extLst>
                    <a:ext uri="{9D8B030D-6E8A-4147-A177-3AD203B41FA5}">
                      <a16:colId xmlns:a16="http://schemas.microsoft.com/office/drawing/2014/main" val="1716029824"/>
                    </a:ext>
                  </a:extLst>
                </a:gridCol>
                <a:gridCol w="685063">
                  <a:extLst>
                    <a:ext uri="{9D8B030D-6E8A-4147-A177-3AD203B41FA5}">
                      <a16:colId xmlns:a16="http://schemas.microsoft.com/office/drawing/2014/main" val="249699403"/>
                    </a:ext>
                  </a:extLst>
                </a:gridCol>
                <a:gridCol w="761435">
                  <a:extLst>
                    <a:ext uri="{9D8B030D-6E8A-4147-A177-3AD203B41FA5}">
                      <a16:colId xmlns:a16="http://schemas.microsoft.com/office/drawing/2014/main" val="3881396565"/>
                    </a:ext>
                  </a:extLst>
                </a:gridCol>
                <a:gridCol w="931276">
                  <a:extLst>
                    <a:ext uri="{9D8B030D-6E8A-4147-A177-3AD203B41FA5}">
                      <a16:colId xmlns:a16="http://schemas.microsoft.com/office/drawing/2014/main" val="2865249555"/>
                    </a:ext>
                  </a:extLst>
                </a:gridCol>
                <a:gridCol w="1129614">
                  <a:extLst>
                    <a:ext uri="{9D8B030D-6E8A-4147-A177-3AD203B41FA5}">
                      <a16:colId xmlns:a16="http://schemas.microsoft.com/office/drawing/2014/main" val="1363352620"/>
                    </a:ext>
                  </a:extLst>
                </a:gridCol>
                <a:gridCol w="908478">
                  <a:extLst>
                    <a:ext uri="{9D8B030D-6E8A-4147-A177-3AD203B41FA5}">
                      <a16:colId xmlns:a16="http://schemas.microsoft.com/office/drawing/2014/main" val="1377732378"/>
                    </a:ext>
                  </a:extLst>
                </a:gridCol>
              </a:tblGrid>
              <a:tr h="1325563">
                <a:tc>
                  <a:txBody>
                    <a:bodyPr/>
                    <a:lstStyle/>
                    <a:p>
                      <a:pPr marL="0" marR="0" algn="ctr">
                        <a:lnSpc>
                          <a:spcPct val="115000"/>
                        </a:lnSpc>
                        <a:spcAft>
                          <a:spcPts val="800"/>
                        </a:spcAft>
                        <a:buNone/>
                      </a:pPr>
                      <a:r>
                        <a:rPr lang="en-US" sz="1400" kern="100">
                          <a:effectLst/>
                        </a:rPr>
                        <a:t>Risk ID</a:t>
                      </a:r>
                      <a:endParaRPr lang="en-US" sz="3200" kern="10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800"/>
                        </a:spcAft>
                        <a:buNone/>
                      </a:pPr>
                      <a:r>
                        <a:rPr lang="en-US" sz="1400" kern="100" dirty="0">
                          <a:effectLst/>
                        </a:rPr>
                        <a:t>Risk Description</a:t>
                      </a:r>
                      <a:endParaRPr lang="en-US" sz="3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800"/>
                        </a:spcAft>
                        <a:buNone/>
                      </a:pPr>
                      <a:r>
                        <a:rPr lang="en-US" sz="1400" kern="100">
                          <a:effectLst/>
                        </a:rPr>
                        <a:t>Risk Category</a:t>
                      </a:r>
                      <a:endParaRPr lang="en-US" sz="3200" kern="10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800"/>
                        </a:spcAft>
                        <a:buNone/>
                      </a:pPr>
                      <a:r>
                        <a:rPr lang="en-US" sz="1400" kern="100">
                          <a:effectLst/>
                        </a:rPr>
                        <a:t>Likelihood</a:t>
                      </a:r>
                      <a:endParaRPr lang="en-US" sz="3200" kern="10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800"/>
                        </a:spcAft>
                        <a:buNone/>
                      </a:pPr>
                      <a:r>
                        <a:rPr lang="en-US" sz="1400" kern="100">
                          <a:effectLst/>
                        </a:rPr>
                        <a:t>Impact</a:t>
                      </a:r>
                      <a:endParaRPr lang="en-US" sz="3200" kern="10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800"/>
                        </a:spcAft>
                        <a:buNone/>
                      </a:pPr>
                      <a:r>
                        <a:rPr lang="en-US" sz="1400" kern="100">
                          <a:effectLst/>
                        </a:rPr>
                        <a:t>Risk Owner</a:t>
                      </a:r>
                      <a:endParaRPr lang="en-US" sz="3200" kern="10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800"/>
                        </a:spcAft>
                        <a:buNone/>
                      </a:pPr>
                      <a:r>
                        <a:rPr lang="en-US" sz="1400" kern="100" dirty="0">
                          <a:effectLst/>
                        </a:rPr>
                        <a:t>Identification Date</a:t>
                      </a:r>
                      <a:endParaRPr lang="en-US" sz="3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800"/>
                        </a:spcAft>
                        <a:buNone/>
                      </a:pPr>
                      <a:r>
                        <a:rPr lang="en-US" sz="1400" kern="100">
                          <a:effectLst/>
                        </a:rPr>
                        <a:t>Risk Trigger</a:t>
                      </a:r>
                      <a:endParaRPr lang="en-US" sz="3200" kern="10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800"/>
                        </a:spcAft>
                        <a:buNone/>
                      </a:pPr>
                      <a:r>
                        <a:rPr lang="en-US" sz="1400" kern="100">
                          <a:effectLst/>
                        </a:rPr>
                        <a:t>Current Status</a:t>
                      </a:r>
                      <a:endParaRPr lang="en-US" sz="3200" kern="10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800"/>
                        </a:spcAft>
                        <a:buNone/>
                      </a:pPr>
                      <a:r>
                        <a:rPr lang="en-US" sz="1400" kern="100">
                          <a:effectLst/>
                        </a:rPr>
                        <a:t>Mitigation Plan</a:t>
                      </a:r>
                      <a:endParaRPr lang="en-US" sz="3200" kern="10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800"/>
                        </a:spcAft>
                        <a:buNone/>
                      </a:pPr>
                      <a:r>
                        <a:rPr lang="en-US" sz="1400" kern="100">
                          <a:effectLst/>
                        </a:rPr>
                        <a:t>Contingency Plan</a:t>
                      </a:r>
                      <a:endParaRPr lang="en-US" sz="3200" kern="10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tc>
                  <a:txBody>
                    <a:bodyPr/>
                    <a:lstStyle/>
                    <a:p>
                      <a:pPr marL="0" marR="0" algn="ctr">
                        <a:lnSpc>
                          <a:spcPct val="115000"/>
                        </a:lnSpc>
                        <a:spcAft>
                          <a:spcPts val="800"/>
                        </a:spcAft>
                        <a:buNone/>
                      </a:pPr>
                      <a:r>
                        <a:rPr lang="en-US" sz="1400" kern="100" dirty="0">
                          <a:effectLst/>
                        </a:rPr>
                        <a:t>Risk Review Date</a:t>
                      </a:r>
                      <a:endParaRPr lang="en-US" sz="3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865548637"/>
                  </a:ext>
                </a:extLst>
              </a:tr>
            </a:tbl>
          </a:graphicData>
        </a:graphic>
      </p:graphicFrame>
    </p:spTree>
    <p:extLst>
      <p:ext uri="{BB962C8B-B14F-4D97-AF65-F5344CB8AC3E}">
        <p14:creationId xmlns:p14="http://schemas.microsoft.com/office/powerpoint/2010/main" val="38853787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C7A33-DE35-60DA-A0A6-890AF39F7988}"/>
              </a:ext>
            </a:extLst>
          </p:cNvPr>
          <p:cNvSpPr>
            <a:spLocks noGrp="1"/>
          </p:cNvSpPr>
          <p:nvPr>
            <p:ph type="title"/>
          </p:nvPr>
        </p:nvSpPr>
        <p:spPr>
          <a:xfrm>
            <a:off x="621792" y="1161288"/>
            <a:ext cx="3602736" cy="4526280"/>
          </a:xfrm>
        </p:spPr>
        <p:txBody>
          <a:bodyPr>
            <a:normAutofit/>
          </a:bodyPr>
          <a:lstStyle/>
          <a:p>
            <a:r>
              <a:rPr lang="en-US" sz="4000"/>
              <a:t>Risk Monitoring</a:t>
            </a:r>
          </a:p>
        </p:txBody>
      </p:sp>
      <p:graphicFrame>
        <p:nvGraphicFramePr>
          <p:cNvPr id="5" name="Content Placeholder 2">
            <a:extLst>
              <a:ext uri="{FF2B5EF4-FFF2-40B4-BE49-F238E27FC236}">
                <a16:creationId xmlns:a16="http://schemas.microsoft.com/office/drawing/2014/main" id="{FCF7DEF1-797F-28C0-1E40-729EC1B12573}"/>
              </a:ext>
            </a:extLst>
          </p:cNvPr>
          <p:cNvGraphicFramePr>
            <a:graphicFrameLocks noGrp="1"/>
          </p:cNvGraphicFramePr>
          <p:nvPr>
            <p:ph idx="1"/>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731169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88F02-38EF-521E-BA94-48E103A6030D}"/>
              </a:ext>
            </a:extLst>
          </p:cNvPr>
          <p:cNvSpPr>
            <a:spLocks noGrp="1"/>
          </p:cNvSpPr>
          <p:nvPr>
            <p:ph type="title"/>
          </p:nvPr>
        </p:nvSpPr>
        <p:spPr>
          <a:xfrm>
            <a:off x="838200" y="459863"/>
            <a:ext cx="10515600" cy="1004594"/>
          </a:xfrm>
        </p:spPr>
        <p:txBody>
          <a:bodyPr>
            <a:normAutofit/>
          </a:bodyPr>
          <a:lstStyle/>
          <a:p>
            <a:pPr algn="ctr"/>
            <a:r>
              <a:rPr lang="en-US">
                <a:solidFill>
                  <a:srgbClr val="FFFFFF"/>
                </a:solidFill>
              </a:rPr>
              <a:t>Risk Mitigation</a:t>
            </a:r>
          </a:p>
        </p:txBody>
      </p:sp>
      <p:graphicFrame>
        <p:nvGraphicFramePr>
          <p:cNvPr id="5" name="Content Placeholder 2">
            <a:extLst>
              <a:ext uri="{FF2B5EF4-FFF2-40B4-BE49-F238E27FC236}">
                <a16:creationId xmlns:a16="http://schemas.microsoft.com/office/drawing/2014/main" id="{F9B9838E-88BC-FFEF-FD46-C24E3FB7248C}"/>
              </a:ext>
            </a:extLst>
          </p:cNvPr>
          <p:cNvGraphicFramePr>
            <a:graphicFrameLocks noGrp="1"/>
          </p:cNvGraphicFramePr>
          <p:nvPr>
            <p:ph idx="1"/>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266457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5BF3D12-430E-B810-9FF9-8BD073981AB7}"/>
              </a:ext>
            </a:extLst>
          </p:cNvPr>
          <p:cNvGraphicFramePr>
            <a:graphicFrameLocks noGrp="1"/>
          </p:cNvGraphicFramePr>
          <p:nvPr>
            <p:ph idx="1"/>
            <p:extLst>
              <p:ext uri="{D42A27DB-BD31-4B8C-83A1-F6EECF244321}">
                <p14:modId xmlns:p14="http://schemas.microsoft.com/office/powerpoint/2010/main" val="3567505136"/>
              </p:ext>
            </p:extLst>
          </p:nvPr>
        </p:nvGraphicFramePr>
        <p:xfrm>
          <a:off x="0" y="0"/>
          <a:ext cx="12191998" cy="6857998"/>
        </p:xfrm>
        <a:graphic>
          <a:graphicData uri="http://schemas.openxmlformats.org/drawingml/2006/table">
            <a:tbl>
              <a:tblPr firstRow="1" bandRow="1">
                <a:tableStyleId>{5C22544A-7EE6-4342-B048-85BDC9FD1C3A}</a:tableStyleId>
              </a:tblPr>
              <a:tblGrid>
                <a:gridCol w="614598">
                  <a:extLst>
                    <a:ext uri="{9D8B030D-6E8A-4147-A177-3AD203B41FA5}">
                      <a16:colId xmlns:a16="http://schemas.microsoft.com/office/drawing/2014/main" val="1235772598"/>
                    </a:ext>
                  </a:extLst>
                </a:gridCol>
                <a:gridCol w="1169233">
                  <a:extLst>
                    <a:ext uri="{9D8B030D-6E8A-4147-A177-3AD203B41FA5}">
                      <a16:colId xmlns:a16="http://schemas.microsoft.com/office/drawing/2014/main" val="505466415"/>
                    </a:ext>
                  </a:extLst>
                </a:gridCol>
                <a:gridCol w="1948721">
                  <a:extLst>
                    <a:ext uri="{9D8B030D-6E8A-4147-A177-3AD203B41FA5}">
                      <a16:colId xmlns:a16="http://schemas.microsoft.com/office/drawing/2014/main" val="3398405012"/>
                    </a:ext>
                  </a:extLst>
                </a:gridCol>
                <a:gridCol w="1154243">
                  <a:extLst>
                    <a:ext uri="{9D8B030D-6E8A-4147-A177-3AD203B41FA5}">
                      <a16:colId xmlns:a16="http://schemas.microsoft.com/office/drawing/2014/main" val="2597034547"/>
                    </a:ext>
                  </a:extLst>
                </a:gridCol>
                <a:gridCol w="944380">
                  <a:extLst>
                    <a:ext uri="{9D8B030D-6E8A-4147-A177-3AD203B41FA5}">
                      <a16:colId xmlns:a16="http://schemas.microsoft.com/office/drawing/2014/main" val="411097665"/>
                    </a:ext>
                  </a:extLst>
                </a:gridCol>
                <a:gridCol w="719528">
                  <a:extLst>
                    <a:ext uri="{9D8B030D-6E8A-4147-A177-3AD203B41FA5}">
                      <a16:colId xmlns:a16="http://schemas.microsoft.com/office/drawing/2014/main" val="3158063813"/>
                    </a:ext>
                  </a:extLst>
                </a:gridCol>
                <a:gridCol w="854438">
                  <a:extLst>
                    <a:ext uri="{9D8B030D-6E8A-4147-A177-3AD203B41FA5}">
                      <a16:colId xmlns:a16="http://schemas.microsoft.com/office/drawing/2014/main" val="1068666559"/>
                    </a:ext>
                  </a:extLst>
                </a:gridCol>
                <a:gridCol w="2938072">
                  <a:extLst>
                    <a:ext uri="{9D8B030D-6E8A-4147-A177-3AD203B41FA5}">
                      <a16:colId xmlns:a16="http://schemas.microsoft.com/office/drawing/2014/main" val="350180772"/>
                    </a:ext>
                  </a:extLst>
                </a:gridCol>
                <a:gridCol w="1154243">
                  <a:extLst>
                    <a:ext uri="{9D8B030D-6E8A-4147-A177-3AD203B41FA5}">
                      <a16:colId xmlns:a16="http://schemas.microsoft.com/office/drawing/2014/main" val="1712137071"/>
                    </a:ext>
                  </a:extLst>
                </a:gridCol>
                <a:gridCol w="694542">
                  <a:extLst>
                    <a:ext uri="{9D8B030D-6E8A-4147-A177-3AD203B41FA5}">
                      <a16:colId xmlns:a16="http://schemas.microsoft.com/office/drawing/2014/main" val="546984341"/>
                    </a:ext>
                  </a:extLst>
                </a:gridCol>
              </a:tblGrid>
              <a:tr h="480332">
                <a:tc>
                  <a:txBody>
                    <a:bodyPr/>
                    <a:lstStyle/>
                    <a:p>
                      <a:pPr algn="ctr"/>
                      <a:r>
                        <a:rPr lang="en-US" sz="1050" dirty="0"/>
                        <a:t>Risk ID</a:t>
                      </a:r>
                    </a:p>
                  </a:txBody>
                  <a:tcPr anchor="ctr"/>
                </a:tc>
                <a:tc>
                  <a:txBody>
                    <a:bodyPr/>
                    <a:lstStyle/>
                    <a:p>
                      <a:pPr algn="ctr"/>
                      <a:r>
                        <a:rPr lang="en-US" sz="1050" dirty="0"/>
                        <a:t>Title</a:t>
                      </a:r>
                    </a:p>
                  </a:txBody>
                  <a:tcPr anchor="ctr"/>
                </a:tc>
                <a:tc>
                  <a:txBody>
                    <a:bodyPr/>
                    <a:lstStyle/>
                    <a:p>
                      <a:pPr algn="ctr"/>
                      <a:r>
                        <a:rPr lang="en-US" sz="1050" dirty="0"/>
                        <a:t>Description</a:t>
                      </a:r>
                    </a:p>
                  </a:txBody>
                  <a:tcPr anchor="ctr"/>
                </a:tc>
                <a:tc>
                  <a:txBody>
                    <a:bodyPr/>
                    <a:lstStyle/>
                    <a:p>
                      <a:pPr algn="ctr"/>
                      <a:r>
                        <a:rPr lang="en-US" sz="1050" dirty="0"/>
                        <a:t>Category</a:t>
                      </a:r>
                    </a:p>
                  </a:txBody>
                  <a:tcPr anchor="ctr"/>
                </a:tc>
                <a:tc>
                  <a:txBody>
                    <a:bodyPr/>
                    <a:lstStyle/>
                    <a:p>
                      <a:pPr algn="ctr"/>
                      <a:r>
                        <a:rPr lang="en-US" sz="1050" dirty="0"/>
                        <a:t>Probability</a:t>
                      </a:r>
                    </a:p>
                  </a:txBody>
                  <a:tcPr anchor="ctr"/>
                </a:tc>
                <a:tc>
                  <a:txBody>
                    <a:bodyPr/>
                    <a:lstStyle/>
                    <a:p>
                      <a:pPr algn="ctr"/>
                      <a:r>
                        <a:rPr lang="en-US" sz="1050" dirty="0"/>
                        <a:t>Impact</a:t>
                      </a:r>
                    </a:p>
                  </a:txBody>
                  <a:tcPr anchor="ctr"/>
                </a:tc>
                <a:tc>
                  <a:txBody>
                    <a:bodyPr/>
                    <a:lstStyle/>
                    <a:p>
                      <a:pPr algn="ctr"/>
                      <a:r>
                        <a:rPr lang="en-US" sz="1050" dirty="0"/>
                        <a:t>Score</a:t>
                      </a:r>
                    </a:p>
                  </a:txBody>
                  <a:tcPr anchor="ctr"/>
                </a:tc>
                <a:tc>
                  <a:txBody>
                    <a:bodyPr/>
                    <a:lstStyle/>
                    <a:p>
                      <a:pPr algn="ctr"/>
                      <a:r>
                        <a:rPr lang="en-US" sz="1050" dirty="0"/>
                        <a:t>Mitigation</a:t>
                      </a:r>
                    </a:p>
                  </a:txBody>
                  <a:tcPr anchor="ctr"/>
                </a:tc>
                <a:tc>
                  <a:txBody>
                    <a:bodyPr/>
                    <a:lstStyle/>
                    <a:p>
                      <a:pPr algn="ctr"/>
                      <a:r>
                        <a:rPr lang="en-US" sz="1050" dirty="0"/>
                        <a:t>Owner</a:t>
                      </a:r>
                    </a:p>
                  </a:txBody>
                  <a:tcPr anchor="ctr"/>
                </a:tc>
                <a:tc>
                  <a:txBody>
                    <a:bodyPr/>
                    <a:lstStyle/>
                    <a:p>
                      <a:pPr algn="ctr"/>
                      <a:r>
                        <a:rPr lang="en-US" sz="1050" dirty="0"/>
                        <a:t>Status</a:t>
                      </a:r>
                    </a:p>
                  </a:txBody>
                  <a:tcPr anchor="ctr"/>
                </a:tc>
                <a:extLst>
                  <a:ext uri="{0D108BD9-81ED-4DB2-BD59-A6C34878D82A}">
                    <a16:rowId xmlns:a16="http://schemas.microsoft.com/office/drawing/2014/main" val="3251289758"/>
                  </a:ext>
                </a:extLst>
              </a:tr>
              <a:tr h="1194302">
                <a:tc>
                  <a:txBody>
                    <a:bodyPr/>
                    <a:lstStyle/>
                    <a:p>
                      <a:pPr algn="ctr"/>
                      <a:r>
                        <a:rPr lang="en-US" sz="1050" dirty="0"/>
                        <a:t>R1</a:t>
                      </a:r>
                    </a:p>
                  </a:txBody>
                  <a:tcPr anchor="ctr"/>
                </a:tc>
                <a:tc>
                  <a:txBody>
                    <a:bodyPr/>
                    <a:lstStyle/>
                    <a:p>
                      <a:pPr algn="ctr"/>
                      <a:r>
                        <a:rPr lang="en-US" sz="1050" dirty="0"/>
                        <a:t>Data Privacy</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t>Mismanagement leads to loss of customer trust, regulatory fines and violations, and overall harm to the reputation of the company.</a:t>
                      </a:r>
                    </a:p>
                  </a:txBody>
                  <a:tcPr anchor="ctr"/>
                </a:tc>
                <a:tc>
                  <a:txBody>
                    <a:bodyPr/>
                    <a:lstStyle/>
                    <a:p>
                      <a:pPr algn="ctr"/>
                      <a:r>
                        <a:rPr lang="en-US" sz="1050" dirty="0"/>
                        <a:t>Privacy</a:t>
                      </a:r>
                    </a:p>
                  </a:txBody>
                  <a:tcPr anchor="ctr"/>
                </a:tc>
                <a:tc>
                  <a:txBody>
                    <a:bodyPr/>
                    <a:lstStyle/>
                    <a:p>
                      <a:pPr algn="ctr"/>
                      <a:r>
                        <a:rPr lang="en-US" sz="1050" dirty="0"/>
                        <a:t>5</a:t>
                      </a:r>
                    </a:p>
                  </a:txBody>
                  <a:tcPr anchor="ctr"/>
                </a:tc>
                <a:tc>
                  <a:txBody>
                    <a:bodyPr/>
                    <a:lstStyle/>
                    <a:p>
                      <a:pPr algn="ctr"/>
                      <a:r>
                        <a:rPr lang="en-US" sz="1050" dirty="0"/>
                        <a:t>5</a:t>
                      </a:r>
                    </a:p>
                  </a:txBody>
                  <a:tcPr anchor="ctr"/>
                </a:tc>
                <a:tc>
                  <a:txBody>
                    <a:bodyPr/>
                    <a:lstStyle/>
                    <a:p>
                      <a:pPr algn="ctr"/>
                      <a:r>
                        <a:rPr lang="en-US" sz="1050" dirty="0"/>
                        <a:t>25</a:t>
                      </a:r>
                    </a:p>
                  </a:txBody>
                  <a:tcPr anchor="ctr"/>
                </a:tc>
                <a:tc>
                  <a:txBody>
                    <a:bodyPr/>
                    <a:lstStyle/>
                    <a:p>
                      <a:pPr algn="ctr"/>
                      <a:r>
                        <a:rPr lang="en-US" sz="1050" dirty="0"/>
                        <a:t>Privacy By Design, enforce encryption, access controls, and data minimization.</a:t>
                      </a:r>
                    </a:p>
                  </a:txBody>
                  <a:tcPr anchor="ctr"/>
                </a:tc>
                <a:tc>
                  <a:txBody>
                    <a:bodyPr/>
                    <a:lstStyle/>
                    <a:p>
                      <a:pPr algn="ctr"/>
                      <a:r>
                        <a:rPr lang="en-US" sz="1050" dirty="0"/>
                        <a:t>Data Officer</a:t>
                      </a:r>
                    </a:p>
                  </a:txBody>
                  <a:tcPr anchor="ctr"/>
                </a:tc>
                <a:tc>
                  <a:txBody>
                    <a:bodyPr/>
                    <a:lstStyle/>
                    <a:p>
                      <a:pPr algn="ctr"/>
                      <a:r>
                        <a:rPr lang="en-US" sz="1050" dirty="0"/>
                        <a:t>Open</a:t>
                      </a:r>
                    </a:p>
                  </a:txBody>
                  <a:tcPr anchor="ctr"/>
                </a:tc>
                <a:extLst>
                  <a:ext uri="{0D108BD9-81ED-4DB2-BD59-A6C34878D82A}">
                    <a16:rowId xmlns:a16="http://schemas.microsoft.com/office/drawing/2014/main" val="874775110"/>
                  </a:ext>
                </a:extLst>
              </a:tr>
              <a:tr h="721088">
                <a:tc>
                  <a:txBody>
                    <a:bodyPr/>
                    <a:lstStyle/>
                    <a:p>
                      <a:pPr algn="ctr"/>
                      <a:r>
                        <a:rPr lang="en-US" sz="1050" dirty="0"/>
                        <a:t>R2</a:t>
                      </a:r>
                    </a:p>
                  </a:txBody>
                  <a:tcPr anchor="ctr"/>
                </a:tc>
                <a:tc>
                  <a:txBody>
                    <a:bodyPr/>
                    <a:lstStyle/>
                    <a:p>
                      <a:pPr algn="ctr"/>
                      <a:r>
                        <a:rPr lang="en-US" sz="1050" dirty="0"/>
                        <a:t>Algorithm Behavior</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t>Sometimes produce strange or inaccurate results.</a:t>
                      </a:r>
                    </a:p>
                  </a:txBody>
                  <a:tcPr anchor="ctr"/>
                </a:tc>
                <a:tc>
                  <a:txBody>
                    <a:bodyPr/>
                    <a:lstStyle/>
                    <a:p>
                      <a:pPr algn="ctr"/>
                      <a:r>
                        <a:rPr lang="en-US" sz="1050" dirty="0"/>
                        <a:t>Technical</a:t>
                      </a:r>
                    </a:p>
                  </a:txBody>
                  <a:tcPr anchor="ctr"/>
                </a:tc>
                <a:tc>
                  <a:txBody>
                    <a:bodyPr/>
                    <a:lstStyle/>
                    <a:p>
                      <a:pPr algn="ctr"/>
                      <a:r>
                        <a:rPr lang="en-US" sz="1050" dirty="0"/>
                        <a:t>4</a:t>
                      </a:r>
                    </a:p>
                  </a:txBody>
                  <a:tcPr anchor="ctr"/>
                </a:tc>
                <a:tc>
                  <a:txBody>
                    <a:bodyPr/>
                    <a:lstStyle/>
                    <a:p>
                      <a:pPr algn="ctr"/>
                      <a:r>
                        <a:rPr lang="en-US" sz="1050" dirty="0"/>
                        <a:t>5</a:t>
                      </a:r>
                    </a:p>
                  </a:txBody>
                  <a:tcPr anchor="ctr"/>
                </a:tc>
                <a:tc>
                  <a:txBody>
                    <a:bodyPr/>
                    <a:lstStyle/>
                    <a:p>
                      <a:pPr algn="ctr"/>
                      <a:r>
                        <a:rPr lang="en-US" sz="1050" dirty="0"/>
                        <a:t>20</a:t>
                      </a:r>
                    </a:p>
                  </a:txBody>
                  <a:tcPr anchor="ctr"/>
                </a:tc>
                <a:tc>
                  <a:txBody>
                    <a:bodyPr/>
                    <a:lstStyle/>
                    <a:p>
                      <a:pPr algn="ctr"/>
                      <a:r>
                        <a:rPr lang="en-US" sz="1050" dirty="0"/>
                        <a:t>Implement explainability and interpretability models, perform bias assessments and create validation checkpoints, human-in-the-loop</a:t>
                      </a:r>
                    </a:p>
                  </a:txBody>
                  <a:tcPr anchor="ctr"/>
                </a:tc>
                <a:tc>
                  <a:txBody>
                    <a:bodyPr/>
                    <a:lstStyle/>
                    <a:p>
                      <a:pPr algn="ctr"/>
                      <a:r>
                        <a:rPr lang="en-US" sz="1050" dirty="0"/>
                        <a:t>ML Engineering Team</a:t>
                      </a:r>
                    </a:p>
                  </a:txBody>
                  <a:tcPr anchor="ctr"/>
                </a:tc>
                <a:tc>
                  <a:txBody>
                    <a:bodyPr/>
                    <a:lstStyle/>
                    <a:p>
                      <a:pPr algn="ctr"/>
                      <a:r>
                        <a:rPr lang="en-US" sz="1050" dirty="0"/>
                        <a:t>Open</a:t>
                      </a:r>
                    </a:p>
                  </a:txBody>
                  <a:tcPr anchor="ctr"/>
                </a:tc>
                <a:extLst>
                  <a:ext uri="{0D108BD9-81ED-4DB2-BD59-A6C34878D82A}">
                    <a16:rowId xmlns:a16="http://schemas.microsoft.com/office/drawing/2014/main" val="2894686730"/>
                  </a:ext>
                </a:extLst>
              </a:tr>
              <a:tr h="878826">
                <a:tc>
                  <a:txBody>
                    <a:bodyPr/>
                    <a:lstStyle/>
                    <a:p>
                      <a:pPr algn="ctr"/>
                      <a:r>
                        <a:rPr lang="en-US" sz="1050" dirty="0"/>
                        <a:t>R3</a:t>
                      </a:r>
                    </a:p>
                  </a:txBody>
                  <a:tcPr anchor="ctr"/>
                </a:tc>
                <a:tc>
                  <a:txBody>
                    <a:bodyPr/>
                    <a:lstStyle/>
                    <a:p>
                      <a:pPr algn="ctr"/>
                      <a:r>
                        <a:rPr lang="en-US" sz="1050" dirty="0"/>
                        <a:t>Integration Complexity</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t>Can be compatibility issues with legacy systems.</a:t>
                      </a:r>
                    </a:p>
                  </a:txBody>
                  <a:tcPr anchor="ctr"/>
                </a:tc>
                <a:tc>
                  <a:txBody>
                    <a:bodyPr/>
                    <a:lstStyle/>
                    <a:p>
                      <a:pPr algn="ctr"/>
                      <a:r>
                        <a:rPr lang="en-US" sz="1050" dirty="0"/>
                        <a:t>Technical</a:t>
                      </a:r>
                    </a:p>
                  </a:txBody>
                  <a:tcPr anchor="ctr"/>
                </a:tc>
                <a:tc>
                  <a:txBody>
                    <a:bodyPr/>
                    <a:lstStyle/>
                    <a:p>
                      <a:pPr algn="ctr"/>
                      <a:r>
                        <a:rPr lang="en-US" sz="1050" dirty="0"/>
                        <a:t>4</a:t>
                      </a:r>
                    </a:p>
                  </a:txBody>
                  <a:tcPr anchor="ctr"/>
                </a:tc>
                <a:tc>
                  <a:txBody>
                    <a:bodyPr/>
                    <a:lstStyle/>
                    <a:p>
                      <a:pPr algn="ctr"/>
                      <a:r>
                        <a:rPr lang="en-US" sz="1050" dirty="0"/>
                        <a:t>4</a:t>
                      </a:r>
                    </a:p>
                  </a:txBody>
                  <a:tcPr anchor="ctr"/>
                </a:tc>
                <a:tc>
                  <a:txBody>
                    <a:bodyPr/>
                    <a:lstStyle/>
                    <a:p>
                      <a:pPr algn="ctr"/>
                      <a:r>
                        <a:rPr lang="en-US" sz="1050" dirty="0"/>
                        <a:t>16</a:t>
                      </a:r>
                    </a:p>
                  </a:txBody>
                  <a:tcPr anchor="ctr"/>
                </a:tc>
                <a:tc>
                  <a:txBody>
                    <a:bodyPr/>
                    <a:lstStyle/>
                    <a:p>
                      <a:pPr algn="ctr"/>
                      <a:r>
                        <a:rPr lang="en-US" sz="1050" dirty="0"/>
                        <a:t>Perform integration testing early and often, Ensure data quality and combability before model deployment, leverage APIs and middleware </a:t>
                      </a:r>
                    </a:p>
                  </a:txBody>
                  <a:tcPr anchor="ctr"/>
                </a:tc>
                <a:tc>
                  <a:txBody>
                    <a:bodyPr/>
                    <a:lstStyle/>
                    <a:p>
                      <a:pPr algn="ctr"/>
                      <a:r>
                        <a:rPr lang="en-US" sz="1050" dirty="0"/>
                        <a:t>Systems team</a:t>
                      </a:r>
                    </a:p>
                  </a:txBody>
                  <a:tcPr anchor="ctr"/>
                </a:tc>
                <a:tc>
                  <a:txBody>
                    <a:bodyPr/>
                    <a:lstStyle/>
                    <a:p>
                      <a:pPr algn="ctr"/>
                      <a:r>
                        <a:rPr lang="en-US" sz="1050" dirty="0"/>
                        <a:t>Open</a:t>
                      </a:r>
                    </a:p>
                  </a:txBody>
                  <a:tcPr anchor="ctr"/>
                </a:tc>
                <a:extLst>
                  <a:ext uri="{0D108BD9-81ED-4DB2-BD59-A6C34878D82A}">
                    <a16:rowId xmlns:a16="http://schemas.microsoft.com/office/drawing/2014/main" val="2491902468"/>
                  </a:ext>
                </a:extLst>
              </a:tr>
              <a:tr h="405612">
                <a:tc>
                  <a:txBody>
                    <a:bodyPr/>
                    <a:lstStyle/>
                    <a:p>
                      <a:pPr algn="ctr"/>
                      <a:r>
                        <a:rPr lang="en-US" sz="1050" dirty="0"/>
                        <a:t>R4</a:t>
                      </a:r>
                    </a:p>
                  </a:txBody>
                  <a:tcPr anchor="ctr"/>
                </a:tc>
                <a:tc>
                  <a:txBody>
                    <a:bodyPr/>
                    <a:lstStyle/>
                    <a:p>
                      <a:pPr algn="ctr"/>
                      <a:r>
                        <a:rPr lang="en-US" sz="1050" dirty="0"/>
                        <a:t>Scope Creep</a:t>
                      </a:r>
                    </a:p>
                  </a:txBody>
                  <a:tcPr anchor="ctr"/>
                </a:tc>
                <a:tc>
                  <a:txBody>
                    <a:bodyPr/>
                    <a:lstStyle/>
                    <a:p>
                      <a:pPr algn="ctr"/>
                      <a:endParaRPr lang="en-US" sz="1050" dirty="0"/>
                    </a:p>
                  </a:txBody>
                  <a:tcPr anchor="ctr"/>
                </a:tc>
                <a:tc>
                  <a:txBody>
                    <a:bodyPr/>
                    <a:lstStyle/>
                    <a:p>
                      <a:pPr algn="ctr"/>
                      <a:r>
                        <a:rPr lang="en-US" sz="1050" dirty="0"/>
                        <a:t>Project</a:t>
                      </a:r>
                    </a:p>
                  </a:txBody>
                  <a:tcPr anchor="ctr"/>
                </a:tc>
                <a:tc>
                  <a:txBody>
                    <a:bodyPr/>
                    <a:lstStyle/>
                    <a:p>
                      <a:pPr algn="ctr"/>
                      <a:r>
                        <a:rPr lang="en-US" sz="1050" dirty="0"/>
                        <a:t>4</a:t>
                      </a:r>
                    </a:p>
                  </a:txBody>
                  <a:tcPr anchor="ctr"/>
                </a:tc>
                <a:tc>
                  <a:txBody>
                    <a:bodyPr/>
                    <a:lstStyle/>
                    <a:p>
                      <a:pPr algn="ctr"/>
                      <a:r>
                        <a:rPr lang="en-US" sz="1050" dirty="0"/>
                        <a:t>3</a:t>
                      </a:r>
                    </a:p>
                  </a:txBody>
                  <a:tcPr anchor="ctr"/>
                </a:tc>
                <a:tc>
                  <a:txBody>
                    <a:bodyPr/>
                    <a:lstStyle/>
                    <a:p>
                      <a:pPr algn="ctr"/>
                      <a:r>
                        <a:rPr lang="en-US" sz="1050" dirty="0"/>
                        <a:t>12</a:t>
                      </a:r>
                    </a:p>
                  </a:txBody>
                  <a:tcPr anchor="ctr"/>
                </a:tc>
                <a:tc>
                  <a:txBody>
                    <a:bodyPr/>
                    <a:lstStyle/>
                    <a:p>
                      <a:pPr algn="ctr"/>
                      <a:endParaRPr lang="en-US" sz="1050" dirty="0"/>
                    </a:p>
                  </a:txBody>
                  <a:tcPr anchor="ctr"/>
                </a:tc>
                <a:tc>
                  <a:txBody>
                    <a:bodyPr/>
                    <a:lstStyle/>
                    <a:p>
                      <a:pPr algn="ctr"/>
                      <a:r>
                        <a:rPr lang="en-US" sz="1050" dirty="0"/>
                        <a:t>Project Manager</a:t>
                      </a:r>
                    </a:p>
                  </a:txBody>
                  <a:tcPr anchor="ctr"/>
                </a:tc>
                <a:tc>
                  <a:txBody>
                    <a:bodyPr/>
                    <a:lstStyle/>
                    <a:p>
                      <a:pPr algn="ctr"/>
                      <a:r>
                        <a:rPr kumimoji="0" lang="en-US" sz="1050" b="0" i="0" u="none" strike="noStrike" kern="1200" cap="none" spc="0" normalizeH="0" baseline="0" noProof="0">
                          <a:ln>
                            <a:noFill/>
                          </a:ln>
                          <a:solidFill>
                            <a:prstClr val="black"/>
                          </a:solidFill>
                          <a:effectLst/>
                          <a:uLnTx/>
                          <a:uFillTx/>
                          <a:latin typeface="Aptos" panose="02110004020202020204"/>
                          <a:ea typeface="+mn-ea"/>
                          <a:cs typeface="+mn-cs"/>
                        </a:rPr>
                        <a:t>Open</a:t>
                      </a:r>
                      <a:endParaRPr lang="en-US" sz="1050" dirty="0"/>
                    </a:p>
                  </a:txBody>
                  <a:tcPr anchor="ctr"/>
                </a:tc>
                <a:extLst>
                  <a:ext uri="{0D108BD9-81ED-4DB2-BD59-A6C34878D82A}">
                    <a16:rowId xmlns:a16="http://schemas.microsoft.com/office/drawing/2014/main" val="272941528"/>
                  </a:ext>
                </a:extLst>
              </a:tr>
              <a:tr h="405612">
                <a:tc>
                  <a:txBody>
                    <a:bodyPr/>
                    <a:lstStyle/>
                    <a:p>
                      <a:pPr algn="ctr"/>
                      <a:r>
                        <a:rPr lang="en-US" sz="1050" dirty="0"/>
                        <a:t>R5</a:t>
                      </a:r>
                    </a:p>
                  </a:txBody>
                  <a:tcPr anchor="ctr"/>
                </a:tc>
                <a:tc>
                  <a:txBody>
                    <a:bodyPr/>
                    <a:lstStyle/>
                    <a:p>
                      <a:pPr algn="ctr"/>
                      <a:r>
                        <a:rPr lang="en-US" sz="1050" dirty="0"/>
                        <a:t>Data Quality</a:t>
                      </a:r>
                    </a:p>
                  </a:txBody>
                  <a:tcPr anchor="ctr"/>
                </a:tc>
                <a:tc>
                  <a:txBody>
                    <a:bodyPr/>
                    <a:lstStyle/>
                    <a:p>
                      <a:pPr algn="ctr"/>
                      <a:endParaRPr lang="en-US" sz="1050" dirty="0"/>
                    </a:p>
                  </a:txBody>
                  <a:tcPr anchor="ctr"/>
                </a:tc>
                <a:tc>
                  <a:txBody>
                    <a:bodyPr/>
                    <a:lstStyle/>
                    <a:p>
                      <a:pPr algn="ctr"/>
                      <a:r>
                        <a:rPr lang="en-US" sz="1050" dirty="0"/>
                        <a:t>Data</a:t>
                      </a:r>
                    </a:p>
                  </a:txBody>
                  <a:tcPr anchor="ctr"/>
                </a:tc>
                <a:tc>
                  <a:txBody>
                    <a:bodyPr/>
                    <a:lstStyle/>
                    <a:p>
                      <a:pPr algn="ctr"/>
                      <a:r>
                        <a:rPr lang="en-US" sz="1050" dirty="0"/>
                        <a:t>3</a:t>
                      </a:r>
                    </a:p>
                  </a:txBody>
                  <a:tcPr anchor="ctr"/>
                </a:tc>
                <a:tc>
                  <a:txBody>
                    <a:bodyPr/>
                    <a:lstStyle/>
                    <a:p>
                      <a:pPr algn="ctr"/>
                      <a:r>
                        <a:rPr lang="en-US" sz="1050" dirty="0"/>
                        <a:t>4</a:t>
                      </a:r>
                    </a:p>
                  </a:txBody>
                  <a:tcPr anchor="ctr"/>
                </a:tc>
                <a:tc>
                  <a:txBody>
                    <a:bodyPr/>
                    <a:lstStyle/>
                    <a:p>
                      <a:pPr algn="ctr"/>
                      <a:r>
                        <a:rPr lang="en-US" sz="1050" dirty="0"/>
                        <a:t>12</a:t>
                      </a:r>
                    </a:p>
                  </a:txBody>
                  <a:tcPr anchor="ctr"/>
                </a:tc>
                <a:tc>
                  <a:txBody>
                    <a:bodyPr/>
                    <a:lstStyle/>
                    <a:p>
                      <a:pPr algn="ctr"/>
                      <a:endParaRPr lang="en-US" sz="1050" dirty="0"/>
                    </a:p>
                  </a:txBody>
                  <a:tcPr anchor="ctr"/>
                </a:tc>
                <a:tc>
                  <a:txBody>
                    <a:bodyPr/>
                    <a:lstStyle/>
                    <a:p>
                      <a:pPr algn="ctr"/>
                      <a:r>
                        <a:rPr lang="en-US" sz="1050" dirty="0"/>
                        <a:t>Data Engineers</a:t>
                      </a:r>
                    </a:p>
                  </a:txBody>
                  <a:tcPr anchor="ctr"/>
                </a:tc>
                <a:tc>
                  <a:txBody>
                    <a:bodyPr/>
                    <a:lstStyle/>
                    <a:p>
                      <a:pPr algn="ctr"/>
                      <a:r>
                        <a:rPr kumimoji="0" lang="en-US" sz="1050" b="0" i="0" u="none" strike="noStrike" kern="1200" cap="none" spc="0" normalizeH="0" baseline="0" noProof="0">
                          <a:ln>
                            <a:noFill/>
                          </a:ln>
                          <a:solidFill>
                            <a:prstClr val="black"/>
                          </a:solidFill>
                          <a:effectLst/>
                          <a:uLnTx/>
                          <a:uFillTx/>
                          <a:latin typeface="Aptos" panose="02110004020202020204"/>
                          <a:ea typeface="+mn-ea"/>
                          <a:cs typeface="+mn-cs"/>
                        </a:rPr>
                        <a:t>Open</a:t>
                      </a:r>
                      <a:endParaRPr lang="en-US" sz="1050" dirty="0"/>
                    </a:p>
                  </a:txBody>
                  <a:tcPr anchor="ctr"/>
                </a:tc>
                <a:extLst>
                  <a:ext uri="{0D108BD9-81ED-4DB2-BD59-A6C34878D82A}">
                    <a16:rowId xmlns:a16="http://schemas.microsoft.com/office/drawing/2014/main" val="3864613491"/>
                  </a:ext>
                </a:extLst>
              </a:tr>
              <a:tr h="405612">
                <a:tc>
                  <a:txBody>
                    <a:bodyPr/>
                    <a:lstStyle/>
                    <a:p>
                      <a:pPr algn="ctr"/>
                      <a:r>
                        <a:rPr lang="en-US" sz="1050" dirty="0"/>
                        <a:t>R6</a:t>
                      </a:r>
                    </a:p>
                  </a:txBody>
                  <a:tcPr anchor="ctr"/>
                </a:tc>
                <a:tc>
                  <a:txBody>
                    <a:bodyPr/>
                    <a:lstStyle/>
                    <a:p>
                      <a:pPr algn="ctr"/>
                      <a:r>
                        <a:rPr lang="en-US" sz="1050" dirty="0"/>
                        <a:t>Bloated Platform</a:t>
                      </a:r>
                    </a:p>
                  </a:txBody>
                  <a:tcPr anchor="ctr"/>
                </a:tc>
                <a:tc>
                  <a:txBody>
                    <a:bodyPr/>
                    <a:lstStyle/>
                    <a:p>
                      <a:pPr algn="ctr"/>
                      <a:endParaRPr lang="en-US" sz="1050" dirty="0"/>
                    </a:p>
                  </a:txBody>
                  <a:tcPr anchor="ctr"/>
                </a:tc>
                <a:tc>
                  <a:txBody>
                    <a:bodyPr/>
                    <a:lstStyle/>
                    <a:p>
                      <a:pPr algn="ctr"/>
                      <a:r>
                        <a:rPr lang="en-US" sz="1050" dirty="0"/>
                        <a:t>Project</a:t>
                      </a:r>
                    </a:p>
                  </a:txBody>
                  <a:tcPr anchor="ctr"/>
                </a:tc>
                <a:tc>
                  <a:txBody>
                    <a:bodyPr/>
                    <a:lstStyle/>
                    <a:p>
                      <a:pPr algn="ctr"/>
                      <a:r>
                        <a:rPr lang="en-US" sz="1050" dirty="0"/>
                        <a:t>3</a:t>
                      </a:r>
                    </a:p>
                  </a:txBody>
                  <a:tcPr anchor="ctr"/>
                </a:tc>
                <a:tc>
                  <a:txBody>
                    <a:bodyPr/>
                    <a:lstStyle/>
                    <a:p>
                      <a:pPr algn="ctr"/>
                      <a:r>
                        <a:rPr lang="en-US" sz="1050" dirty="0"/>
                        <a:t>4</a:t>
                      </a:r>
                    </a:p>
                  </a:txBody>
                  <a:tcPr anchor="ctr"/>
                </a:tc>
                <a:tc>
                  <a:txBody>
                    <a:bodyPr/>
                    <a:lstStyle/>
                    <a:p>
                      <a:pPr algn="ctr"/>
                      <a:r>
                        <a:rPr lang="en-US" sz="1050" dirty="0"/>
                        <a:t>12</a:t>
                      </a:r>
                    </a:p>
                  </a:txBody>
                  <a:tcPr anchor="ctr"/>
                </a:tc>
                <a:tc>
                  <a:txBody>
                    <a:bodyPr/>
                    <a:lstStyle/>
                    <a:p>
                      <a:pPr algn="ctr"/>
                      <a:endParaRPr lang="en-US" sz="1050" dirty="0"/>
                    </a:p>
                  </a:txBody>
                  <a:tcPr anchor="ctr"/>
                </a:tc>
                <a:tc>
                  <a:txBody>
                    <a:bodyPr/>
                    <a:lstStyle/>
                    <a:p>
                      <a:pPr algn="ctr"/>
                      <a:r>
                        <a:rPr lang="en-US" sz="1050" dirty="0"/>
                        <a:t>Project Manager</a:t>
                      </a:r>
                    </a:p>
                  </a:txBody>
                  <a:tcPr anchor="ctr"/>
                </a:tc>
                <a:tc>
                  <a:txBody>
                    <a:bodyPr/>
                    <a:lstStyle/>
                    <a:p>
                      <a:pPr algn="ctr"/>
                      <a:r>
                        <a:rPr lang="en-US" sz="1050" dirty="0"/>
                        <a:t>Open</a:t>
                      </a:r>
                    </a:p>
                  </a:txBody>
                  <a:tcPr anchor="ctr"/>
                </a:tc>
                <a:extLst>
                  <a:ext uri="{0D108BD9-81ED-4DB2-BD59-A6C34878D82A}">
                    <a16:rowId xmlns:a16="http://schemas.microsoft.com/office/drawing/2014/main" val="2205417631"/>
                  </a:ext>
                </a:extLst>
              </a:tr>
              <a:tr h="417151">
                <a:tc>
                  <a:txBody>
                    <a:bodyPr/>
                    <a:lstStyle/>
                    <a:p>
                      <a:pPr algn="ctr"/>
                      <a:r>
                        <a:rPr lang="en-US" sz="1050" dirty="0"/>
                        <a:t>R7</a:t>
                      </a:r>
                    </a:p>
                  </a:txBody>
                  <a:tcPr anchor="ctr"/>
                </a:tc>
                <a:tc>
                  <a:txBody>
                    <a:bodyPr/>
                    <a:lstStyle/>
                    <a:p>
                      <a:pPr algn="ctr"/>
                      <a:r>
                        <a:rPr lang="en-US" sz="1050" dirty="0"/>
                        <a:t>Developer Burnout</a:t>
                      </a:r>
                    </a:p>
                  </a:txBody>
                  <a:tcPr anchor="ctr"/>
                </a:tc>
                <a:tc>
                  <a:txBody>
                    <a:bodyPr/>
                    <a:lstStyle/>
                    <a:p>
                      <a:pPr algn="ctr"/>
                      <a:endParaRPr lang="en-US" sz="1050" dirty="0"/>
                    </a:p>
                  </a:txBody>
                  <a:tcPr anchor="ctr"/>
                </a:tc>
                <a:tc>
                  <a:txBody>
                    <a:bodyPr/>
                    <a:lstStyle/>
                    <a:p>
                      <a:pPr algn="ctr"/>
                      <a:r>
                        <a:rPr lang="en-US" sz="1050" dirty="0"/>
                        <a:t>Project</a:t>
                      </a:r>
                    </a:p>
                  </a:txBody>
                  <a:tcPr anchor="ctr"/>
                </a:tc>
                <a:tc>
                  <a:txBody>
                    <a:bodyPr/>
                    <a:lstStyle/>
                    <a:p>
                      <a:pPr algn="ctr"/>
                      <a:r>
                        <a:rPr lang="en-US" sz="1050" dirty="0"/>
                        <a:t>4</a:t>
                      </a:r>
                    </a:p>
                  </a:txBody>
                  <a:tcPr anchor="ctr"/>
                </a:tc>
                <a:tc>
                  <a:txBody>
                    <a:bodyPr/>
                    <a:lstStyle/>
                    <a:p>
                      <a:pPr algn="ctr"/>
                      <a:r>
                        <a:rPr lang="en-US" sz="1050" dirty="0"/>
                        <a:t>3</a:t>
                      </a:r>
                    </a:p>
                  </a:txBody>
                  <a:tcPr anchor="ctr"/>
                </a:tc>
                <a:tc>
                  <a:txBody>
                    <a:bodyPr/>
                    <a:lstStyle/>
                    <a:p>
                      <a:pPr algn="ctr"/>
                      <a:r>
                        <a:rPr lang="en-US" sz="1050" dirty="0"/>
                        <a:t>12</a:t>
                      </a:r>
                    </a:p>
                  </a:txBody>
                  <a:tcPr anchor="ctr"/>
                </a:tc>
                <a:tc>
                  <a:txBody>
                    <a:bodyPr/>
                    <a:lstStyle/>
                    <a:p>
                      <a:pPr algn="ctr"/>
                      <a:endParaRPr lang="en-US" sz="1050" dirty="0"/>
                    </a:p>
                  </a:txBody>
                  <a:tcPr anchor="ctr"/>
                </a:tc>
                <a:tc>
                  <a:txBody>
                    <a:bodyPr/>
                    <a:lstStyle/>
                    <a:p>
                      <a:pPr algn="ctr"/>
                      <a:r>
                        <a:rPr lang="en-US" sz="1050" dirty="0"/>
                        <a:t>Project Manager</a:t>
                      </a:r>
                    </a:p>
                  </a:txBody>
                  <a:tcPr anchor="ctr"/>
                </a:tc>
                <a:tc>
                  <a:txBody>
                    <a:bodyPr/>
                    <a:lstStyle/>
                    <a:p>
                      <a:pPr algn="ctr"/>
                      <a:r>
                        <a:rPr lang="en-US" sz="1050" dirty="0"/>
                        <a:t>Open</a:t>
                      </a:r>
                    </a:p>
                  </a:txBody>
                  <a:tcPr anchor="ctr"/>
                </a:tc>
                <a:extLst>
                  <a:ext uri="{0D108BD9-81ED-4DB2-BD59-A6C34878D82A}">
                    <a16:rowId xmlns:a16="http://schemas.microsoft.com/office/drawing/2014/main" val="659152749"/>
                  </a:ext>
                </a:extLst>
              </a:tr>
              <a:tr h="563350">
                <a:tc>
                  <a:txBody>
                    <a:bodyPr/>
                    <a:lstStyle/>
                    <a:p>
                      <a:pPr algn="ctr"/>
                      <a:r>
                        <a:rPr lang="en-US" sz="1050" dirty="0"/>
                        <a:t>R8</a:t>
                      </a:r>
                    </a:p>
                  </a:txBody>
                  <a:tcPr anchor="ctr"/>
                </a:tc>
                <a:tc>
                  <a:txBody>
                    <a:bodyPr/>
                    <a:lstStyle/>
                    <a:p>
                      <a:pPr algn="ctr"/>
                      <a:r>
                        <a:rPr lang="en-US" sz="1050" dirty="0"/>
                        <a:t>Security Vulnerabilities</a:t>
                      </a:r>
                    </a:p>
                  </a:txBody>
                  <a:tcPr anchor="ctr"/>
                </a:tc>
                <a:tc>
                  <a:txBody>
                    <a:bodyPr/>
                    <a:lstStyle/>
                    <a:p>
                      <a:pPr algn="ctr"/>
                      <a:endParaRPr lang="en-US" sz="1050" dirty="0"/>
                    </a:p>
                  </a:txBody>
                  <a:tcPr anchor="ctr"/>
                </a:tc>
                <a:tc>
                  <a:txBody>
                    <a:bodyPr/>
                    <a:lstStyle/>
                    <a:p>
                      <a:pPr algn="ctr"/>
                      <a:r>
                        <a:rPr lang="en-US" sz="1050" dirty="0"/>
                        <a:t>Cybersecurity</a:t>
                      </a:r>
                    </a:p>
                  </a:txBody>
                  <a:tcPr anchor="ctr"/>
                </a:tc>
                <a:tc>
                  <a:txBody>
                    <a:bodyPr/>
                    <a:lstStyle/>
                    <a:p>
                      <a:pPr algn="ctr"/>
                      <a:r>
                        <a:rPr lang="en-US" sz="1050" dirty="0"/>
                        <a:t>2</a:t>
                      </a:r>
                    </a:p>
                  </a:txBody>
                  <a:tcPr anchor="ctr"/>
                </a:tc>
                <a:tc>
                  <a:txBody>
                    <a:bodyPr/>
                    <a:lstStyle/>
                    <a:p>
                      <a:pPr algn="ctr"/>
                      <a:r>
                        <a:rPr lang="en-US" sz="1050" dirty="0"/>
                        <a:t>5</a:t>
                      </a:r>
                    </a:p>
                  </a:txBody>
                  <a:tcPr anchor="ctr"/>
                </a:tc>
                <a:tc>
                  <a:txBody>
                    <a:bodyPr/>
                    <a:lstStyle/>
                    <a:p>
                      <a:pPr algn="ctr"/>
                      <a:r>
                        <a:rPr lang="en-US" sz="1050" dirty="0"/>
                        <a:t>10</a:t>
                      </a:r>
                    </a:p>
                  </a:txBody>
                  <a:tcPr anchor="ctr"/>
                </a:tc>
                <a:tc>
                  <a:txBody>
                    <a:bodyPr/>
                    <a:lstStyle/>
                    <a:p>
                      <a:pPr algn="ctr"/>
                      <a:endParaRPr lang="en-US" sz="1050" dirty="0"/>
                    </a:p>
                  </a:txBody>
                  <a:tcPr anchor="ctr"/>
                </a:tc>
                <a:tc>
                  <a:txBody>
                    <a:bodyPr/>
                    <a:lstStyle/>
                    <a:p>
                      <a:pPr algn="ctr"/>
                      <a:r>
                        <a:rPr lang="en-US" sz="1050" dirty="0"/>
                        <a:t>Security Team</a:t>
                      </a:r>
                    </a:p>
                  </a:txBody>
                  <a:tcPr anchor="ctr"/>
                </a:tc>
                <a:tc>
                  <a:txBody>
                    <a:bodyPr/>
                    <a:lstStyle/>
                    <a:p>
                      <a:pPr algn="ctr"/>
                      <a:r>
                        <a:rPr kumimoji="0" lang="en-US" sz="1050" b="0" i="0" u="none" strike="noStrike" kern="1200" cap="none" spc="0" normalizeH="0" baseline="0" noProof="0">
                          <a:ln>
                            <a:noFill/>
                          </a:ln>
                          <a:solidFill>
                            <a:prstClr val="black"/>
                          </a:solidFill>
                          <a:effectLst/>
                          <a:uLnTx/>
                          <a:uFillTx/>
                          <a:latin typeface="Aptos" panose="02110004020202020204"/>
                          <a:ea typeface="+mn-ea"/>
                          <a:cs typeface="+mn-cs"/>
                        </a:rPr>
                        <a:t>Open</a:t>
                      </a:r>
                      <a:endParaRPr lang="en-US" sz="1050" dirty="0"/>
                    </a:p>
                  </a:txBody>
                  <a:tcPr anchor="ctr"/>
                </a:tc>
                <a:extLst>
                  <a:ext uri="{0D108BD9-81ED-4DB2-BD59-A6C34878D82A}">
                    <a16:rowId xmlns:a16="http://schemas.microsoft.com/office/drawing/2014/main" val="1732395623"/>
                  </a:ext>
                </a:extLst>
              </a:tr>
              <a:tr h="563350">
                <a:tc>
                  <a:txBody>
                    <a:bodyPr/>
                    <a:lstStyle/>
                    <a:p>
                      <a:pPr algn="ctr"/>
                      <a:r>
                        <a:rPr lang="en-US" sz="1050" dirty="0"/>
                        <a:t>R9</a:t>
                      </a:r>
                    </a:p>
                  </a:txBody>
                  <a:tcPr anchor="ctr"/>
                </a:tc>
                <a:tc>
                  <a:txBody>
                    <a:bodyPr/>
                    <a:lstStyle/>
                    <a:p>
                      <a:pPr algn="ctr"/>
                      <a:r>
                        <a:rPr lang="en-US" sz="1050" dirty="0"/>
                        <a:t>Model Drift</a:t>
                      </a:r>
                    </a:p>
                  </a:txBody>
                  <a:tcPr anchor="ctr"/>
                </a:tc>
                <a:tc>
                  <a:txBody>
                    <a:bodyPr/>
                    <a:lstStyle/>
                    <a:p>
                      <a:pPr algn="ctr"/>
                      <a:endParaRPr lang="en-US" sz="1050" dirty="0"/>
                    </a:p>
                  </a:txBody>
                  <a:tcPr anchor="ctr"/>
                </a:tc>
                <a:tc>
                  <a:txBody>
                    <a:bodyPr/>
                    <a:lstStyle/>
                    <a:p>
                      <a:pPr algn="ctr"/>
                      <a:r>
                        <a:rPr lang="en-US" sz="1050" dirty="0"/>
                        <a:t>Operations</a:t>
                      </a:r>
                    </a:p>
                  </a:txBody>
                  <a:tcPr anchor="ctr"/>
                </a:tc>
                <a:tc>
                  <a:txBody>
                    <a:bodyPr/>
                    <a:lstStyle/>
                    <a:p>
                      <a:pPr algn="ctr"/>
                      <a:r>
                        <a:rPr lang="en-US" sz="1050" dirty="0"/>
                        <a:t>3</a:t>
                      </a:r>
                    </a:p>
                  </a:txBody>
                  <a:tcPr anchor="ctr"/>
                </a:tc>
                <a:tc>
                  <a:txBody>
                    <a:bodyPr/>
                    <a:lstStyle/>
                    <a:p>
                      <a:pPr algn="ctr"/>
                      <a:r>
                        <a:rPr lang="en-US" sz="1050" dirty="0"/>
                        <a:t>3</a:t>
                      </a:r>
                    </a:p>
                  </a:txBody>
                  <a:tcPr anchor="ctr"/>
                </a:tc>
                <a:tc>
                  <a:txBody>
                    <a:bodyPr/>
                    <a:lstStyle/>
                    <a:p>
                      <a:pPr algn="ctr"/>
                      <a:r>
                        <a:rPr lang="en-US" sz="1050" dirty="0"/>
                        <a:t>9</a:t>
                      </a:r>
                    </a:p>
                  </a:txBody>
                  <a:tcPr anchor="ctr"/>
                </a:tc>
                <a:tc>
                  <a:txBody>
                    <a:bodyPr/>
                    <a:lstStyle/>
                    <a:p>
                      <a:pPr algn="ctr"/>
                      <a:endParaRPr lang="en-US" sz="1050" dirty="0"/>
                    </a:p>
                  </a:txBody>
                  <a:tcPr anchor="ctr"/>
                </a:tc>
                <a:tc>
                  <a:txBody>
                    <a:bodyPr/>
                    <a:lstStyle/>
                    <a:p>
                      <a:pPr algn="ctr"/>
                      <a:r>
                        <a:rPr lang="en-US" sz="1050" dirty="0"/>
                        <a:t>ML Engineering Team</a:t>
                      </a:r>
                    </a:p>
                  </a:txBody>
                  <a:tcPr anchor="ctr"/>
                </a:tc>
                <a:tc>
                  <a:txBody>
                    <a:bodyPr/>
                    <a:lstStyle/>
                    <a:p>
                      <a:pPr algn="ct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Open</a:t>
                      </a:r>
                      <a:endParaRPr lang="en-US" sz="1050" dirty="0"/>
                    </a:p>
                  </a:txBody>
                  <a:tcPr anchor="ctr"/>
                </a:tc>
                <a:extLst>
                  <a:ext uri="{0D108BD9-81ED-4DB2-BD59-A6C34878D82A}">
                    <a16:rowId xmlns:a16="http://schemas.microsoft.com/office/drawing/2014/main" val="663539784"/>
                  </a:ext>
                </a:extLst>
              </a:tr>
              <a:tr h="405612">
                <a:tc>
                  <a:txBody>
                    <a:bodyPr/>
                    <a:lstStyle/>
                    <a:p>
                      <a:pPr algn="ctr"/>
                      <a:r>
                        <a:rPr lang="en-US" sz="1050" dirty="0"/>
                        <a:t>R10</a:t>
                      </a:r>
                    </a:p>
                  </a:txBody>
                  <a:tcPr anchor="ctr"/>
                </a:tc>
                <a:tc>
                  <a:txBody>
                    <a:bodyPr/>
                    <a:lstStyle/>
                    <a:p>
                      <a:pPr algn="ctr"/>
                      <a:r>
                        <a:rPr lang="en-US" sz="1050" dirty="0"/>
                        <a:t>Overbudget</a:t>
                      </a:r>
                    </a:p>
                  </a:txBody>
                  <a:tcPr anchor="ctr"/>
                </a:tc>
                <a:tc>
                  <a:txBody>
                    <a:bodyPr/>
                    <a:lstStyle/>
                    <a:p>
                      <a:pPr algn="ctr"/>
                      <a:endParaRPr lang="en-US" sz="1050" dirty="0"/>
                    </a:p>
                  </a:txBody>
                  <a:tcPr anchor="ctr"/>
                </a:tc>
                <a:tc>
                  <a:txBody>
                    <a:bodyPr/>
                    <a:lstStyle/>
                    <a:p>
                      <a:pPr algn="ctr"/>
                      <a:r>
                        <a:rPr lang="en-US" sz="1050" dirty="0"/>
                        <a:t>Project</a:t>
                      </a:r>
                    </a:p>
                  </a:txBody>
                  <a:tcPr anchor="ctr"/>
                </a:tc>
                <a:tc>
                  <a:txBody>
                    <a:bodyPr/>
                    <a:lstStyle/>
                    <a:p>
                      <a:pPr algn="ctr"/>
                      <a:r>
                        <a:rPr lang="en-US" sz="1050" dirty="0"/>
                        <a:t>4</a:t>
                      </a:r>
                    </a:p>
                  </a:txBody>
                  <a:tcPr anchor="ctr"/>
                </a:tc>
                <a:tc>
                  <a:txBody>
                    <a:bodyPr/>
                    <a:lstStyle/>
                    <a:p>
                      <a:pPr algn="ctr"/>
                      <a:r>
                        <a:rPr lang="en-US" sz="1050" dirty="0"/>
                        <a:t>2</a:t>
                      </a:r>
                    </a:p>
                  </a:txBody>
                  <a:tcPr anchor="ctr"/>
                </a:tc>
                <a:tc>
                  <a:txBody>
                    <a:bodyPr/>
                    <a:lstStyle/>
                    <a:p>
                      <a:pPr algn="ctr"/>
                      <a:r>
                        <a:rPr lang="en-US" sz="1050" dirty="0"/>
                        <a:t>8</a:t>
                      </a:r>
                    </a:p>
                  </a:txBody>
                  <a:tcPr anchor="ctr"/>
                </a:tc>
                <a:tc>
                  <a:txBody>
                    <a:bodyPr/>
                    <a:lstStyle/>
                    <a:p>
                      <a:pPr algn="ctr"/>
                      <a:endParaRPr lang="en-US" sz="1050" dirty="0"/>
                    </a:p>
                  </a:txBody>
                  <a:tcPr anchor="ctr"/>
                </a:tc>
                <a:tc>
                  <a:txBody>
                    <a:bodyPr/>
                    <a:lstStyle/>
                    <a:p>
                      <a:pPr algn="ctr"/>
                      <a:r>
                        <a:rPr lang="en-US" sz="1050" dirty="0"/>
                        <a:t>Project Manager</a:t>
                      </a:r>
                    </a:p>
                  </a:txBody>
                  <a:tcPr anchor="ctr"/>
                </a:tc>
                <a:tc>
                  <a:txBody>
                    <a:bodyPr/>
                    <a:lstStyle/>
                    <a:p>
                      <a:pPr algn="ctr"/>
                      <a:r>
                        <a:rPr lang="en-US" sz="1050" dirty="0"/>
                        <a:t>Open</a:t>
                      </a:r>
                    </a:p>
                  </a:txBody>
                  <a:tcPr anchor="ctr"/>
                </a:tc>
                <a:extLst>
                  <a:ext uri="{0D108BD9-81ED-4DB2-BD59-A6C34878D82A}">
                    <a16:rowId xmlns:a16="http://schemas.microsoft.com/office/drawing/2014/main" val="1331167170"/>
                  </a:ext>
                </a:extLst>
              </a:tr>
              <a:tr h="417151">
                <a:tc>
                  <a:txBody>
                    <a:bodyPr/>
                    <a:lstStyle/>
                    <a:p>
                      <a:pPr algn="ctr"/>
                      <a:r>
                        <a:rPr lang="en-US" sz="1050" dirty="0"/>
                        <a:t>R11</a:t>
                      </a:r>
                    </a:p>
                  </a:txBody>
                  <a:tcPr anchor="ctr"/>
                </a:tc>
                <a:tc>
                  <a:txBody>
                    <a:bodyPr/>
                    <a:lstStyle/>
                    <a:p>
                      <a:pPr algn="ctr"/>
                      <a:r>
                        <a:rPr lang="en-US" sz="1050" dirty="0"/>
                        <a:t>Stakeholder Confusion</a:t>
                      </a:r>
                    </a:p>
                  </a:txBody>
                  <a:tcPr anchor="ctr"/>
                </a:tc>
                <a:tc>
                  <a:txBody>
                    <a:bodyPr/>
                    <a:lstStyle/>
                    <a:p>
                      <a:pPr algn="ctr"/>
                      <a:endParaRPr lang="en-US" sz="1050" dirty="0"/>
                    </a:p>
                  </a:txBody>
                  <a:tcPr anchor="ctr"/>
                </a:tc>
                <a:tc>
                  <a:txBody>
                    <a:bodyPr/>
                    <a:lstStyle/>
                    <a:p>
                      <a:pPr algn="ctr"/>
                      <a:r>
                        <a:rPr lang="en-US" sz="1050" dirty="0"/>
                        <a:t>Organizational</a:t>
                      </a:r>
                    </a:p>
                  </a:txBody>
                  <a:tcPr anchor="ctr"/>
                </a:tc>
                <a:tc>
                  <a:txBody>
                    <a:bodyPr/>
                    <a:lstStyle/>
                    <a:p>
                      <a:pPr algn="ctr"/>
                      <a:r>
                        <a:rPr lang="en-US" sz="1050" dirty="0"/>
                        <a:t>2</a:t>
                      </a:r>
                    </a:p>
                  </a:txBody>
                  <a:tcPr anchor="ctr"/>
                </a:tc>
                <a:tc>
                  <a:txBody>
                    <a:bodyPr/>
                    <a:lstStyle/>
                    <a:p>
                      <a:pPr algn="ctr"/>
                      <a:r>
                        <a:rPr lang="en-US" sz="1050" dirty="0"/>
                        <a:t>3</a:t>
                      </a:r>
                    </a:p>
                  </a:txBody>
                  <a:tcPr anchor="ctr"/>
                </a:tc>
                <a:tc>
                  <a:txBody>
                    <a:bodyPr/>
                    <a:lstStyle/>
                    <a:p>
                      <a:pPr algn="ctr"/>
                      <a:r>
                        <a:rPr lang="en-US" sz="1050" dirty="0"/>
                        <a:t>6</a:t>
                      </a:r>
                    </a:p>
                  </a:txBody>
                  <a:tcPr anchor="ctr"/>
                </a:tc>
                <a:tc>
                  <a:txBody>
                    <a:bodyPr/>
                    <a:lstStyle/>
                    <a:p>
                      <a:pPr algn="ctr"/>
                      <a:endParaRPr lang="en-US" sz="1050" dirty="0"/>
                    </a:p>
                  </a:txBody>
                  <a:tcPr anchor="ctr"/>
                </a:tc>
                <a:tc>
                  <a:txBody>
                    <a:bodyPr/>
                    <a:lstStyle/>
                    <a:p>
                      <a:pPr algn="ctr"/>
                      <a:r>
                        <a:rPr lang="en-US" sz="1050" dirty="0"/>
                        <a:t>Business Analyst</a:t>
                      </a:r>
                    </a:p>
                  </a:txBody>
                  <a:tcPr anchor="ctr"/>
                </a:tc>
                <a:tc>
                  <a:txBody>
                    <a:bodyPr/>
                    <a:lstStyle/>
                    <a:p>
                      <a:pPr algn="ct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Open</a:t>
                      </a:r>
                      <a:endParaRPr lang="en-US" sz="1050" dirty="0"/>
                    </a:p>
                  </a:txBody>
                  <a:tcPr anchor="ctr"/>
                </a:tc>
                <a:extLst>
                  <a:ext uri="{0D108BD9-81ED-4DB2-BD59-A6C34878D82A}">
                    <a16:rowId xmlns:a16="http://schemas.microsoft.com/office/drawing/2014/main" val="184262433"/>
                  </a:ext>
                </a:extLst>
              </a:tr>
            </a:tbl>
          </a:graphicData>
        </a:graphic>
      </p:graphicFrame>
    </p:spTree>
    <p:extLst>
      <p:ext uri="{BB962C8B-B14F-4D97-AF65-F5344CB8AC3E}">
        <p14:creationId xmlns:p14="http://schemas.microsoft.com/office/powerpoint/2010/main" val="20825309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1A4DFA1C-7F7C-6EB2-6E9E-40F85B2A0FD1}"/>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dirty="0">
                <a:solidFill>
                  <a:srgbClr val="FFFFFF"/>
                </a:solidFill>
                <a:latin typeface="+mj-lt"/>
                <a:ea typeface="+mj-ea"/>
                <a:cs typeface="+mj-cs"/>
              </a:rPr>
              <a:t>Data Driven Decisions</a:t>
            </a:r>
          </a:p>
        </p:txBody>
      </p:sp>
      <p:sp>
        <p:nvSpPr>
          <p:cNvPr id="3" name="Text Placeholder 2">
            <a:extLst>
              <a:ext uri="{FF2B5EF4-FFF2-40B4-BE49-F238E27FC236}">
                <a16:creationId xmlns:a16="http://schemas.microsoft.com/office/drawing/2014/main" id="{8835E03E-FC2B-0209-C426-8D66C4C78D25}"/>
              </a:ext>
            </a:extLst>
          </p:cNvPr>
          <p:cNvSpPr>
            <a:spLocks noGrp="1"/>
          </p:cNvSpPr>
          <p:nvPr>
            <p:ph type="body" idx="1"/>
          </p:nvPr>
        </p:nvSpPr>
        <p:spPr>
          <a:xfrm>
            <a:off x="1350682" y="4870824"/>
            <a:ext cx="10005951" cy="1458258"/>
          </a:xfrm>
        </p:spPr>
        <p:txBody>
          <a:bodyPr vert="horz" lIns="91440" tIns="45720" rIns="91440" bIns="45720" rtlCol="0" anchor="ctr">
            <a:normAutofit/>
          </a:bodyPr>
          <a:lstStyle/>
          <a:p>
            <a:endParaRPr lang="en-US" sz="2400" kern="1200">
              <a:solidFill>
                <a:schemeClr val="tx1"/>
              </a:solidFill>
              <a:latin typeface="+mn-lt"/>
              <a:ea typeface="+mn-ea"/>
              <a:cs typeface="+mn-cs"/>
            </a:endParaRPr>
          </a:p>
        </p:txBody>
      </p:sp>
    </p:spTree>
    <p:extLst>
      <p:ext uri="{BB962C8B-B14F-4D97-AF65-F5344CB8AC3E}">
        <p14:creationId xmlns:p14="http://schemas.microsoft.com/office/powerpoint/2010/main" val="32273760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ADD9E64-3FE7-632B-1513-DEA4D24DAF95}"/>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Data-Driven Solutions</a:t>
            </a:r>
          </a:p>
        </p:txBody>
      </p:sp>
      <p:graphicFrame>
        <p:nvGraphicFramePr>
          <p:cNvPr id="5" name="Content Placeholder 2">
            <a:extLst>
              <a:ext uri="{FF2B5EF4-FFF2-40B4-BE49-F238E27FC236}">
                <a16:creationId xmlns:a16="http://schemas.microsoft.com/office/drawing/2014/main" id="{1ED06DE5-1BF2-17F2-BA68-8EBAB6A0B408}"/>
              </a:ext>
            </a:extLst>
          </p:cNvPr>
          <p:cNvGraphicFramePr>
            <a:graphicFrameLocks noGrp="1"/>
          </p:cNvGraphicFramePr>
          <p:nvPr>
            <p:ph idx="1"/>
            <p:extLst>
              <p:ext uri="{D42A27DB-BD31-4B8C-83A1-F6EECF244321}">
                <p14:modId xmlns:p14="http://schemas.microsoft.com/office/powerpoint/2010/main" val="248984558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80221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372EC79-4AC3-8737-B4DA-B7F2730FCD46}"/>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dirty="0">
                <a:solidFill>
                  <a:srgbClr val="FFFFFF"/>
                </a:solidFill>
                <a:latin typeface="+mj-lt"/>
                <a:ea typeface="+mj-ea"/>
                <a:cs typeface="+mj-cs"/>
              </a:rPr>
              <a:t>Customer Centric Approaches</a:t>
            </a:r>
          </a:p>
        </p:txBody>
      </p:sp>
      <p:sp>
        <p:nvSpPr>
          <p:cNvPr id="3" name="Text Placeholder 2">
            <a:extLst>
              <a:ext uri="{FF2B5EF4-FFF2-40B4-BE49-F238E27FC236}">
                <a16:creationId xmlns:a16="http://schemas.microsoft.com/office/drawing/2014/main" id="{7979AA4D-B5DE-FD53-4C43-64DAD50C4D13}"/>
              </a:ext>
            </a:extLst>
          </p:cNvPr>
          <p:cNvSpPr>
            <a:spLocks noGrp="1"/>
          </p:cNvSpPr>
          <p:nvPr>
            <p:ph type="body" idx="1"/>
          </p:nvPr>
        </p:nvSpPr>
        <p:spPr>
          <a:xfrm>
            <a:off x="1350682" y="4870824"/>
            <a:ext cx="10005951" cy="1458258"/>
          </a:xfrm>
        </p:spPr>
        <p:txBody>
          <a:bodyPr vert="horz" lIns="91440" tIns="45720" rIns="91440" bIns="45720" rtlCol="0" anchor="ctr">
            <a:normAutofit/>
          </a:bodyPr>
          <a:lstStyle/>
          <a:p>
            <a:endParaRPr lang="en-US" sz="2400" kern="1200">
              <a:solidFill>
                <a:schemeClr val="tx1"/>
              </a:solidFill>
              <a:latin typeface="+mn-lt"/>
              <a:ea typeface="+mn-ea"/>
              <a:cs typeface="+mn-cs"/>
            </a:endParaRPr>
          </a:p>
        </p:txBody>
      </p:sp>
    </p:spTree>
    <p:extLst>
      <p:ext uri="{BB962C8B-B14F-4D97-AF65-F5344CB8AC3E}">
        <p14:creationId xmlns:p14="http://schemas.microsoft.com/office/powerpoint/2010/main" val="1051079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3D370-202D-3014-1A8B-888BC57CBF3F}"/>
              </a:ext>
            </a:extLst>
          </p:cNvPr>
          <p:cNvSpPr>
            <a:spLocks noGrp="1"/>
          </p:cNvSpPr>
          <p:nvPr>
            <p:ph type="title"/>
          </p:nvPr>
        </p:nvSpPr>
        <p:spPr/>
        <p:txBody>
          <a:bodyPr/>
          <a:lstStyle/>
          <a:p>
            <a:r>
              <a:rPr lang="en-US" dirty="0"/>
              <a:t>Current Project Status</a:t>
            </a:r>
          </a:p>
        </p:txBody>
      </p:sp>
      <p:sp>
        <p:nvSpPr>
          <p:cNvPr id="3" name="Text Placeholder 2">
            <a:extLst>
              <a:ext uri="{FF2B5EF4-FFF2-40B4-BE49-F238E27FC236}">
                <a16:creationId xmlns:a16="http://schemas.microsoft.com/office/drawing/2014/main" id="{C84AC4F9-33DB-C1C1-9B18-F582397D28C5}"/>
              </a:ext>
            </a:extLst>
          </p:cNvPr>
          <p:cNvSpPr>
            <a:spLocks noGrp="1"/>
          </p:cNvSpPr>
          <p:nvPr>
            <p:ph type="body" idx="1"/>
          </p:nvPr>
        </p:nvSpPr>
        <p:spPr/>
        <p:txBody>
          <a:bodyPr/>
          <a:lstStyle/>
          <a:p>
            <a:r>
              <a:rPr lang="en-US" dirty="0"/>
              <a:t>User Feedback</a:t>
            </a:r>
          </a:p>
        </p:txBody>
      </p:sp>
      <p:graphicFrame>
        <p:nvGraphicFramePr>
          <p:cNvPr id="8" name="Content Placeholder 3">
            <a:extLst>
              <a:ext uri="{FF2B5EF4-FFF2-40B4-BE49-F238E27FC236}">
                <a16:creationId xmlns:a16="http://schemas.microsoft.com/office/drawing/2014/main" id="{5A33050C-D2CB-DD15-5AAB-6AA79664BC20}"/>
              </a:ext>
            </a:extLst>
          </p:cNvPr>
          <p:cNvGraphicFramePr>
            <a:graphicFrameLocks noGrp="1"/>
          </p:cNvGraphicFramePr>
          <p:nvPr>
            <p:ph sz="half" idx="2"/>
          </p:nvPr>
        </p:nvGraphicFramePr>
        <p:xfrm>
          <a:off x="839788" y="2505075"/>
          <a:ext cx="5157787" cy="36845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 Placeholder 4">
            <a:extLst>
              <a:ext uri="{FF2B5EF4-FFF2-40B4-BE49-F238E27FC236}">
                <a16:creationId xmlns:a16="http://schemas.microsoft.com/office/drawing/2014/main" id="{55EBB46D-3719-A405-F411-45AA846626AE}"/>
              </a:ext>
            </a:extLst>
          </p:cNvPr>
          <p:cNvSpPr>
            <a:spLocks noGrp="1"/>
          </p:cNvSpPr>
          <p:nvPr>
            <p:ph type="body" sz="quarter" idx="3"/>
          </p:nvPr>
        </p:nvSpPr>
        <p:spPr/>
        <p:txBody>
          <a:bodyPr/>
          <a:lstStyle/>
          <a:p>
            <a:r>
              <a:rPr lang="en-US" dirty="0"/>
              <a:t>Project Metrics</a:t>
            </a:r>
          </a:p>
        </p:txBody>
      </p:sp>
      <p:sp>
        <p:nvSpPr>
          <p:cNvPr id="6" name="Content Placeholder 5">
            <a:extLst>
              <a:ext uri="{FF2B5EF4-FFF2-40B4-BE49-F238E27FC236}">
                <a16:creationId xmlns:a16="http://schemas.microsoft.com/office/drawing/2014/main" id="{C0771B98-00BA-32E6-9565-EB07639F15EB}"/>
              </a:ext>
            </a:extLst>
          </p:cNvPr>
          <p:cNvSpPr>
            <a:spLocks noGrp="1"/>
          </p:cNvSpPr>
          <p:nvPr>
            <p:ph sz="quarter" idx="4"/>
          </p:nvPr>
        </p:nvSpPr>
        <p:spPr/>
        <p:txBody>
          <a:bodyPr/>
          <a:lstStyle/>
          <a:p>
            <a:r>
              <a:rPr lang="en-US" dirty="0"/>
              <a:t>SPI: 0.95</a:t>
            </a:r>
          </a:p>
          <a:p>
            <a:pPr lvl="1"/>
            <a:r>
              <a:rPr lang="en-US" dirty="0"/>
              <a:t>Currently 5% behind schedule.</a:t>
            </a:r>
          </a:p>
          <a:p>
            <a:r>
              <a:rPr lang="en-US" dirty="0"/>
              <a:t>Scope Creep: additional features have put the project behind the original timeline.</a:t>
            </a:r>
          </a:p>
          <a:p>
            <a:r>
              <a:rPr lang="en-US" dirty="0"/>
              <a:t>Refocus to get the project back on track.</a:t>
            </a:r>
          </a:p>
        </p:txBody>
      </p:sp>
    </p:spTree>
    <p:extLst>
      <p:ext uri="{BB962C8B-B14F-4D97-AF65-F5344CB8AC3E}">
        <p14:creationId xmlns:p14="http://schemas.microsoft.com/office/powerpoint/2010/main" val="35713774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15BBB-A91B-94AA-7D25-8F56C380BDB9}"/>
              </a:ext>
            </a:extLst>
          </p:cNvPr>
          <p:cNvSpPr>
            <a:spLocks noGrp="1"/>
          </p:cNvSpPr>
          <p:nvPr>
            <p:ph type="title"/>
          </p:nvPr>
        </p:nvSpPr>
        <p:spPr>
          <a:xfrm>
            <a:off x="838200" y="0"/>
            <a:ext cx="10515600" cy="1325563"/>
          </a:xfrm>
        </p:spPr>
        <p:txBody>
          <a:bodyPr/>
          <a:lstStyle/>
          <a:p>
            <a:r>
              <a:rPr lang="en-US" dirty="0"/>
              <a:t>Customer Centric Metrics</a:t>
            </a:r>
          </a:p>
        </p:txBody>
      </p:sp>
      <p:sp>
        <p:nvSpPr>
          <p:cNvPr id="4" name="Content Placeholder 3">
            <a:extLst>
              <a:ext uri="{FF2B5EF4-FFF2-40B4-BE49-F238E27FC236}">
                <a16:creationId xmlns:a16="http://schemas.microsoft.com/office/drawing/2014/main" id="{92E42E14-4C25-1E1C-6C99-CCFC583F0E47}"/>
              </a:ext>
            </a:extLst>
          </p:cNvPr>
          <p:cNvSpPr>
            <a:spLocks noGrp="1"/>
          </p:cNvSpPr>
          <p:nvPr>
            <p:ph sz="half" idx="1"/>
          </p:nvPr>
        </p:nvSpPr>
        <p:spPr>
          <a:xfrm>
            <a:off x="0" y="1311117"/>
            <a:ext cx="5181600" cy="4351338"/>
          </a:xfrm>
        </p:spPr>
        <p:txBody>
          <a:bodyPr/>
          <a:lstStyle/>
          <a:p>
            <a:pPr marL="0" indent="0" algn="ctr">
              <a:buNone/>
            </a:pPr>
            <a:r>
              <a:rPr lang="en-US" b="1" u="sng" dirty="0"/>
              <a:t>Qualitative</a:t>
            </a:r>
          </a:p>
          <a:p>
            <a:r>
              <a:rPr lang="en-US" dirty="0"/>
              <a:t>Customers appreciate the user-friendly interface but express concerns about response times.</a:t>
            </a:r>
          </a:p>
          <a:p>
            <a:r>
              <a:rPr lang="en-US" dirty="0"/>
              <a:t>Customers struggle navigating certain features, while others want more frequent product updates and enhancements.</a:t>
            </a:r>
          </a:p>
        </p:txBody>
      </p:sp>
      <p:sp>
        <p:nvSpPr>
          <p:cNvPr id="5" name="Content Placeholder 4">
            <a:extLst>
              <a:ext uri="{FF2B5EF4-FFF2-40B4-BE49-F238E27FC236}">
                <a16:creationId xmlns:a16="http://schemas.microsoft.com/office/drawing/2014/main" id="{23E5EE35-AA97-1EB9-1859-D3C3F3805FCF}"/>
              </a:ext>
            </a:extLst>
          </p:cNvPr>
          <p:cNvSpPr>
            <a:spLocks noGrp="1"/>
          </p:cNvSpPr>
          <p:nvPr>
            <p:ph sz="half" idx="2"/>
          </p:nvPr>
        </p:nvSpPr>
        <p:spPr>
          <a:xfrm>
            <a:off x="5471160" y="1253331"/>
            <a:ext cx="6720840" cy="682149"/>
          </a:xfrm>
        </p:spPr>
        <p:txBody>
          <a:bodyPr/>
          <a:lstStyle/>
          <a:p>
            <a:pPr marL="0" indent="0" algn="ctr">
              <a:buNone/>
            </a:pPr>
            <a:r>
              <a:rPr lang="en-US" b="1" u="sng" dirty="0"/>
              <a:t>Quantitative</a:t>
            </a:r>
          </a:p>
        </p:txBody>
      </p:sp>
      <p:graphicFrame>
        <p:nvGraphicFramePr>
          <p:cNvPr id="6" name="Table 5">
            <a:extLst>
              <a:ext uri="{FF2B5EF4-FFF2-40B4-BE49-F238E27FC236}">
                <a16:creationId xmlns:a16="http://schemas.microsoft.com/office/drawing/2014/main" id="{E2B07559-88A9-D41A-8689-530D96F193A8}"/>
              </a:ext>
            </a:extLst>
          </p:cNvPr>
          <p:cNvGraphicFramePr>
            <a:graphicFrameLocks noGrp="1"/>
          </p:cNvGraphicFramePr>
          <p:nvPr>
            <p:extLst>
              <p:ext uri="{D42A27DB-BD31-4B8C-83A1-F6EECF244321}">
                <p14:modId xmlns:p14="http://schemas.microsoft.com/office/powerpoint/2010/main" val="3740770075"/>
              </p:ext>
            </p:extLst>
          </p:nvPr>
        </p:nvGraphicFramePr>
        <p:xfrm>
          <a:off x="5181600" y="1825626"/>
          <a:ext cx="7010399" cy="4678020"/>
        </p:xfrm>
        <a:graphic>
          <a:graphicData uri="http://schemas.openxmlformats.org/drawingml/2006/table">
            <a:tbl>
              <a:tblPr firstRow="1" firstCol="1" bandRow="1">
                <a:tableStyleId>{5C22544A-7EE6-4342-B048-85BDC9FD1C3A}</a:tableStyleId>
              </a:tblPr>
              <a:tblGrid>
                <a:gridCol w="731520">
                  <a:extLst>
                    <a:ext uri="{9D8B030D-6E8A-4147-A177-3AD203B41FA5}">
                      <a16:colId xmlns:a16="http://schemas.microsoft.com/office/drawing/2014/main" val="2807694058"/>
                    </a:ext>
                  </a:extLst>
                </a:gridCol>
                <a:gridCol w="1025204">
                  <a:extLst>
                    <a:ext uri="{9D8B030D-6E8A-4147-A177-3AD203B41FA5}">
                      <a16:colId xmlns:a16="http://schemas.microsoft.com/office/drawing/2014/main" val="1113810338"/>
                    </a:ext>
                  </a:extLst>
                </a:gridCol>
                <a:gridCol w="1857634">
                  <a:extLst>
                    <a:ext uri="{9D8B030D-6E8A-4147-A177-3AD203B41FA5}">
                      <a16:colId xmlns:a16="http://schemas.microsoft.com/office/drawing/2014/main" val="2605050377"/>
                    </a:ext>
                  </a:extLst>
                </a:gridCol>
                <a:gridCol w="986469">
                  <a:extLst>
                    <a:ext uri="{9D8B030D-6E8A-4147-A177-3AD203B41FA5}">
                      <a16:colId xmlns:a16="http://schemas.microsoft.com/office/drawing/2014/main" val="783889366"/>
                    </a:ext>
                  </a:extLst>
                </a:gridCol>
                <a:gridCol w="869015">
                  <a:extLst>
                    <a:ext uri="{9D8B030D-6E8A-4147-A177-3AD203B41FA5}">
                      <a16:colId xmlns:a16="http://schemas.microsoft.com/office/drawing/2014/main" val="634526080"/>
                    </a:ext>
                  </a:extLst>
                </a:gridCol>
                <a:gridCol w="602603">
                  <a:extLst>
                    <a:ext uri="{9D8B030D-6E8A-4147-A177-3AD203B41FA5}">
                      <a16:colId xmlns:a16="http://schemas.microsoft.com/office/drawing/2014/main" val="3222141767"/>
                    </a:ext>
                  </a:extLst>
                </a:gridCol>
                <a:gridCol w="937954">
                  <a:extLst>
                    <a:ext uri="{9D8B030D-6E8A-4147-A177-3AD203B41FA5}">
                      <a16:colId xmlns:a16="http://schemas.microsoft.com/office/drawing/2014/main" val="3828533321"/>
                    </a:ext>
                  </a:extLst>
                </a:gridCol>
              </a:tblGrid>
              <a:tr h="1627209">
                <a:tc>
                  <a:txBody>
                    <a:bodyPr/>
                    <a:lstStyle/>
                    <a:p>
                      <a:pPr marL="0" marR="0" algn="ctr">
                        <a:lnSpc>
                          <a:spcPct val="115000"/>
                        </a:lnSpc>
                        <a:spcAft>
                          <a:spcPts val="800"/>
                        </a:spcAft>
                        <a:buNone/>
                      </a:pPr>
                      <a:r>
                        <a:rPr lang="en-US" sz="1200" kern="100">
                          <a:effectLst/>
                        </a:rPr>
                        <a:t>Month</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100">
                          <a:effectLst/>
                        </a:rPr>
                        <a:t>Customer Satisfaction Score (CSAT)</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100" dirty="0">
                          <a:effectLst/>
                        </a:rPr>
                        <a:t>Net Promoter Score (NPS)</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100">
                          <a:effectLst/>
                        </a:rPr>
                        <a:t>Customer Effort Score (CES)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100">
                          <a:effectLst/>
                        </a:rPr>
                        <a:t>Retention Rate</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100">
                          <a:effectLst/>
                        </a:rPr>
                        <a:t>Churn Rate</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100">
                          <a:effectLst/>
                        </a:rPr>
                        <a:t>Average Response Time (Customer Support)</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88105736"/>
                  </a:ext>
                </a:extLst>
              </a:tr>
              <a:tr h="1016937">
                <a:tc>
                  <a:txBody>
                    <a:bodyPr/>
                    <a:lstStyle/>
                    <a:p>
                      <a:pPr marL="0" marR="0" algn="ctr">
                        <a:lnSpc>
                          <a:spcPct val="115000"/>
                        </a:lnSpc>
                        <a:spcAft>
                          <a:spcPts val="800"/>
                        </a:spcAft>
                        <a:buNone/>
                      </a:pPr>
                      <a:r>
                        <a:rPr lang="en-US" sz="1200" kern="100">
                          <a:effectLst/>
                        </a:rPr>
                        <a:t>1</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100">
                          <a:effectLst/>
                        </a:rPr>
                        <a:t>4.2/5</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100">
                          <a:effectLst/>
                        </a:rPr>
                        <a:t>NPS – 25 (Promoters: 30%, Passives: 40%, Detractors: 30%)</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100">
                          <a:effectLst/>
                        </a:rPr>
                        <a:t>3.8/5</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100">
                          <a:effectLst/>
                        </a:rPr>
                        <a:t>70%</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100">
                          <a:effectLst/>
                        </a:rPr>
                        <a:t>15%</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100">
                          <a:effectLst/>
                        </a:rPr>
                        <a:t>30 (s)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654296536"/>
                  </a:ext>
                </a:extLst>
              </a:tr>
              <a:tr h="1016937">
                <a:tc>
                  <a:txBody>
                    <a:bodyPr/>
                    <a:lstStyle/>
                    <a:p>
                      <a:pPr marL="0" marR="0" algn="ctr">
                        <a:lnSpc>
                          <a:spcPct val="115000"/>
                        </a:lnSpc>
                        <a:spcAft>
                          <a:spcPts val="800"/>
                        </a:spcAft>
                        <a:buNone/>
                      </a:pPr>
                      <a:r>
                        <a:rPr lang="en-US" sz="1200" kern="100">
                          <a:effectLst/>
                        </a:rPr>
                        <a:t>2</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100">
                          <a:effectLst/>
                        </a:rPr>
                        <a:t>4.3/5</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100">
                          <a:effectLst/>
                        </a:rPr>
                        <a:t>NPS – 26 (Promoters: 32%, Passives: 38%, Detractors: 30%)</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100">
                          <a:effectLst/>
                        </a:rPr>
                        <a:t>4.0/5</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100">
                          <a:effectLst/>
                        </a:rPr>
                        <a:t>68%</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100">
                          <a:effectLst/>
                        </a:rPr>
                        <a:t>17%</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100">
                          <a:effectLst/>
                        </a:rPr>
                        <a:t>35 (s)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590634227"/>
                  </a:ext>
                </a:extLst>
              </a:tr>
              <a:tr h="1016937">
                <a:tc>
                  <a:txBody>
                    <a:bodyPr/>
                    <a:lstStyle/>
                    <a:p>
                      <a:pPr marL="0" marR="0" algn="ctr">
                        <a:lnSpc>
                          <a:spcPct val="115000"/>
                        </a:lnSpc>
                        <a:spcAft>
                          <a:spcPts val="800"/>
                        </a:spcAft>
                        <a:buNone/>
                      </a:pPr>
                      <a:r>
                        <a:rPr lang="en-US" sz="1200" kern="100" dirty="0">
                          <a:effectLst/>
                        </a:rPr>
                        <a:t>3 (current)</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100" dirty="0">
                          <a:effectLst/>
                        </a:rPr>
                        <a:t>4.0/5</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100">
                          <a:effectLst/>
                        </a:rPr>
                        <a:t>NPS – 24 (Promoters: 29%, Passives: 42%, Detractors: 29%)</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100">
                          <a:effectLst/>
                        </a:rPr>
                        <a:t>3.7/5</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100">
                          <a:effectLst/>
                        </a:rPr>
                        <a:t>65%</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100">
                          <a:effectLst/>
                        </a:rPr>
                        <a:t>20%</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200" kern="100" dirty="0">
                          <a:effectLst/>
                        </a:rPr>
                        <a:t>40 (s)</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98091507"/>
                  </a:ext>
                </a:extLst>
              </a:tr>
            </a:tbl>
          </a:graphicData>
        </a:graphic>
      </p:graphicFrame>
    </p:spTree>
    <p:extLst>
      <p:ext uri="{BB962C8B-B14F-4D97-AF65-F5344CB8AC3E}">
        <p14:creationId xmlns:p14="http://schemas.microsoft.com/office/powerpoint/2010/main" val="3666425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1739CA5-F0F5-48E1-8E8C-F24B71827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3">
            <a:extLst>
              <a:ext uri="{FF2B5EF4-FFF2-40B4-BE49-F238E27FC236}">
                <a16:creationId xmlns:a16="http://schemas.microsoft.com/office/drawing/2014/main" id="{3EAD2937-F230-41D4-B9C5-975B129BF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CD444A3-C338-4886-B7F1-4BA2AF46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8D586C12-2D28-6230-B94D-28E44713967D}"/>
              </a:ext>
            </a:extLst>
          </p:cNvPr>
          <p:cNvSpPr>
            <a:spLocks noGrp="1"/>
          </p:cNvSpPr>
          <p:nvPr>
            <p:ph type="title"/>
          </p:nvPr>
        </p:nvSpPr>
        <p:spPr>
          <a:xfrm>
            <a:off x="1452656" y="1444741"/>
            <a:ext cx="9357865" cy="1041901"/>
          </a:xfrm>
        </p:spPr>
        <p:txBody>
          <a:bodyPr>
            <a:normAutofit/>
          </a:bodyPr>
          <a:lstStyle/>
          <a:p>
            <a:r>
              <a:rPr lang="en-US" sz="4000"/>
              <a:t>CCM Analysis</a:t>
            </a:r>
          </a:p>
        </p:txBody>
      </p:sp>
      <p:sp>
        <p:nvSpPr>
          <p:cNvPr id="6" name="Content Placeholder 5">
            <a:extLst>
              <a:ext uri="{FF2B5EF4-FFF2-40B4-BE49-F238E27FC236}">
                <a16:creationId xmlns:a16="http://schemas.microsoft.com/office/drawing/2014/main" id="{A9336180-5112-BBD5-6153-A513F650A1B6}"/>
              </a:ext>
            </a:extLst>
          </p:cNvPr>
          <p:cNvSpPr>
            <a:spLocks noGrp="1"/>
          </p:cNvSpPr>
          <p:nvPr>
            <p:ph sz="half" idx="1"/>
          </p:nvPr>
        </p:nvSpPr>
        <p:spPr>
          <a:xfrm>
            <a:off x="1178719" y="2701427"/>
            <a:ext cx="4917281" cy="2699968"/>
          </a:xfrm>
        </p:spPr>
        <p:txBody>
          <a:bodyPr>
            <a:normAutofit/>
          </a:bodyPr>
          <a:lstStyle/>
          <a:p>
            <a:r>
              <a:rPr lang="en-US" sz="1100" dirty="0"/>
              <a:t>CSAT trended upward from month 1 to month 2, then dropped below the month-1 value to 4.0.</a:t>
            </a:r>
          </a:p>
          <a:p>
            <a:r>
              <a:rPr lang="en-US" sz="1100" dirty="0"/>
              <a:t>NPS shows a similar pattern: the current value (24) is lower than month 1 (25).</a:t>
            </a:r>
          </a:p>
          <a:p>
            <a:r>
              <a:rPr lang="en-US" sz="1100" dirty="0"/>
              <a:t>Within the NPS breakdown:</a:t>
            </a:r>
          </a:p>
          <a:p>
            <a:pPr lvl="1"/>
            <a:r>
              <a:rPr lang="en-US" sz="1100" dirty="0"/>
              <a:t>Promoters (loyal customers) decreased.</a:t>
            </a:r>
          </a:p>
          <a:p>
            <a:pPr lvl="1"/>
            <a:r>
              <a:rPr lang="en-US" sz="1100" dirty="0"/>
              <a:t>Passives (merely satisfied users) increased.</a:t>
            </a:r>
          </a:p>
          <a:p>
            <a:r>
              <a:rPr lang="en-US" sz="1100" dirty="0"/>
              <a:t>Higher initial satisfaction scores can decline when complexity or significant change is introduced.</a:t>
            </a:r>
          </a:p>
          <a:p>
            <a:r>
              <a:rPr lang="en-US" sz="1100" dirty="0"/>
              <a:t>The percentage of detractors remained unchanged, suggesting an underlying issue that has not been properly addressed.</a:t>
            </a:r>
          </a:p>
        </p:txBody>
      </p:sp>
      <p:sp>
        <p:nvSpPr>
          <p:cNvPr id="8" name="Content Placeholder 7">
            <a:extLst>
              <a:ext uri="{FF2B5EF4-FFF2-40B4-BE49-F238E27FC236}">
                <a16:creationId xmlns:a16="http://schemas.microsoft.com/office/drawing/2014/main" id="{E5FA141B-B274-CA86-D422-4B2801A04E9A}"/>
              </a:ext>
            </a:extLst>
          </p:cNvPr>
          <p:cNvSpPr>
            <a:spLocks noGrp="1"/>
          </p:cNvSpPr>
          <p:nvPr>
            <p:ph sz="half" idx="2"/>
          </p:nvPr>
        </p:nvSpPr>
        <p:spPr>
          <a:xfrm>
            <a:off x="6256020" y="2701427"/>
            <a:ext cx="4554501" cy="2699968"/>
          </a:xfrm>
        </p:spPr>
        <p:txBody>
          <a:bodyPr>
            <a:normAutofit/>
          </a:bodyPr>
          <a:lstStyle/>
          <a:p>
            <a:r>
              <a:rPr lang="en-US" sz="1200" dirty="0"/>
              <a:t>Retention and customer churn data over the past 3 months show an alarming trend.</a:t>
            </a:r>
          </a:p>
          <a:p>
            <a:r>
              <a:rPr lang="en-US" sz="1200" dirty="0"/>
              <a:t>Churn rate has increased by 5% during this period.</a:t>
            </a:r>
          </a:p>
          <a:p>
            <a:r>
              <a:rPr lang="en-US" sz="1200" dirty="0"/>
              <a:t>Retention rate has decreased by 5% over the same timeframe.</a:t>
            </a:r>
          </a:p>
          <a:p>
            <a:r>
              <a:rPr lang="en-US" sz="1200" dirty="0"/>
              <a:t>The e-commerce site is struggling to retain its customer base.</a:t>
            </a:r>
          </a:p>
          <a:p>
            <a:r>
              <a:rPr lang="en-US" sz="1200" dirty="0"/>
              <a:t>Retention rates reflect the viability of a product or service.</a:t>
            </a:r>
          </a:p>
          <a:p>
            <a:r>
              <a:rPr lang="en-US" sz="1200" dirty="0"/>
              <a:t>5% drop in retention over 3 months is not sustainable for the business.</a:t>
            </a:r>
          </a:p>
        </p:txBody>
      </p:sp>
    </p:spTree>
    <p:extLst>
      <p:ext uri="{BB962C8B-B14F-4D97-AF65-F5344CB8AC3E}">
        <p14:creationId xmlns:p14="http://schemas.microsoft.com/office/powerpoint/2010/main" val="31370981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1739CA5-F0F5-48E1-8E8C-F24B71827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3">
            <a:extLst>
              <a:ext uri="{FF2B5EF4-FFF2-40B4-BE49-F238E27FC236}">
                <a16:creationId xmlns:a16="http://schemas.microsoft.com/office/drawing/2014/main" id="{3EAD2937-F230-41D4-B9C5-975B129BF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CD444A3-C338-4886-B7F1-4BA2AF46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A7643C-D7BC-59A9-2541-CD47E037AD89}"/>
              </a:ext>
            </a:extLst>
          </p:cNvPr>
          <p:cNvSpPr>
            <a:spLocks noGrp="1"/>
          </p:cNvSpPr>
          <p:nvPr>
            <p:ph type="title"/>
          </p:nvPr>
        </p:nvSpPr>
        <p:spPr>
          <a:xfrm>
            <a:off x="1452656" y="1444741"/>
            <a:ext cx="9357865" cy="1041901"/>
          </a:xfrm>
        </p:spPr>
        <p:txBody>
          <a:bodyPr>
            <a:normAutofit/>
          </a:bodyPr>
          <a:lstStyle/>
          <a:p>
            <a:r>
              <a:rPr lang="en-US" sz="4000"/>
              <a:t>CCM Analysis</a:t>
            </a:r>
          </a:p>
        </p:txBody>
      </p:sp>
      <p:sp>
        <p:nvSpPr>
          <p:cNvPr id="3" name="Content Placeholder 2">
            <a:extLst>
              <a:ext uri="{FF2B5EF4-FFF2-40B4-BE49-F238E27FC236}">
                <a16:creationId xmlns:a16="http://schemas.microsoft.com/office/drawing/2014/main" id="{E607AF7E-387A-24D8-6524-DF70DBD8F6AF}"/>
              </a:ext>
            </a:extLst>
          </p:cNvPr>
          <p:cNvSpPr>
            <a:spLocks noGrp="1"/>
          </p:cNvSpPr>
          <p:nvPr>
            <p:ph sz="half" idx="1"/>
          </p:nvPr>
        </p:nvSpPr>
        <p:spPr>
          <a:xfrm>
            <a:off x="1452656" y="2701427"/>
            <a:ext cx="4483324" cy="2699968"/>
          </a:xfrm>
        </p:spPr>
        <p:txBody>
          <a:bodyPr>
            <a:normAutofit/>
          </a:bodyPr>
          <a:lstStyle/>
          <a:p>
            <a:r>
              <a:rPr lang="en-US" sz="1400"/>
              <a:t>Average response time has steadily increased over the 3-month period, reaching 40 seconds.</a:t>
            </a:r>
          </a:p>
          <a:p>
            <a:r>
              <a:rPr lang="en-US" sz="1400"/>
              <a:t>This rise indicates another issue with the platform.</a:t>
            </a:r>
          </a:p>
          <a:p>
            <a:r>
              <a:rPr lang="en-US" sz="1400"/>
              <a:t>Qualitative feedback supports this concern:</a:t>
            </a:r>
          </a:p>
          <a:p>
            <a:pPr lvl="1"/>
            <a:r>
              <a:rPr lang="en-US" sz="1400"/>
              <a:t>“Customers appreciate the user-friendly interface but express concerns about response times from the customer support team.”</a:t>
            </a:r>
          </a:p>
          <a:p>
            <a:r>
              <a:rPr lang="en-US" sz="1400"/>
              <a:t>Longer wait times are likely contributing to declines in both CES and CSAT.</a:t>
            </a:r>
          </a:p>
        </p:txBody>
      </p:sp>
      <p:sp>
        <p:nvSpPr>
          <p:cNvPr id="4" name="Content Placeholder 3">
            <a:extLst>
              <a:ext uri="{FF2B5EF4-FFF2-40B4-BE49-F238E27FC236}">
                <a16:creationId xmlns:a16="http://schemas.microsoft.com/office/drawing/2014/main" id="{DCAECAB7-C7E3-9086-644A-20F8DADDF350}"/>
              </a:ext>
            </a:extLst>
          </p:cNvPr>
          <p:cNvSpPr>
            <a:spLocks noGrp="1"/>
          </p:cNvSpPr>
          <p:nvPr>
            <p:ph sz="half" idx="2"/>
          </p:nvPr>
        </p:nvSpPr>
        <p:spPr>
          <a:xfrm>
            <a:off x="6256020" y="2701427"/>
            <a:ext cx="4554501" cy="2699968"/>
          </a:xfrm>
        </p:spPr>
        <p:txBody>
          <a:bodyPr>
            <a:normAutofit/>
          </a:bodyPr>
          <a:lstStyle/>
          <a:p>
            <a:r>
              <a:rPr lang="en-US" sz="1400"/>
              <a:t>Customer Effort Score (CES) is currently at its lowest point in the time frame: 3.7/5.</a:t>
            </a:r>
          </a:p>
          <a:p>
            <a:r>
              <a:rPr lang="en-US" sz="1400"/>
              <a:t>A higher CES indicates an easier, more seamless customer experience.</a:t>
            </a:r>
          </a:p>
          <a:p>
            <a:r>
              <a:rPr lang="en-US" sz="1400"/>
              <a:t>The decrease aligns with qualitative customer feedback:</a:t>
            </a:r>
          </a:p>
          <a:p>
            <a:pPr lvl="1"/>
            <a:r>
              <a:rPr lang="en-US" sz="1400"/>
              <a:t>“Some customers struggle navigating certain features.”</a:t>
            </a:r>
          </a:p>
          <a:p>
            <a:r>
              <a:rPr lang="en-US" sz="1400"/>
              <a:t>This lower score shows the experience is not as seamless as intended and contributes to declines in other customer-centric metrics.</a:t>
            </a:r>
          </a:p>
        </p:txBody>
      </p:sp>
    </p:spTree>
    <p:extLst>
      <p:ext uri="{BB962C8B-B14F-4D97-AF65-F5344CB8AC3E}">
        <p14:creationId xmlns:p14="http://schemas.microsoft.com/office/powerpoint/2010/main" val="39167057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8BF65B-7913-B1C3-43D5-B0363D551579}"/>
              </a:ext>
            </a:extLst>
          </p:cNvPr>
          <p:cNvSpPr>
            <a:spLocks noGrp="1"/>
          </p:cNvSpPr>
          <p:nvPr>
            <p:ph type="title"/>
          </p:nvPr>
        </p:nvSpPr>
        <p:spPr>
          <a:xfrm>
            <a:off x="630936" y="639520"/>
            <a:ext cx="3429000" cy="1719072"/>
          </a:xfrm>
        </p:spPr>
        <p:txBody>
          <a:bodyPr anchor="b">
            <a:normAutofit/>
          </a:bodyPr>
          <a:lstStyle/>
          <a:p>
            <a:r>
              <a:rPr lang="en-US" sz="5400"/>
              <a:t>The Metrics</a:t>
            </a:r>
          </a:p>
        </p:txBody>
      </p:sp>
      <p:sp>
        <p:nvSpPr>
          <p:cNvPr id="103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8863287-BE74-5B64-1966-6948690FE702}"/>
              </a:ext>
            </a:extLst>
          </p:cNvPr>
          <p:cNvSpPr>
            <a:spLocks noGrp="1"/>
          </p:cNvSpPr>
          <p:nvPr>
            <p:ph idx="1"/>
          </p:nvPr>
        </p:nvSpPr>
        <p:spPr>
          <a:xfrm>
            <a:off x="221456" y="2807208"/>
            <a:ext cx="4432840" cy="3410712"/>
          </a:xfrm>
        </p:spPr>
        <p:txBody>
          <a:bodyPr anchor="t">
            <a:normAutofit/>
          </a:bodyPr>
          <a:lstStyle/>
          <a:p>
            <a:r>
              <a:rPr lang="en-US" sz="1700" dirty="0"/>
              <a:t>SPI:0.95</a:t>
            </a:r>
          </a:p>
          <a:p>
            <a:r>
              <a:rPr lang="en-US" sz="1700" dirty="0"/>
              <a:t>CPI:1.05</a:t>
            </a:r>
          </a:p>
          <a:p>
            <a:r>
              <a:rPr lang="en-US" sz="1700" dirty="0"/>
              <a:t>EV: $425,000</a:t>
            </a:r>
          </a:p>
          <a:p>
            <a:r>
              <a:rPr lang="en-US" sz="1700" dirty="0"/>
              <a:t>PV: $450,000</a:t>
            </a:r>
          </a:p>
          <a:p>
            <a:r>
              <a:rPr lang="en-US" sz="1700" dirty="0"/>
              <a:t>AC: $450,000</a:t>
            </a:r>
          </a:p>
          <a:p>
            <a:r>
              <a:rPr lang="en-US" sz="1700" dirty="0"/>
              <a:t>SV: -$25,000</a:t>
            </a:r>
          </a:p>
          <a:p>
            <a:r>
              <a:rPr lang="en-US" sz="1700" dirty="0"/>
              <a:t>CV: -$25,000</a:t>
            </a:r>
          </a:p>
          <a:p>
            <a:r>
              <a:rPr lang="en-US" sz="1700" dirty="0"/>
              <a:t>At this point, the project is behind schedule, but costs are being controlled well.</a:t>
            </a:r>
          </a:p>
        </p:txBody>
      </p:sp>
      <p:pic>
        <p:nvPicPr>
          <p:cNvPr id="1026" name="Picture 2" descr="A graph of a graph with different colored squares&#10;&#10;AI-generated content may be incorrect.">
            <a:extLst>
              <a:ext uri="{FF2B5EF4-FFF2-40B4-BE49-F238E27FC236}">
                <a16:creationId xmlns:a16="http://schemas.microsoft.com/office/drawing/2014/main" id="{9C061B7F-5B10-BB45-3DCD-06884F513B37}"/>
              </a:ext>
            </a:extLst>
          </p:cNvPr>
          <p:cNvPicPr>
            <a:picLocks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54296" y="1351524"/>
            <a:ext cx="6903720" cy="415495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06039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575FC050-7F35-C766-01E2-5297258315E1}"/>
              </a:ext>
            </a:extLst>
          </p:cNvPr>
          <p:cNvSpPr>
            <a:spLocks noGrp="1"/>
          </p:cNvSpPr>
          <p:nvPr>
            <p:ph type="title"/>
          </p:nvPr>
        </p:nvSpPr>
        <p:spPr>
          <a:xfrm>
            <a:off x="630936" y="639520"/>
            <a:ext cx="3429000" cy="1719072"/>
          </a:xfrm>
        </p:spPr>
        <p:txBody>
          <a:bodyPr anchor="b">
            <a:normAutofit/>
          </a:bodyPr>
          <a:lstStyle/>
          <a:p>
            <a:r>
              <a:rPr lang="en-US" sz="5400"/>
              <a:t>Concerning Areas</a:t>
            </a:r>
          </a:p>
        </p:txBody>
      </p:sp>
      <p:sp>
        <p:nvSpPr>
          <p:cNvPr id="15"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EA3961FB-0C92-7C27-0E59-31B351B4C725}"/>
              </a:ext>
            </a:extLst>
          </p:cNvPr>
          <p:cNvSpPr>
            <a:spLocks noGrp="1"/>
          </p:cNvSpPr>
          <p:nvPr>
            <p:ph idx="1"/>
          </p:nvPr>
        </p:nvSpPr>
        <p:spPr>
          <a:xfrm>
            <a:off x="285751" y="2807208"/>
            <a:ext cx="5350668" cy="3942778"/>
          </a:xfrm>
        </p:spPr>
        <p:txBody>
          <a:bodyPr anchor="t">
            <a:normAutofit fontScale="92500" lnSpcReduction="10000"/>
          </a:bodyPr>
          <a:lstStyle/>
          <a:p>
            <a:r>
              <a:rPr lang="en-US" sz="1600" dirty="0"/>
              <a:t>Customers are frustrated by response times and are finding using the site increasingly difficult.</a:t>
            </a:r>
          </a:p>
          <a:p>
            <a:pPr lvl="1"/>
            <a:r>
              <a:rPr lang="en-US" sz="1600" dirty="0"/>
              <a:t>Leading to the churn rate increasing.</a:t>
            </a:r>
          </a:p>
          <a:p>
            <a:pPr lvl="1"/>
            <a:r>
              <a:rPr lang="en-US" sz="1600" dirty="0"/>
              <a:t>Customers shifting from promoters to passives and detractors.</a:t>
            </a:r>
          </a:p>
          <a:p>
            <a:pPr lvl="1"/>
            <a:r>
              <a:rPr lang="en-US" sz="1600" dirty="0"/>
              <a:t>Creates a loop of customers requiring more support putting more stress on the project.</a:t>
            </a:r>
          </a:p>
          <a:p>
            <a:r>
              <a:rPr lang="en-US" sz="1600" dirty="0"/>
              <a:t>Customer loyalty and retention: NPS decreasing and churn rate increasing, the project is not engaging, creating, or retaining new users to the platform.</a:t>
            </a:r>
          </a:p>
          <a:p>
            <a:r>
              <a:rPr lang="en-US" sz="1600" dirty="0"/>
              <a:t>Customer support: the response time increase = direct correlation with the frustration of the customer base and the decrease of key customer centric metrics.</a:t>
            </a:r>
          </a:p>
          <a:p>
            <a:r>
              <a:rPr lang="en-US" sz="1600" dirty="0"/>
              <a:t>Customer effort: platform is becoming more complex for users to use.</a:t>
            </a:r>
          </a:p>
          <a:p>
            <a:pPr lvl="1"/>
            <a:r>
              <a:rPr lang="en-US" sz="1600" dirty="0"/>
              <a:t>Additional features have been added due to the scope creep of the project.</a:t>
            </a:r>
          </a:p>
        </p:txBody>
      </p:sp>
      <p:pic>
        <p:nvPicPr>
          <p:cNvPr id="10" name="Graphic 9" descr="Downward trend">
            <a:extLst>
              <a:ext uri="{FF2B5EF4-FFF2-40B4-BE49-F238E27FC236}">
                <a16:creationId xmlns:a16="http://schemas.microsoft.com/office/drawing/2014/main" id="{0E7EA810-4E30-0563-729C-09490882F37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17236" y="640080"/>
            <a:ext cx="5577840" cy="5577840"/>
          </a:xfrm>
          <a:prstGeom prst="rect">
            <a:avLst/>
          </a:prstGeom>
        </p:spPr>
      </p:pic>
    </p:spTree>
    <p:extLst>
      <p:ext uri="{BB962C8B-B14F-4D97-AF65-F5344CB8AC3E}">
        <p14:creationId xmlns:p14="http://schemas.microsoft.com/office/powerpoint/2010/main" val="25158472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7D2E7-694E-9FB4-BC36-C15DE07F09EC}"/>
              </a:ext>
            </a:extLst>
          </p:cNvPr>
          <p:cNvSpPr>
            <a:spLocks noGrp="1"/>
          </p:cNvSpPr>
          <p:nvPr>
            <p:ph type="title"/>
          </p:nvPr>
        </p:nvSpPr>
        <p:spPr>
          <a:xfrm>
            <a:off x="550863" y="365125"/>
            <a:ext cx="11090274" cy="1325563"/>
          </a:xfrm>
        </p:spPr>
        <p:txBody>
          <a:bodyPr>
            <a:normAutofit/>
          </a:bodyPr>
          <a:lstStyle/>
          <a:p>
            <a:r>
              <a:rPr lang="en-US" sz="4000"/>
              <a:t>Design Thinking Approach</a:t>
            </a:r>
          </a:p>
        </p:txBody>
      </p:sp>
      <p:graphicFrame>
        <p:nvGraphicFramePr>
          <p:cNvPr id="24" name="Content Placeholder 2">
            <a:extLst>
              <a:ext uri="{FF2B5EF4-FFF2-40B4-BE49-F238E27FC236}">
                <a16:creationId xmlns:a16="http://schemas.microsoft.com/office/drawing/2014/main" id="{88BF33B9-0969-8FBD-7A88-9D2DD2EC809F}"/>
              </a:ext>
            </a:extLst>
          </p:cNvPr>
          <p:cNvGraphicFramePr>
            <a:graphicFrameLocks noGrp="1"/>
          </p:cNvGraphicFramePr>
          <p:nvPr>
            <p:ph idx="1"/>
          </p:nvPr>
        </p:nvGraphicFramePr>
        <p:xfrm>
          <a:off x="547688" y="2133600"/>
          <a:ext cx="11093450" cy="41576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86310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E72D9-E5E6-BEBE-5A74-32825E88EFB4}"/>
              </a:ext>
            </a:extLst>
          </p:cNvPr>
          <p:cNvSpPr>
            <a:spLocks noGrp="1"/>
          </p:cNvSpPr>
          <p:nvPr>
            <p:ph type="title"/>
          </p:nvPr>
        </p:nvSpPr>
        <p:spPr>
          <a:xfrm>
            <a:off x="804672" y="802955"/>
            <a:ext cx="4977976" cy="1454051"/>
          </a:xfrm>
        </p:spPr>
        <p:txBody>
          <a:bodyPr>
            <a:normAutofit/>
          </a:bodyPr>
          <a:lstStyle/>
          <a:p>
            <a:r>
              <a:rPr lang="en-US" sz="3600">
                <a:solidFill>
                  <a:schemeClr val="tx2"/>
                </a:solidFill>
              </a:rPr>
              <a:t>Design Thinking Approach</a:t>
            </a:r>
          </a:p>
        </p:txBody>
      </p:sp>
      <p:sp>
        <p:nvSpPr>
          <p:cNvPr id="3" name="Content Placeholder 2">
            <a:extLst>
              <a:ext uri="{FF2B5EF4-FFF2-40B4-BE49-F238E27FC236}">
                <a16:creationId xmlns:a16="http://schemas.microsoft.com/office/drawing/2014/main" id="{ABD330C2-D2BE-8422-77A0-D88315BF8552}"/>
              </a:ext>
            </a:extLst>
          </p:cNvPr>
          <p:cNvSpPr>
            <a:spLocks noGrp="1"/>
          </p:cNvSpPr>
          <p:nvPr>
            <p:ph idx="1"/>
          </p:nvPr>
        </p:nvSpPr>
        <p:spPr>
          <a:xfrm>
            <a:off x="207169" y="2421682"/>
            <a:ext cx="6022181" cy="3992430"/>
          </a:xfrm>
        </p:spPr>
        <p:txBody>
          <a:bodyPr anchor="ctr">
            <a:normAutofit/>
          </a:bodyPr>
          <a:lstStyle/>
          <a:p>
            <a:pPr marL="0" indent="0">
              <a:buNone/>
            </a:pPr>
            <a:r>
              <a:rPr lang="en-US" sz="2000" b="1" u="sng" dirty="0">
                <a:solidFill>
                  <a:schemeClr val="tx2"/>
                </a:solidFill>
              </a:rPr>
              <a:t>Ideate: Where ideas are brainstormed to solve the problem statements that were created in the previous step.</a:t>
            </a:r>
          </a:p>
          <a:p>
            <a:pPr lvl="1"/>
            <a:r>
              <a:rPr lang="en-US" sz="2000" dirty="0">
                <a:solidFill>
                  <a:schemeClr val="tx2"/>
                </a:solidFill>
              </a:rPr>
              <a:t>Features could be added like AI support, or a better FAQ section that assists customers with common surface level questions.</a:t>
            </a:r>
          </a:p>
          <a:p>
            <a:pPr lvl="1"/>
            <a:r>
              <a:rPr lang="en-US" sz="2000" dirty="0">
                <a:solidFill>
                  <a:schemeClr val="tx2"/>
                </a:solidFill>
              </a:rPr>
              <a:t>Getting more direct feedback like the qualitative results and including them in the design / sprint cycle coupled with a customer loyalty plan.</a:t>
            </a:r>
          </a:p>
          <a:p>
            <a:pPr lvl="1"/>
            <a:r>
              <a:rPr lang="en-US" sz="2000" dirty="0">
                <a:solidFill>
                  <a:schemeClr val="tx2"/>
                </a:solidFill>
              </a:rPr>
              <a:t>Journey map could be used and implemented that documented the interactions between customers and the site.</a:t>
            </a:r>
          </a:p>
        </p:txBody>
      </p:sp>
      <p:pic>
        <p:nvPicPr>
          <p:cNvPr id="7" name="Graphic 6" descr="Workflow">
            <a:extLst>
              <a:ext uri="{FF2B5EF4-FFF2-40B4-BE49-F238E27FC236}">
                <a16:creationId xmlns:a16="http://schemas.microsoft.com/office/drawing/2014/main" id="{8021D8FC-B557-5379-1446-158652467E0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25011306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B870D-73C1-CBF2-26EF-23F9284D4EA0}"/>
              </a:ext>
            </a:extLst>
          </p:cNvPr>
          <p:cNvSpPr>
            <a:spLocks noGrp="1"/>
          </p:cNvSpPr>
          <p:nvPr>
            <p:ph type="title"/>
          </p:nvPr>
        </p:nvSpPr>
        <p:spPr>
          <a:xfrm>
            <a:off x="804672" y="802955"/>
            <a:ext cx="4977976" cy="1454051"/>
          </a:xfrm>
        </p:spPr>
        <p:txBody>
          <a:bodyPr>
            <a:normAutofit/>
          </a:bodyPr>
          <a:lstStyle/>
          <a:p>
            <a:r>
              <a:rPr lang="en-US" sz="3600">
                <a:solidFill>
                  <a:schemeClr val="tx2"/>
                </a:solidFill>
              </a:rPr>
              <a:t>Design Thinking Approach</a:t>
            </a:r>
          </a:p>
        </p:txBody>
      </p:sp>
      <p:sp>
        <p:nvSpPr>
          <p:cNvPr id="3" name="Content Placeholder 2">
            <a:extLst>
              <a:ext uri="{FF2B5EF4-FFF2-40B4-BE49-F238E27FC236}">
                <a16:creationId xmlns:a16="http://schemas.microsoft.com/office/drawing/2014/main" id="{D1E2210A-1872-E649-5EC6-BC33DFEA2C9D}"/>
              </a:ext>
            </a:extLst>
          </p:cNvPr>
          <p:cNvSpPr>
            <a:spLocks noGrp="1"/>
          </p:cNvSpPr>
          <p:nvPr>
            <p:ph idx="1"/>
          </p:nvPr>
        </p:nvSpPr>
        <p:spPr>
          <a:xfrm>
            <a:off x="450253" y="2421682"/>
            <a:ext cx="5645747" cy="3992430"/>
          </a:xfrm>
        </p:spPr>
        <p:txBody>
          <a:bodyPr anchor="ctr">
            <a:normAutofit/>
          </a:bodyPr>
          <a:lstStyle/>
          <a:p>
            <a:pPr marL="0" indent="0">
              <a:buNone/>
            </a:pPr>
            <a:r>
              <a:rPr lang="en-US" sz="1800" b="1" u="sng" dirty="0">
                <a:solidFill>
                  <a:schemeClr val="tx2"/>
                </a:solidFill>
              </a:rPr>
              <a:t>Prototype: The best ideas get created to validate their impact and value.</a:t>
            </a:r>
          </a:p>
          <a:p>
            <a:pPr lvl="1"/>
            <a:r>
              <a:rPr lang="en-US" sz="1800" dirty="0">
                <a:solidFill>
                  <a:schemeClr val="tx2"/>
                </a:solidFill>
              </a:rPr>
              <a:t>AI support: creating a minimum viable product for a chatbot that can answer the most common questions that the support team has gotten in the most recent month.</a:t>
            </a:r>
          </a:p>
          <a:p>
            <a:pPr lvl="1"/>
            <a:r>
              <a:rPr lang="en-US" sz="1800" dirty="0">
                <a:solidFill>
                  <a:schemeClr val="tx2"/>
                </a:solidFill>
              </a:rPr>
              <a:t>Journey map: using existing customer data to determine a base interaction map as well as shortest and longest paths to the target information that a customer is seeking.</a:t>
            </a:r>
          </a:p>
          <a:p>
            <a:pPr lvl="1"/>
            <a:r>
              <a:rPr lang="en-US" sz="1800" dirty="0">
                <a:solidFill>
                  <a:schemeClr val="tx2"/>
                </a:solidFill>
              </a:rPr>
              <a:t>Creation of a change control team to limit the feature requests and prioritize them will help with the whiplash of constant UX updates.</a:t>
            </a:r>
          </a:p>
        </p:txBody>
      </p:sp>
      <p:pic>
        <p:nvPicPr>
          <p:cNvPr id="7" name="Graphic 6" descr="Robot">
            <a:extLst>
              <a:ext uri="{FF2B5EF4-FFF2-40B4-BE49-F238E27FC236}">
                <a16:creationId xmlns:a16="http://schemas.microsoft.com/office/drawing/2014/main" id="{639C27B0-5480-D731-2E3B-AA6C8461C83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8922409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3DA28-5192-7D57-24D5-C3E1D4615796}"/>
              </a:ext>
            </a:extLst>
          </p:cNvPr>
          <p:cNvSpPr>
            <a:spLocks noGrp="1"/>
          </p:cNvSpPr>
          <p:nvPr>
            <p:ph type="title"/>
          </p:nvPr>
        </p:nvSpPr>
        <p:spPr>
          <a:xfrm>
            <a:off x="804672" y="802955"/>
            <a:ext cx="4977976" cy="1454051"/>
          </a:xfrm>
        </p:spPr>
        <p:txBody>
          <a:bodyPr>
            <a:normAutofit/>
          </a:bodyPr>
          <a:lstStyle/>
          <a:p>
            <a:r>
              <a:rPr lang="en-US" sz="3600">
                <a:solidFill>
                  <a:schemeClr val="tx2"/>
                </a:solidFill>
              </a:rPr>
              <a:t>Design Thinking Approach</a:t>
            </a:r>
          </a:p>
        </p:txBody>
      </p:sp>
      <p:sp>
        <p:nvSpPr>
          <p:cNvPr id="3" name="Content Placeholder 2">
            <a:extLst>
              <a:ext uri="{FF2B5EF4-FFF2-40B4-BE49-F238E27FC236}">
                <a16:creationId xmlns:a16="http://schemas.microsoft.com/office/drawing/2014/main" id="{2C25B2EF-C646-5A04-B24D-47A9D563DB36}"/>
              </a:ext>
            </a:extLst>
          </p:cNvPr>
          <p:cNvSpPr>
            <a:spLocks noGrp="1"/>
          </p:cNvSpPr>
          <p:nvPr>
            <p:ph idx="1"/>
          </p:nvPr>
        </p:nvSpPr>
        <p:spPr>
          <a:xfrm>
            <a:off x="450253" y="2421682"/>
            <a:ext cx="5645747" cy="3992430"/>
          </a:xfrm>
        </p:spPr>
        <p:txBody>
          <a:bodyPr anchor="ctr">
            <a:normAutofit/>
          </a:bodyPr>
          <a:lstStyle/>
          <a:p>
            <a:pPr marL="0" indent="0">
              <a:buNone/>
            </a:pPr>
            <a:r>
              <a:rPr lang="en-US" sz="1800" b="1" u="sng" dirty="0">
                <a:solidFill>
                  <a:schemeClr val="tx2"/>
                </a:solidFill>
              </a:rPr>
              <a:t>Test: Where the prototypes are implemented in temporary conditions or shortened timeframes.</a:t>
            </a:r>
          </a:p>
          <a:p>
            <a:pPr lvl="1"/>
            <a:r>
              <a:rPr lang="en-US" sz="1800" dirty="0">
                <a:solidFill>
                  <a:schemeClr val="tx2"/>
                </a:solidFill>
              </a:rPr>
              <a:t>Chatbot: it will be deployed to a small percentage of the users and tracked based on how many questions it takes away from the support team.</a:t>
            </a:r>
          </a:p>
          <a:p>
            <a:pPr lvl="1"/>
            <a:r>
              <a:rPr lang="en-US" sz="1800" dirty="0">
                <a:solidFill>
                  <a:schemeClr val="tx2"/>
                </a:solidFill>
              </a:rPr>
              <a:t>Change control process: will be implemented for 2 months, and the metric will be driven by feedback from the development team as well as any improvement to the customer centric metrics.</a:t>
            </a:r>
          </a:p>
          <a:p>
            <a:pPr lvl="1"/>
            <a:r>
              <a:rPr lang="en-US" sz="1800" dirty="0">
                <a:solidFill>
                  <a:schemeClr val="tx2"/>
                </a:solidFill>
              </a:rPr>
              <a:t>Journey mapping: will be led by a team that will be created to focus on customer pain points. They will create fixes to the items that they discover from the mapping process.</a:t>
            </a:r>
          </a:p>
        </p:txBody>
      </p:sp>
      <p:pic>
        <p:nvPicPr>
          <p:cNvPr id="7" name="Graphic 6" descr="Test tubes">
            <a:extLst>
              <a:ext uri="{FF2B5EF4-FFF2-40B4-BE49-F238E27FC236}">
                <a16:creationId xmlns:a16="http://schemas.microsoft.com/office/drawing/2014/main" id="{0F5531AC-8D21-E88F-42DB-52748F2CEAA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22999427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9995D431-014F-4B22-1A2C-3391C9F9F241}"/>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a:solidFill>
                  <a:srgbClr val="FFFFFF"/>
                </a:solidFill>
                <a:latin typeface="+mj-lt"/>
                <a:ea typeface="+mj-ea"/>
                <a:cs typeface="+mj-cs"/>
              </a:rPr>
              <a:t>AI integration and Ethical Considerations</a:t>
            </a:r>
          </a:p>
        </p:txBody>
      </p:sp>
      <p:sp>
        <p:nvSpPr>
          <p:cNvPr id="3" name="Text Placeholder 2">
            <a:extLst>
              <a:ext uri="{FF2B5EF4-FFF2-40B4-BE49-F238E27FC236}">
                <a16:creationId xmlns:a16="http://schemas.microsoft.com/office/drawing/2014/main" id="{C0FAEEE8-0DAA-8289-0B13-9E70CCE191BC}"/>
              </a:ext>
            </a:extLst>
          </p:cNvPr>
          <p:cNvSpPr>
            <a:spLocks noGrp="1"/>
          </p:cNvSpPr>
          <p:nvPr>
            <p:ph type="body" idx="1"/>
          </p:nvPr>
        </p:nvSpPr>
        <p:spPr>
          <a:xfrm>
            <a:off x="1350682" y="4870824"/>
            <a:ext cx="10005951" cy="1458258"/>
          </a:xfrm>
        </p:spPr>
        <p:txBody>
          <a:bodyPr vert="horz" lIns="91440" tIns="45720" rIns="91440" bIns="45720" rtlCol="0" anchor="ctr">
            <a:normAutofit/>
          </a:bodyPr>
          <a:lstStyle/>
          <a:p>
            <a:endParaRPr lang="en-US" sz="2400" kern="1200">
              <a:solidFill>
                <a:schemeClr val="tx1"/>
              </a:solidFill>
              <a:latin typeface="+mn-lt"/>
              <a:ea typeface="+mn-ea"/>
              <a:cs typeface="+mn-cs"/>
            </a:endParaRPr>
          </a:p>
        </p:txBody>
      </p:sp>
    </p:spTree>
    <p:extLst>
      <p:ext uri="{BB962C8B-B14F-4D97-AF65-F5344CB8AC3E}">
        <p14:creationId xmlns:p14="http://schemas.microsoft.com/office/powerpoint/2010/main" val="41386432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AE90A5-A4F2-64D6-F52A-6C4250374CB1}"/>
              </a:ext>
            </a:extLst>
          </p:cNvPr>
          <p:cNvSpPr>
            <a:spLocks noGrp="1"/>
          </p:cNvSpPr>
          <p:nvPr>
            <p:ph type="title"/>
          </p:nvPr>
        </p:nvSpPr>
        <p:spPr>
          <a:xfrm>
            <a:off x="686834" y="1153572"/>
            <a:ext cx="3200400" cy="4461163"/>
          </a:xfrm>
        </p:spPr>
        <p:txBody>
          <a:bodyPr>
            <a:normAutofit/>
          </a:bodyPr>
          <a:lstStyle/>
          <a:p>
            <a:r>
              <a:rPr lang="en-US">
                <a:solidFill>
                  <a:srgbClr val="FFFFFF"/>
                </a:solidFill>
              </a:rPr>
              <a:t>R1 – Data Privacy</a:t>
            </a:r>
          </a:p>
        </p:txBody>
      </p:sp>
      <p:sp>
        <p:nvSpPr>
          <p:cNvPr id="7" name="Arc 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1A98EAD-F529-13E2-10BA-B453966CAE06}"/>
              </a:ext>
            </a:extLst>
          </p:cNvPr>
          <p:cNvSpPr>
            <a:spLocks noGrp="1"/>
          </p:cNvSpPr>
          <p:nvPr>
            <p:ph idx="1"/>
          </p:nvPr>
        </p:nvSpPr>
        <p:spPr>
          <a:xfrm>
            <a:off x="4447308" y="591344"/>
            <a:ext cx="6906491" cy="5585619"/>
          </a:xfrm>
        </p:spPr>
        <p:txBody>
          <a:bodyPr anchor="ctr">
            <a:normAutofit/>
          </a:bodyPr>
          <a:lstStyle/>
          <a:p>
            <a:r>
              <a:rPr lang="en-US" sz="2600" dirty="0"/>
              <a:t>Privacy By Design methodology - Organization</a:t>
            </a:r>
          </a:p>
          <a:p>
            <a:r>
              <a:rPr lang="en-US" sz="2600" dirty="0"/>
              <a:t>Enforce encryption, access controls, and data minimization – Security Team</a:t>
            </a:r>
          </a:p>
          <a:p>
            <a:r>
              <a:rPr lang="en-US" sz="2600" dirty="0"/>
              <a:t>Up the frequency of data audits – Data Officer</a:t>
            </a:r>
          </a:p>
          <a:p>
            <a:r>
              <a:rPr lang="en-US" sz="2600" dirty="0"/>
              <a:t>Design AI models with privacy in mind – ML Engineer</a:t>
            </a:r>
          </a:p>
          <a:p>
            <a:r>
              <a:rPr lang="en-US" sz="2600" dirty="0"/>
              <a:t>Resources needed: Compliance software, legal team, training</a:t>
            </a:r>
          </a:p>
          <a:p>
            <a:r>
              <a:rPr lang="en-US" sz="2600" dirty="0"/>
              <a:t>Steps: Map all data flows that integrate with AI, Classify and label data appropriately, implement at rest and in transit encryption, validate compliance with legal team for requirements.</a:t>
            </a:r>
          </a:p>
        </p:txBody>
      </p:sp>
    </p:spTree>
    <p:extLst>
      <p:ext uri="{BB962C8B-B14F-4D97-AF65-F5344CB8AC3E}">
        <p14:creationId xmlns:p14="http://schemas.microsoft.com/office/powerpoint/2010/main" val="42670279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A77B18-8CBD-4BA9-A385-27E0538A3C05}"/>
              </a:ext>
            </a:extLst>
          </p:cNvPr>
          <p:cNvSpPr>
            <a:spLocks noGrp="1"/>
          </p:cNvSpPr>
          <p:nvPr>
            <p:ph type="title"/>
          </p:nvPr>
        </p:nvSpPr>
        <p:spPr>
          <a:xfrm>
            <a:off x="686834" y="1153572"/>
            <a:ext cx="3200400" cy="4461163"/>
          </a:xfrm>
        </p:spPr>
        <p:txBody>
          <a:bodyPr>
            <a:normAutofit/>
          </a:bodyPr>
          <a:lstStyle/>
          <a:p>
            <a:r>
              <a:rPr lang="en-US">
                <a:solidFill>
                  <a:srgbClr val="FFFFFF"/>
                </a:solidFill>
              </a:rPr>
              <a:t>R2 – Algorithm Behavior</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4F2B37E-270E-8BE0-6DF0-E055FBE34486}"/>
              </a:ext>
            </a:extLst>
          </p:cNvPr>
          <p:cNvSpPr>
            <a:spLocks noGrp="1"/>
          </p:cNvSpPr>
          <p:nvPr>
            <p:ph idx="1"/>
          </p:nvPr>
        </p:nvSpPr>
        <p:spPr>
          <a:xfrm>
            <a:off x="4447308" y="591344"/>
            <a:ext cx="6906491" cy="5585619"/>
          </a:xfrm>
        </p:spPr>
        <p:txBody>
          <a:bodyPr anchor="ctr">
            <a:normAutofit/>
          </a:bodyPr>
          <a:lstStyle/>
          <a:p>
            <a:r>
              <a:rPr lang="en-US" sz="2400" dirty="0"/>
              <a:t>Implement explainability and interpretability models – ML Engineers</a:t>
            </a:r>
          </a:p>
          <a:p>
            <a:r>
              <a:rPr lang="en-US" sz="2400" dirty="0"/>
              <a:t>Perform bias assessments and create validation checkpoints – Quality Assurance Engineers</a:t>
            </a:r>
          </a:p>
          <a:p>
            <a:r>
              <a:rPr lang="en-US" sz="2400" dirty="0"/>
              <a:t>Ensure human-in-the-loop oversight of models – Project Manager / Engineering teams</a:t>
            </a:r>
          </a:p>
          <a:p>
            <a:r>
              <a:rPr lang="en-US" sz="2400" dirty="0"/>
              <a:t>Resources needed: validation Frameworks, bias detection tools, continuous monitoring buy in</a:t>
            </a:r>
          </a:p>
          <a:p>
            <a:r>
              <a:rPr lang="en-US" sz="2400" dirty="0"/>
              <a:t>Steps: create layers within algorithm for explainability, run fairness tests, establish metrics and thresholds for drift and accuracy, deploy dashboards for real time monitoring.</a:t>
            </a:r>
          </a:p>
          <a:p>
            <a:endParaRPr lang="en-US" sz="2400" dirty="0"/>
          </a:p>
        </p:txBody>
      </p:sp>
    </p:spTree>
    <p:extLst>
      <p:ext uri="{BB962C8B-B14F-4D97-AF65-F5344CB8AC3E}">
        <p14:creationId xmlns:p14="http://schemas.microsoft.com/office/powerpoint/2010/main" val="37581954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82CF3D-2ABF-B9C3-A066-CC5DADE86BA2}"/>
              </a:ext>
            </a:extLst>
          </p:cNvPr>
          <p:cNvSpPr>
            <a:spLocks noGrp="1"/>
          </p:cNvSpPr>
          <p:nvPr>
            <p:ph type="title"/>
          </p:nvPr>
        </p:nvSpPr>
        <p:spPr>
          <a:xfrm>
            <a:off x="686834" y="1153572"/>
            <a:ext cx="3200400" cy="4461163"/>
          </a:xfrm>
        </p:spPr>
        <p:txBody>
          <a:bodyPr>
            <a:normAutofit/>
          </a:bodyPr>
          <a:lstStyle/>
          <a:p>
            <a:r>
              <a:rPr lang="en-US">
                <a:solidFill>
                  <a:srgbClr val="FFFFFF"/>
                </a:solidFill>
              </a:rPr>
              <a:t>R3 – Integration Complexity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5CECAE6-53E4-7904-BA48-57AB1130FEDA}"/>
              </a:ext>
            </a:extLst>
          </p:cNvPr>
          <p:cNvSpPr>
            <a:spLocks noGrp="1"/>
          </p:cNvSpPr>
          <p:nvPr>
            <p:ph idx="1"/>
          </p:nvPr>
        </p:nvSpPr>
        <p:spPr>
          <a:xfrm>
            <a:off x="4447308" y="591344"/>
            <a:ext cx="6906491" cy="5585619"/>
          </a:xfrm>
        </p:spPr>
        <p:txBody>
          <a:bodyPr anchor="ctr">
            <a:normAutofit/>
          </a:bodyPr>
          <a:lstStyle/>
          <a:p>
            <a:r>
              <a:rPr lang="en-US" sz="2400"/>
              <a:t>Perform integration testing early and often - DevOps</a:t>
            </a:r>
          </a:p>
          <a:p>
            <a:r>
              <a:rPr lang="en-US" sz="2400"/>
              <a:t>Ensure data quality and combability before model deployment - DevOps</a:t>
            </a:r>
          </a:p>
          <a:p>
            <a:r>
              <a:rPr lang="en-US" sz="2400"/>
              <a:t>Leverage APIs and middleware to assist with communication between legacy and new AI – Engineering teams</a:t>
            </a:r>
          </a:p>
          <a:p>
            <a:r>
              <a:rPr lang="en-US" sz="2400"/>
              <a:t>Resources needed: testing environments, API tools, data monitoring systems, more dedicated resources</a:t>
            </a:r>
          </a:p>
          <a:p>
            <a:r>
              <a:rPr lang="en-US" sz="2400"/>
              <a:t>Steps: Audit current data to determine structures, build CI/CD pipelines, create prototypes for integration, implement testing checkpoints throughout development</a:t>
            </a:r>
          </a:p>
        </p:txBody>
      </p:sp>
    </p:spTree>
    <p:extLst>
      <p:ext uri="{BB962C8B-B14F-4D97-AF65-F5344CB8AC3E}">
        <p14:creationId xmlns:p14="http://schemas.microsoft.com/office/powerpoint/2010/main" val="27316751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BC8166-481C-4473-95F5-9A5B9073B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5A5CE6E-90AF-4D43-A014-1F9EC83EB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12467"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2" name="Title 1">
            <a:extLst>
              <a:ext uri="{FF2B5EF4-FFF2-40B4-BE49-F238E27FC236}">
                <a16:creationId xmlns:a16="http://schemas.microsoft.com/office/drawing/2014/main" id="{2807C58E-AD6D-B1CD-5923-E1BA42E4CB44}"/>
              </a:ext>
            </a:extLst>
          </p:cNvPr>
          <p:cNvSpPr>
            <a:spLocks noGrp="1"/>
          </p:cNvSpPr>
          <p:nvPr>
            <p:ph type="title"/>
          </p:nvPr>
        </p:nvSpPr>
        <p:spPr>
          <a:xfrm>
            <a:off x="838200" y="643467"/>
            <a:ext cx="2951205" cy="5571066"/>
          </a:xfrm>
        </p:spPr>
        <p:txBody>
          <a:bodyPr>
            <a:normAutofit/>
          </a:bodyPr>
          <a:lstStyle/>
          <a:p>
            <a:r>
              <a:rPr lang="en-US">
                <a:solidFill>
                  <a:srgbClr val="FFFFFF"/>
                </a:solidFill>
              </a:rPr>
              <a:t>Ethics of AI</a:t>
            </a:r>
          </a:p>
        </p:txBody>
      </p:sp>
      <p:graphicFrame>
        <p:nvGraphicFramePr>
          <p:cNvPr id="5" name="Content Placeholder 2">
            <a:extLst>
              <a:ext uri="{FF2B5EF4-FFF2-40B4-BE49-F238E27FC236}">
                <a16:creationId xmlns:a16="http://schemas.microsoft.com/office/drawing/2014/main" id="{59495D56-791C-4762-DFCB-C0C62B27F4E9}"/>
              </a:ext>
            </a:extLst>
          </p:cNvPr>
          <p:cNvGraphicFramePr>
            <a:graphicFrameLocks noGrp="1"/>
          </p:cNvGraphicFramePr>
          <p:nvPr>
            <p:ph idx="1"/>
            <p:extLst>
              <p:ext uri="{D42A27DB-BD31-4B8C-83A1-F6EECF244321}">
                <p14:modId xmlns:p14="http://schemas.microsoft.com/office/powerpoint/2010/main" val="2777435247"/>
              </p:ext>
            </p:extLst>
          </p:nvPr>
        </p:nvGraphicFramePr>
        <p:xfrm>
          <a:off x="5207640" y="643466"/>
          <a:ext cx="6291714" cy="55307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778516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3">
            <a:extLst>
              <a:ext uri="{FF2B5EF4-FFF2-40B4-BE49-F238E27FC236}">
                <a16:creationId xmlns:a16="http://schemas.microsoft.com/office/drawing/2014/main" id="{DE7F0077-A571-23A6-5DBC-E847E1840845}"/>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a:solidFill>
                  <a:srgbClr val="FFFFFF"/>
                </a:solidFill>
                <a:latin typeface="+mj-lt"/>
                <a:ea typeface="+mj-ea"/>
                <a:cs typeface="+mj-cs"/>
              </a:rPr>
              <a:t>Conclusion</a:t>
            </a:r>
          </a:p>
        </p:txBody>
      </p:sp>
      <p:sp>
        <p:nvSpPr>
          <p:cNvPr id="5" name="Text Placeholder 4">
            <a:extLst>
              <a:ext uri="{FF2B5EF4-FFF2-40B4-BE49-F238E27FC236}">
                <a16:creationId xmlns:a16="http://schemas.microsoft.com/office/drawing/2014/main" id="{D62E8CA4-E439-B5D5-9B1B-451431AD5C99}"/>
              </a:ext>
            </a:extLst>
          </p:cNvPr>
          <p:cNvSpPr>
            <a:spLocks noGrp="1"/>
          </p:cNvSpPr>
          <p:nvPr>
            <p:ph type="body" idx="1"/>
          </p:nvPr>
        </p:nvSpPr>
        <p:spPr>
          <a:xfrm>
            <a:off x="1350682" y="4870824"/>
            <a:ext cx="10005951" cy="1458258"/>
          </a:xfrm>
        </p:spPr>
        <p:txBody>
          <a:bodyPr vert="horz" lIns="91440" tIns="45720" rIns="91440" bIns="45720" rtlCol="0" anchor="ctr">
            <a:normAutofit/>
          </a:bodyPr>
          <a:lstStyle/>
          <a:p>
            <a:endParaRPr lang="en-US" sz="2400" kern="1200">
              <a:solidFill>
                <a:schemeClr val="tx1"/>
              </a:solidFill>
              <a:latin typeface="+mn-lt"/>
              <a:ea typeface="+mn-ea"/>
              <a:cs typeface="+mn-cs"/>
            </a:endParaRPr>
          </a:p>
        </p:txBody>
      </p:sp>
    </p:spTree>
    <p:extLst>
      <p:ext uri="{BB962C8B-B14F-4D97-AF65-F5344CB8AC3E}">
        <p14:creationId xmlns:p14="http://schemas.microsoft.com/office/powerpoint/2010/main" val="4048811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CA06CD6-90CA-4C45-856C-6771339E1E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0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4DFB36-C84C-3516-51BB-2B02F04B4A6E}"/>
              </a:ext>
            </a:extLst>
          </p:cNvPr>
          <p:cNvSpPr>
            <a:spLocks noGrp="1"/>
          </p:cNvSpPr>
          <p:nvPr>
            <p:ph type="title"/>
          </p:nvPr>
        </p:nvSpPr>
        <p:spPr>
          <a:xfrm>
            <a:off x="838200" y="963507"/>
            <a:ext cx="3494362" cy="4930986"/>
          </a:xfrm>
        </p:spPr>
        <p:txBody>
          <a:bodyPr vert="horz" lIns="91440" tIns="45720" rIns="91440" bIns="45720" rtlCol="0" anchor="ctr">
            <a:normAutofit/>
          </a:bodyPr>
          <a:lstStyle/>
          <a:p>
            <a:pPr algn="r"/>
            <a:r>
              <a:rPr lang="en-US" sz="3100" kern="1200" dirty="0">
                <a:solidFill>
                  <a:schemeClr val="accent1"/>
                </a:solidFill>
                <a:latin typeface="+mj-lt"/>
                <a:ea typeface="+mj-ea"/>
                <a:cs typeface="+mj-cs"/>
              </a:rPr>
              <a:t>Conclusion and Recommendations</a:t>
            </a:r>
          </a:p>
        </p:txBody>
      </p:sp>
      <p:cxnSp>
        <p:nvCxnSpPr>
          <p:cNvPr id="11" name="Straight Connector 10">
            <a:extLst>
              <a:ext uri="{FF2B5EF4-FFF2-40B4-BE49-F238E27FC236}">
                <a16:creationId xmlns:a16="http://schemas.microsoft.com/office/drawing/2014/main" id="{5021601D-2758-4B15-A31C-FDA184C51B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0AE2E92-FC7A-D363-417C-9758BC4C7936}"/>
              </a:ext>
            </a:extLst>
          </p:cNvPr>
          <p:cNvSpPr>
            <a:spLocks noGrp="1"/>
          </p:cNvSpPr>
          <p:nvPr>
            <p:ph idx="1"/>
          </p:nvPr>
        </p:nvSpPr>
        <p:spPr>
          <a:xfrm>
            <a:off x="4976030" y="963507"/>
            <a:ext cx="6250940" cy="2304627"/>
          </a:xfrm>
        </p:spPr>
        <p:txBody>
          <a:bodyPr vert="horz" lIns="91440" tIns="45720" rIns="91440" bIns="45720" rtlCol="0" anchor="b">
            <a:normAutofit/>
          </a:bodyPr>
          <a:lstStyle/>
          <a:p>
            <a:pPr marL="0" indent="0" algn="ctr">
              <a:buNone/>
            </a:pPr>
            <a:r>
              <a:rPr lang="en-US" sz="1900" b="1" u="sng" dirty="0"/>
              <a:t>Next Steps</a:t>
            </a:r>
          </a:p>
          <a:p>
            <a:r>
              <a:rPr lang="en-US" sz="1900" dirty="0"/>
              <a:t>Create and implement your environments for staging, testing, and deployment.</a:t>
            </a:r>
          </a:p>
          <a:p>
            <a:r>
              <a:rPr lang="en-US" sz="1900" dirty="0"/>
              <a:t>Create containers for your applications to ensure consistency throughout the cycle.</a:t>
            </a:r>
          </a:p>
          <a:p>
            <a:r>
              <a:rPr lang="en-US" sz="1900" dirty="0"/>
              <a:t>Create your automations for deployment and rollback procedures.</a:t>
            </a:r>
          </a:p>
        </p:txBody>
      </p:sp>
      <p:sp>
        <p:nvSpPr>
          <p:cNvPr id="4" name="Content Placeholder 2">
            <a:extLst>
              <a:ext uri="{FF2B5EF4-FFF2-40B4-BE49-F238E27FC236}">
                <a16:creationId xmlns:a16="http://schemas.microsoft.com/office/drawing/2014/main" id="{A833A071-4F3D-23AF-51B7-7012D5FFA33A}"/>
              </a:ext>
            </a:extLst>
          </p:cNvPr>
          <p:cNvSpPr txBox="1">
            <a:spLocks/>
          </p:cNvSpPr>
          <p:nvPr/>
        </p:nvSpPr>
        <p:spPr>
          <a:xfrm>
            <a:off x="4976029" y="3589865"/>
            <a:ext cx="6703999" cy="2839509"/>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b="1" u="sng" dirty="0"/>
              <a:t>Key Points</a:t>
            </a:r>
          </a:p>
          <a:p>
            <a:r>
              <a:rPr lang="en-US" sz="1800" dirty="0"/>
              <a:t>Auditing current state is important to understand bottlenecks and pain points.</a:t>
            </a:r>
          </a:p>
          <a:p>
            <a:r>
              <a:rPr lang="en-US" sz="1800" dirty="0"/>
              <a:t>Automation provides many benefits to the development and deployment cycle.</a:t>
            </a:r>
          </a:p>
          <a:p>
            <a:r>
              <a:rPr lang="en-US" sz="1800" dirty="0"/>
              <a:t>Several points in the process were highlighted as areas where automation could improve the process.</a:t>
            </a:r>
          </a:p>
          <a:p>
            <a:pPr lvl="1"/>
            <a:r>
              <a:rPr lang="en-US" sz="1800" dirty="0"/>
              <a:t>QA and UA testing, code builds, deployment.</a:t>
            </a:r>
          </a:p>
          <a:p>
            <a:r>
              <a:rPr lang="en-US" sz="1800" dirty="0"/>
              <a:t>Ensuring compatibility, scalability, complexity, and support of tools is critical to success of a CI/CD pipeline.</a:t>
            </a:r>
          </a:p>
          <a:p>
            <a:endParaRPr lang="en-US" sz="1800" dirty="0"/>
          </a:p>
        </p:txBody>
      </p:sp>
    </p:spTree>
    <p:extLst>
      <p:ext uri="{BB962C8B-B14F-4D97-AF65-F5344CB8AC3E}">
        <p14:creationId xmlns:p14="http://schemas.microsoft.com/office/powerpoint/2010/main" val="38011702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49C07-BB27-97F1-E641-0E1978E0E411}"/>
              </a:ext>
            </a:extLst>
          </p:cNvPr>
          <p:cNvSpPr>
            <a:spLocks noGrp="1"/>
          </p:cNvSpPr>
          <p:nvPr>
            <p:ph type="title"/>
          </p:nvPr>
        </p:nvSpPr>
        <p:spPr>
          <a:xfrm>
            <a:off x="411480" y="991443"/>
            <a:ext cx="4443154" cy="1087819"/>
          </a:xfrm>
        </p:spPr>
        <p:txBody>
          <a:bodyPr anchor="b">
            <a:normAutofit/>
          </a:bodyPr>
          <a:lstStyle/>
          <a:p>
            <a:br>
              <a:rPr lang="en-US" sz="3400" dirty="0"/>
            </a:br>
            <a:r>
              <a:rPr lang="en-US" sz="3400" dirty="0"/>
              <a:t>Mitigation Steps</a:t>
            </a:r>
          </a:p>
        </p:txBody>
      </p:sp>
      <p:sp>
        <p:nvSpPr>
          <p:cNvPr id="3" name="Content Placeholder 2">
            <a:extLst>
              <a:ext uri="{FF2B5EF4-FFF2-40B4-BE49-F238E27FC236}">
                <a16:creationId xmlns:a16="http://schemas.microsoft.com/office/drawing/2014/main" id="{5996E708-4A6F-E6A5-2B15-48BB77F695AE}"/>
              </a:ext>
            </a:extLst>
          </p:cNvPr>
          <p:cNvSpPr>
            <a:spLocks noGrp="1"/>
          </p:cNvSpPr>
          <p:nvPr>
            <p:ph idx="1"/>
          </p:nvPr>
        </p:nvSpPr>
        <p:spPr>
          <a:xfrm>
            <a:off x="411480" y="2684094"/>
            <a:ext cx="5418908" cy="4008535"/>
          </a:xfrm>
        </p:spPr>
        <p:txBody>
          <a:bodyPr>
            <a:normAutofit lnSpcReduction="10000"/>
          </a:bodyPr>
          <a:lstStyle/>
          <a:p>
            <a:r>
              <a:rPr lang="en-US" sz="1800" dirty="0"/>
              <a:t>Refocus the Scope.</a:t>
            </a:r>
          </a:p>
          <a:p>
            <a:pPr lvl="1"/>
            <a:r>
              <a:rPr lang="en-US" sz="1800" dirty="0"/>
              <a:t>Implement a control change board to approve feature additions.</a:t>
            </a:r>
          </a:p>
          <a:p>
            <a:pPr lvl="1"/>
            <a:r>
              <a:rPr lang="en-US" sz="1800" dirty="0"/>
              <a:t>Create a product backlog of feature requests to prioritize what features are to be added.</a:t>
            </a:r>
          </a:p>
          <a:p>
            <a:pPr lvl="1"/>
            <a:r>
              <a:rPr lang="en-US" sz="1800" dirty="0"/>
              <a:t>Help to keep the project focused on completion.</a:t>
            </a:r>
          </a:p>
          <a:p>
            <a:r>
              <a:rPr lang="en-US" sz="1800" dirty="0"/>
              <a:t>Create new baselines.</a:t>
            </a:r>
          </a:p>
          <a:p>
            <a:pPr lvl="1"/>
            <a:r>
              <a:rPr lang="en-US" sz="1800" dirty="0"/>
              <a:t>Publish an updated timeline for the project.</a:t>
            </a:r>
          </a:p>
          <a:p>
            <a:pPr lvl="1"/>
            <a:r>
              <a:rPr lang="en-US" sz="1800" dirty="0"/>
              <a:t>Go back to the critical path for the project.</a:t>
            </a:r>
          </a:p>
          <a:p>
            <a:pPr lvl="1"/>
            <a:r>
              <a:rPr lang="en-US" sz="1800" dirty="0"/>
              <a:t>Help reduce the impact to the timeline.</a:t>
            </a:r>
          </a:p>
          <a:p>
            <a:r>
              <a:rPr lang="en-US" sz="1800" dirty="0"/>
              <a:t>Provide additional visibility.</a:t>
            </a:r>
          </a:p>
          <a:p>
            <a:pPr lvl="1"/>
            <a:r>
              <a:rPr lang="en-US" sz="1800" dirty="0"/>
              <a:t>Publish project metrics for key stakeholders.</a:t>
            </a:r>
          </a:p>
          <a:p>
            <a:pPr lvl="1"/>
            <a:r>
              <a:rPr lang="en-US" sz="1800" dirty="0"/>
              <a:t>Increase the frequency of project reviews.</a:t>
            </a:r>
          </a:p>
          <a:p>
            <a:pPr lvl="1"/>
            <a:endParaRPr lang="en-US" sz="1800" dirty="0"/>
          </a:p>
          <a:p>
            <a:pPr lvl="1"/>
            <a:endParaRPr lang="en-US" sz="1800" dirty="0"/>
          </a:p>
          <a:p>
            <a:pPr lvl="1"/>
            <a:endParaRPr lang="en-US" sz="1800" dirty="0"/>
          </a:p>
          <a:p>
            <a:endParaRPr lang="en-US" sz="1800" dirty="0"/>
          </a:p>
        </p:txBody>
      </p:sp>
      <p:pic>
        <p:nvPicPr>
          <p:cNvPr id="7" name="Graphic 6" descr="Backlog">
            <a:extLst>
              <a:ext uri="{FF2B5EF4-FFF2-40B4-BE49-F238E27FC236}">
                <a16:creationId xmlns:a16="http://schemas.microsoft.com/office/drawing/2014/main" id="{7490E4BD-B1C8-27F7-0B09-6C4CF00F157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30388" y="1570890"/>
            <a:ext cx="5551280" cy="5551280"/>
          </a:xfrm>
          <a:prstGeom prst="rect">
            <a:avLst/>
          </a:prstGeom>
        </p:spPr>
      </p:pic>
    </p:spTree>
    <p:extLst>
      <p:ext uri="{BB962C8B-B14F-4D97-AF65-F5344CB8AC3E}">
        <p14:creationId xmlns:p14="http://schemas.microsoft.com/office/powerpoint/2010/main" val="39092039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FF7-3A9C-4581-1109-4B4646BAA261}"/>
              </a:ext>
            </a:extLst>
          </p:cNvPr>
          <p:cNvSpPr>
            <a:spLocks noGrp="1"/>
          </p:cNvSpPr>
          <p:nvPr>
            <p:ph type="title"/>
          </p:nvPr>
        </p:nvSpPr>
        <p:spPr/>
        <p:txBody>
          <a:bodyPr/>
          <a:lstStyle/>
          <a:p>
            <a:r>
              <a:rPr lang="en-US" dirty="0"/>
              <a:t>Predicted Results and Next Steps</a:t>
            </a:r>
          </a:p>
        </p:txBody>
      </p:sp>
      <p:sp>
        <p:nvSpPr>
          <p:cNvPr id="6" name="Text Placeholder 5">
            <a:extLst>
              <a:ext uri="{FF2B5EF4-FFF2-40B4-BE49-F238E27FC236}">
                <a16:creationId xmlns:a16="http://schemas.microsoft.com/office/drawing/2014/main" id="{3AD99C46-52EC-2699-76D4-055A53EE7D39}"/>
              </a:ext>
            </a:extLst>
          </p:cNvPr>
          <p:cNvSpPr>
            <a:spLocks noGrp="1"/>
          </p:cNvSpPr>
          <p:nvPr>
            <p:ph type="body" idx="1"/>
          </p:nvPr>
        </p:nvSpPr>
        <p:spPr/>
        <p:txBody>
          <a:bodyPr/>
          <a:lstStyle/>
          <a:p>
            <a:r>
              <a:rPr lang="en-US" dirty="0"/>
              <a:t>Outcomes</a:t>
            </a:r>
          </a:p>
        </p:txBody>
      </p:sp>
      <p:graphicFrame>
        <p:nvGraphicFramePr>
          <p:cNvPr id="11" name="Content Placeholder 6">
            <a:extLst>
              <a:ext uri="{FF2B5EF4-FFF2-40B4-BE49-F238E27FC236}">
                <a16:creationId xmlns:a16="http://schemas.microsoft.com/office/drawing/2014/main" id="{4EA123B1-25A7-B658-4137-C1535876034C}"/>
              </a:ext>
            </a:extLst>
          </p:cNvPr>
          <p:cNvGraphicFramePr>
            <a:graphicFrameLocks noGrp="1"/>
          </p:cNvGraphicFramePr>
          <p:nvPr>
            <p:ph sz="half" idx="2"/>
          </p:nvPr>
        </p:nvGraphicFramePr>
        <p:xfrm>
          <a:off x="839788" y="2505075"/>
          <a:ext cx="5157787" cy="36845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 Placeholder 7">
            <a:extLst>
              <a:ext uri="{FF2B5EF4-FFF2-40B4-BE49-F238E27FC236}">
                <a16:creationId xmlns:a16="http://schemas.microsoft.com/office/drawing/2014/main" id="{1187924B-9203-3355-CCF2-589D46E2B81C}"/>
              </a:ext>
            </a:extLst>
          </p:cNvPr>
          <p:cNvSpPr>
            <a:spLocks noGrp="1"/>
          </p:cNvSpPr>
          <p:nvPr>
            <p:ph type="body" sz="quarter" idx="3"/>
          </p:nvPr>
        </p:nvSpPr>
        <p:spPr/>
        <p:txBody>
          <a:bodyPr/>
          <a:lstStyle/>
          <a:p>
            <a:r>
              <a:rPr lang="en-US" dirty="0"/>
              <a:t>Next Steps</a:t>
            </a:r>
          </a:p>
        </p:txBody>
      </p:sp>
      <p:sp>
        <p:nvSpPr>
          <p:cNvPr id="9" name="Content Placeholder 8">
            <a:extLst>
              <a:ext uri="{FF2B5EF4-FFF2-40B4-BE49-F238E27FC236}">
                <a16:creationId xmlns:a16="http://schemas.microsoft.com/office/drawing/2014/main" id="{0178BD14-4F24-1BFF-458F-759900B0EF55}"/>
              </a:ext>
            </a:extLst>
          </p:cNvPr>
          <p:cNvSpPr>
            <a:spLocks noGrp="1"/>
          </p:cNvSpPr>
          <p:nvPr>
            <p:ph sz="quarter" idx="4"/>
          </p:nvPr>
        </p:nvSpPr>
        <p:spPr/>
        <p:txBody>
          <a:bodyPr/>
          <a:lstStyle/>
          <a:p>
            <a:r>
              <a:rPr lang="en-US" dirty="0"/>
              <a:t>Create the change control board for feature requests.</a:t>
            </a:r>
          </a:p>
          <a:p>
            <a:r>
              <a:rPr lang="en-US" dirty="0"/>
              <a:t>Communicate the timeline to stakeholders.</a:t>
            </a:r>
          </a:p>
          <a:p>
            <a:r>
              <a:rPr lang="en-US" dirty="0"/>
              <a:t>Publish current project metrics for additional visibility.</a:t>
            </a:r>
          </a:p>
        </p:txBody>
      </p:sp>
    </p:spTree>
    <p:extLst>
      <p:ext uri="{BB962C8B-B14F-4D97-AF65-F5344CB8AC3E}">
        <p14:creationId xmlns:p14="http://schemas.microsoft.com/office/powerpoint/2010/main" val="37178333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A84B152-3496-4C52-AF08-97AFFC09D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 name="Title 6">
            <a:extLst>
              <a:ext uri="{FF2B5EF4-FFF2-40B4-BE49-F238E27FC236}">
                <a16:creationId xmlns:a16="http://schemas.microsoft.com/office/drawing/2014/main" id="{82F15EF0-0B13-3F2B-CD18-15B828A83FA2}"/>
              </a:ext>
            </a:extLst>
          </p:cNvPr>
          <p:cNvSpPr>
            <a:spLocks noGrp="1"/>
          </p:cNvSpPr>
          <p:nvPr>
            <p:ph type="title"/>
          </p:nvPr>
        </p:nvSpPr>
        <p:spPr>
          <a:xfrm>
            <a:off x="838201" y="365125"/>
            <a:ext cx="5393360" cy="1325563"/>
          </a:xfrm>
        </p:spPr>
        <p:txBody>
          <a:bodyPr>
            <a:normAutofit/>
          </a:bodyPr>
          <a:lstStyle/>
          <a:p>
            <a:r>
              <a:rPr lang="en-US" dirty="0"/>
              <a:t>Additional Recommendations</a:t>
            </a:r>
          </a:p>
        </p:txBody>
      </p:sp>
      <p:sp>
        <p:nvSpPr>
          <p:cNvPr id="17" name="Freeform: Shape 16">
            <a:extLst>
              <a:ext uri="{FF2B5EF4-FFF2-40B4-BE49-F238E27FC236}">
                <a16:creationId xmlns:a16="http://schemas.microsoft.com/office/drawing/2014/main" id="{6B2ADB95-0FA3-4BD7-A8AC-89D014A8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Oval 18">
            <a:extLst>
              <a:ext uri="{FF2B5EF4-FFF2-40B4-BE49-F238E27FC236}">
                <a16:creationId xmlns:a16="http://schemas.microsoft.com/office/drawing/2014/main" id="{C924DBCE-E731-4B22-8181-A39C1D862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630884" cy="630884"/>
          </a:xfrm>
          <a:prstGeom prst="ellipse">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4CBF9756-6AC8-4C65-84DF-56FBFFA1D8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0227"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pic>
        <p:nvPicPr>
          <p:cNvPr id="11" name="Picture 10" descr="A close-up of a white surface&#10;&#10;AI-generated content may be incorrect.">
            <a:extLst>
              <a:ext uri="{FF2B5EF4-FFF2-40B4-BE49-F238E27FC236}">
                <a16:creationId xmlns:a16="http://schemas.microsoft.com/office/drawing/2014/main" id="{DCF33E59-D913-DD26-2ECD-8B78B8A15870}"/>
              </a:ext>
            </a:extLst>
          </p:cNvPr>
          <p:cNvPicPr>
            <a:picLocks noChangeAspect="1"/>
          </p:cNvPicPr>
          <p:nvPr/>
        </p:nvPicPr>
        <p:blipFill>
          <a:blip r:embed="rId2"/>
          <a:srcRect l="7052" r="26447"/>
          <a:stretch>
            <a:fillRect/>
          </a:stretch>
        </p:blipFill>
        <p:spPr>
          <a:xfrm>
            <a:off x="7751975" y="1075239"/>
            <a:ext cx="4128603" cy="4128603"/>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23" name="Freeform: Shape 22">
            <a:extLst>
              <a:ext uri="{FF2B5EF4-FFF2-40B4-BE49-F238E27FC236}">
                <a16:creationId xmlns:a16="http://schemas.microsoft.com/office/drawing/2014/main" id="{2D385988-EAAF-4C27-AF8A-2BFBECAF3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25" name="Straight Connector 24">
            <a:extLst>
              <a:ext uri="{FF2B5EF4-FFF2-40B4-BE49-F238E27FC236}">
                <a16:creationId xmlns:a16="http://schemas.microsoft.com/office/drawing/2014/main" id="{43621FD4-D14D-45D5-9A57-9A2DE5EA59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7" name="Freeform: Shape 26">
            <a:extLst>
              <a:ext uri="{FF2B5EF4-FFF2-40B4-BE49-F238E27FC236}">
                <a16:creationId xmlns:a16="http://schemas.microsoft.com/office/drawing/2014/main" id="{B621D332-7329-4994-8836-C429A51B7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9" name="Freeform: Shape 28">
            <a:extLst>
              <a:ext uri="{FF2B5EF4-FFF2-40B4-BE49-F238E27FC236}">
                <a16:creationId xmlns:a16="http://schemas.microsoft.com/office/drawing/2014/main" id="{2D20F754-35A9-4508-BE3C-C59996D143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graphicFrame>
        <p:nvGraphicFramePr>
          <p:cNvPr id="10" name="Content Placeholder 7">
            <a:extLst>
              <a:ext uri="{FF2B5EF4-FFF2-40B4-BE49-F238E27FC236}">
                <a16:creationId xmlns:a16="http://schemas.microsoft.com/office/drawing/2014/main" id="{27E79A55-4E38-B5D7-A421-70434CF510FC}"/>
              </a:ext>
            </a:extLst>
          </p:cNvPr>
          <p:cNvGraphicFramePr>
            <a:graphicFrameLocks noGrp="1"/>
          </p:cNvGraphicFramePr>
          <p:nvPr>
            <p:ph idx="1"/>
            <p:extLst>
              <p:ext uri="{D42A27DB-BD31-4B8C-83A1-F6EECF244321}">
                <p14:modId xmlns:p14="http://schemas.microsoft.com/office/powerpoint/2010/main" val="2561771560"/>
              </p:ext>
            </p:extLst>
          </p:nvPr>
        </p:nvGraphicFramePr>
        <p:xfrm>
          <a:off x="838200" y="1825625"/>
          <a:ext cx="5393361"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503330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A84B152-3496-4C52-AF08-97AFFC09D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68E7EF26-1FC3-4798-144D-6077FD76F25E}"/>
              </a:ext>
            </a:extLst>
          </p:cNvPr>
          <p:cNvSpPr>
            <a:spLocks noGrp="1"/>
          </p:cNvSpPr>
          <p:nvPr>
            <p:ph type="title"/>
          </p:nvPr>
        </p:nvSpPr>
        <p:spPr>
          <a:xfrm>
            <a:off x="838201" y="365125"/>
            <a:ext cx="5393360" cy="1325563"/>
          </a:xfrm>
        </p:spPr>
        <p:txBody>
          <a:bodyPr>
            <a:normAutofit/>
          </a:bodyPr>
          <a:lstStyle/>
          <a:p>
            <a:r>
              <a:rPr lang="en-US"/>
              <a:t>Summary</a:t>
            </a:r>
          </a:p>
        </p:txBody>
      </p:sp>
      <p:sp>
        <p:nvSpPr>
          <p:cNvPr id="13" name="Freeform: Shape 12">
            <a:extLst>
              <a:ext uri="{FF2B5EF4-FFF2-40B4-BE49-F238E27FC236}">
                <a16:creationId xmlns:a16="http://schemas.microsoft.com/office/drawing/2014/main" id="{6B2ADB95-0FA3-4BD7-A8AC-89D014A8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Oval 14">
            <a:extLst>
              <a:ext uri="{FF2B5EF4-FFF2-40B4-BE49-F238E27FC236}">
                <a16:creationId xmlns:a16="http://schemas.microsoft.com/office/drawing/2014/main" id="{C924DBCE-E731-4B22-8181-A39C1D862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630884" cy="630884"/>
          </a:xfrm>
          <a:prstGeom prst="ellipse">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4CBF9756-6AC8-4C65-84DF-56FBFFA1D8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0227"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pic>
        <p:nvPicPr>
          <p:cNvPr id="6" name="Picture 5" descr="Close-up of a metal surface&#10;&#10;AI-generated content may be incorrect.">
            <a:extLst>
              <a:ext uri="{FF2B5EF4-FFF2-40B4-BE49-F238E27FC236}">
                <a16:creationId xmlns:a16="http://schemas.microsoft.com/office/drawing/2014/main" id="{ADE3EDE7-78DE-A345-38B2-B83E6D0AA309}"/>
              </a:ext>
            </a:extLst>
          </p:cNvPr>
          <p:cNvPicPr>
            <a:picLocks noChangeAspect="1"/>
          </p:cNvPicPr>
          <p:nvPr/>
        </p:nvPicPr>
        <p:blipFill>
          <a:blip r:embed="rId3"/>
          <a:srcRect l="19178" r="14073"/>
          <a:stretch>
            <a:fillRect/>
          </a:stretch>
        </p:blipFill>
        <p:spPr>
          <a:xfrm>
            <a:off x="7751975" y="1075239"/>
            <a:ext cx="4128603" cy="4128603"/>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19" name="Freeform: Shape 18">
            <a:extLst>
              <a:ext uri="{FF2B5EF4-FFF2-40B4-BE49-F238E27FC236}">
                <a16:creationId xmlns:a16="http://schemas.microsoft.com/office/drawing/2014/main" id="{2D385988-EAAF-4C27-AF8A-2BFBECAF3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21" name="Straight Connector 20">
            <a:extLst>
              <a:ext uri="{FF2B5EF4-FFF2-40B4-BE49-F238E27FC236}">
                <a16:creationId xmlns:a16="http://schemas.microsoft.com/office/drawing/2014/main" id="{43621FD4-D14D-45D5-9A57-9A2DE5EA59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3" name="Freeform: Shape 22">
            <a:extLst>
              <a:ext uri="{FF2B5EF4-FFF2-40B4-BE49-F238E27FC236}">
                <a16:creationId xmlns:a16="http://schemas.microsoft.com/office/drawing/2014/main" id="{B621D332-7329-4994-8836-C429A51B7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2D20F754-35A9-4508-BE3C-C59996D143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graphicFrame>
        <p:nvGraphicFramePr>
          <p:cNvPr id="5" name="Content Placeholder 2">
            <a:extLst>
              <a:ext uri="{FF2B5EF4-FFF2-40B4-BE49-F238E27FC236}">
                <a16:creationId xmlns:a16="http://schemas.microsoft.com/office/drawing/2014/main" id="{4A6086D3-8B96-D70F-A46C-302161CC7AA1}"/>
              </a:ext>
            </a:extLst>
          </p:cNvPr>
          <p:cNvGraphicFramePr>
            <a:graphicFrameLocks noGrp="1"/>
          </p:cNvGraphicFramePr>
          <p:nvPr>
            <p:ph idx="1"/>
            <p:extLst>
              <p:ext uri="{D42A27DB-BD31-4B8C-83A1-F6EECF244321}">
                <p14:modId xmlns:p14="http://schemas.microsoft.com/office/powerpoint/2010/main" val="150832307"/>
              </p:ext>
            </p:extLst>
          </p:nvPr>
        </p:nvGraphicFramePr>
        <p:xfrm>
          <a:off x="838200" y="1825625"/>
          <a:ext cx="5393361"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9763573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94A4D3B2-4030-9836-16D5-C7837126279E}"/>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a:solidFill>
                  <a:srgbClr val="FFFFFF"/>
                </a:solidFill>
                <a:latin typeface="+mj-lt"/>
                <a:ea typeface="+mj-ea"/>
                <a:cs typeface="+mj-cs"/>
              </a:rPr>
              <a:t>Bibliography</a:t>
            </a:r>
          </a:p>
        </p:txBody>
      </p:sp>
      <p:sp>
        <p:nvSpPr>
          <p:cNvPr id="3" name="Text Placeholder 2">
            <a:extLst>
              <a:ext uri="{FF2B5EF4-FFF2-40B4-BE49-F238E27FC236}">
                <a16:creationId xmlns:a16="http://schemas.microsoft.com/office/drawing/2014/main" id="{2496D429-B408-AD2F-74A1-4FEBE5A609D0}"/>
              </a:ext>
            </a:extLst>
          </p:cNvPr>
          <p:cNvSpPr>
            <a:spLocks noGrp="1"/>
          </p:cNvSpPr>
          <p:nvPr>
            <p:ph type="body" idx="1"/>
          </p:nvPr>
        </p:nvSpPr>
        <p:spPr>
          <a:xfrm>
            <a:off x="1350682" y="4870824"/>
            <a:ext cx="10005951" cy="1458258"/>
          </a:xfrm>
        </p:spPr>
        <p:txBody>
          <a:bodyPr vert="horz" lIns="91440" tIns="45720" rIns="91440" bIns="45720" rtlCol="0" anchor="ctr">
            <a:normAutofit/>
          </a:bodyPr>
          <a:lstStyle/>
          <a:p>
            <a:endParaRPr lang="en-US" sz="2400" kern="1200">
              <a:solidFill>
                <a:schemeClr val="tx1"/>
              </a:solidFill>
              <a:latin typeface="+mn-lt"/>
              <a:ea typeface="+mn-ea"/>
              <a:cs typeface="+mn-cs"/>
            </a:endParaRPr>
          </a:p>
        </p:txBody>
      </p:sp>
    </p:spTree>
    <p:extLst>
      <p:ext uri="{BB962C8B-B14F-4D97-AF65-F5344CB8AC3E}">
        <p14:creationId xmlns:p14="http://schemas.microsoft.com/office/powerpoint/2010/main" val="405077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F27BF6-4A8D-3361-CD98-025BB204F5B9}"/>
              </a:ext>
            </a:extLst>
          </p:cNvPr>
          <p:cNvSpPr txBox="1"/>
          <p:nvPr/>
        </p:nvSpPr>
        <p:spPr>
          <a:xfrm>
            <a:off x="-64293" y="0"/>
            <a:ext cx="12256293" cy="6625083"/>
          </a:xfrm>
          <a:prstGeom prst="rect">
            <a:avLst/>
          </a:prstGeom>
          <a:noFill/>
        </p:spPr>
        <p:txBody>
          <a:bodyPr wrap="square">
            <a:spAutoFit/>
          </a:bodyPr>
          <a:lstStyle/>
          <a:p>
            <a:pPr marR="0" lvl="0">
              <a:lnSpc>
                <a:spcPct val="107000"/>
              </a:lnSpc>
              <a:spcAft>
                <a:spcPts val="800"/>
              </a:spcAft>
            </a:pPr>
            <a:r>
              <a:rPr lang="en-US" sz="1800" kern="100" dirty="0">
                <a:effectLst/>
                <a:latin typeface="Arial" panose="020B0604020202020204" pitchFamily="34" charset="0"/>
                <a:ea typeface="Calibri" panose="020F0502020204030204" pitchFamily="34" charset="0"/>
                <a:cs typeface="Times New Roman" panose="02020603050405020304" pitchFamily="18" charset="0"/>
              </a:rPr>
              <a:t>Landry, L. (2020, December 15). </a:t>
            </a:r>
            <a:r>
              <a:rPr lang="en-US" sz="1800" i="1" kern="100" dirty="0">
                <a:effectLst/>
                <a:latin typeface="Arial" panose="020B0604020202020204" pitchFamily="34" charset="0"/>
                <a:ea typeface="Calibri" panose="020F0502020204030204" pitchFamily="34" charset="0"/>
                <a:cs typeface="Times New Roman" panose="02020603050405020304" pitchFamily="18" charset="0"/>
              </a:rPr>
              <a:t>What is human-centered design?</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Business Insights Blog; Harvard Business School Online. </a:t>
            </a:r>
            <a:r>
              <a:rPr lang="en-US" sz="1800" u="sng" kern="100" dirty="0">
                <a:solidFill>
                  <a:srgbClr val="467886"/>
                </a:solidFill>
                <a:effectLst/>
                <a:latin typeface="Arial" panose="020B0604020202020204" pitchFamily="34" charset="0"/>
                <a:ea typeface="Calibri" panose="020F0502020204030204" pitchFamily="34" charset="0"/>
                <a:cs typeface="Times New Roman" panose="02020603050405020304" pitchFamily="18" charset="0"/>
                <a:hlinkClick r:id="rId2"/>
              </a:rPr>
              <a:t>https://online.hbs.edu/blog/post/what-is-human-centered-design</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t>
            </a:r>
          </a:p>
          <a:p>
            <a:pPr marR="0" lvl="0">
              <a:lnSpc>
                <a:spcPct val="107000"/>
              </a:lnSpc>
              <a:spcAft>
                <a:spcPts val="800"/>
              </a:spcAft>
            </a:pPr>
            <a:r>
              <a:rPr lang="en-US" sz="1800" i="1" kern="100" dirty="0">
                <a:effectLst/>
                <a:latin typeface="Arial" panose="020B0604020202020204" pitchFamily="34" charset="0"/>
                <a:ea typeface="Calibri" panose="020F0502020204030204" pitchFamily="34" charset="0"/>
                <a:cs typeface="Times New Roman" panose="02020603050405020304" pitchFamily="18" charset="0"/>
              </a:rPr>
              <a:t>Project Management Blog | PMI Blog | PMI</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(2024). Pmi.org. </a:t>
            </a:r>
            <a:r>
              <a:rPr lang="en-US" sz="1800" u="sng" kern="100" dirty="0">
                <a:solidFill>
                  <a:srgbClr val="467886"/>
                </a:solidFill>
                <a:effectLst/>
                <a:latin typeface="Arial" panose="020B0604020202020204" pitchFamily="34" charset="0"/>
                <a:ea typeface="Calibri" panose="020F0502020204030204" pitchFamily="34" charset="0"/>
                <a:cs typeface="Times New Roman" panose="02020603050405020304" pitchFamily="18" charset="0"/>
                <a:hlinkClick r:id="rId3"/>
              </a:rPr>
              <a:t>https://www.pmi.org/blog</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t>
            </a:r>
          </a:p>
          <a:p>
            <a:pPr marR="0" lvl="0">
              <a:lnSpc>
                <a:spcPct val="107000"/>
              </a:lnSpc>
              <a:spcAft>
                <a:spcPts val="800"/>
              </a:spcAft>
            </a:pPr>
            <a:r>
              <a:rPr lang="en-US" sz="1800" i="1" kern="100" dirty="0">
                <a:effectLst/>
                <a:latin typeface="Arial" panose="020B0604020202020204" pitchFamily="34" charset="0"/>
                <a:ea typeface="Calibri" panose="020F0502020204030204" pitchFamily="34" charset="0"/>
                <a:cs typeface="Times New Roman" panose="02020603050405020304" pitchFamily="18" charset="0"/>
              </a:rPr>
              <a:t>Change-Ready and Able: Building Agility Into the Organizational DNA</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(2024). Pmi.org. </a:t>
            </a:r>
            <a:r>
              <a:rPr lang="en-US" sz="1800" u="sng" kern="100" dirty="0">
                <a:solidFill>
                  <a:srgbClr val="467886"/>
                </a:solidFill>
                <a:effectLst/>
                <a:latin typeface="Arial" panose="020B0604020202020204" pitchFamily="34" charset="0"/>
                <a:ea typeface="Calibri" panose="020F0502020204030204" pitchFamily="34" charset="0"/>
                <a:cs typeface="Times New Roman" panose="02020603050405020304" pitchFamily="18" charset="0"/>
                <a:hlinkClick r:id="rId4"/>
              </a:rPr>
              <a:t>https://www.pmi.org/learning/thought-leadership/building-agility-into-the-organizational-dna</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t>
            </a:r>
          </a:p>
          <a:p>
            <a:pPr marR="0" lvl="0">
              <a:lnSpc>
                <a:spcPct val="107000"/>
              </a:lnSpc>
              <a:spcAft>
                <a:spcPts val="800"/>
              </a:spcAft>
            </a:pPr>
            <a:r>
              <a:rPr lang="en-US" sz="1800" kern="100" dirty="0">
                <a:effectLst/>
                <a:latin typeface="Arial" panose="020B0604020202020204" pitchFamily="34" charset="0"/>
                <a:ea typeface="Calibri" panose="020F0502020204030204" pitchFamily="34" charset="0"/>
                <a:cs typeface="Times New Roman" panose="02020603050405020304" pitchFamily="18" charset="0"/>
              </a:rPr>
              <a:t>Rigby, D., Sutherland, J., &amp; Takeuchi, H. (2016, May). </a:t>
            </a:r>
            <a:r>
              <a:rPr lang="en-US" sz="1800" i="1" kern="100" dirty="0">
                <a:effectLst/>
                <a:latin typeface="Arial" panose="020B0604020202020204" pitchFamily="34" charset="0"/>
                <a:ea typeface="Calibri" panose="020F0502020204030204" pitchFamily="34" charset="0"/>
                <a:cs typeface="Times New Roman" panose="02020603050405020304" pitchFamily="18" charset="0"/>
              </a:rPr>
              <a:t>Embracing Agile</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Harvard Business Review. </a:t>
            </a:r>
            <a:r>
              <a:rPr lang="en-US" sz="1800" u="sng" kern="100" dirty="0">
                <a:solidFill>
                  <a:srgbClr val="467886"/>
                </a:solidFill>
                <a:effectLst/>
                <a:latin typeface="Arial" panose="020B0604020202020204" pitchFamily="34" charset="0"/>
                <a:ea typeface="Calibri" panose="020F0502020204030204" pitchFamily="34" charset="0"/>
                <a:cs typeface="Times New Roman" panose="02020603050405020304" pitchFamily="18" charset="0"/>
                <a:hlinkClick r:id="rId5"/>
              </a:rPr>
              <a:t>https://hbr.org/2016/05/embracing-agile</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t>
            </a:r>
          </a:p>
          <a:p>
            <a:pPr marR="0" lvl="0">
              <a:lnSpc>
                <a:spcPct val="107000"/>
              </a:lnSpc>
              <a:spcAft>
                <a:spcPts val="800"/>
              </a:spcAft>
            </a:pPr>
            <a:r>
              <a:rPr lang="en-US" sz="1800" kern="100" dirty="0">
                <a:effectLst/>
                <a:latin typeface="Arial" panose="020B0604020202020204" pitchFamily="34" charset="0"/>
                <a:ea typeface="Calibri" panose="020F0502020204030204" pitchFamily="34" charset="0"/>
                <a:cs typeface="Times New Roman" panose="02020603050405020304" pitchFamily="18" charset="0"/>
              </a:rPr>
              <a:t>George, P. (2019). </a:t>
            </a:r>
            <a:r>
              <a:rPr lang="en-US" sz="1800" i="1" kern="100" dirty="0">
                <a:effectLst/>
                <a:latin typeface="Arial" panose="020B0604020202020204" pitchFamily="34" charset="0"/>
                <a:ea typeface="Calibri" panose="020F0502020204030204" pitchFamily="34" charset="0"/>
                <a:cs typeface="Times New Roman" panose="02020603050405020304" pitchFamily="18" charset="0"/>
              </a:rPr>
              <a:t>Agile and lean project management : the right formality for your project</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Pmi.org. </a:t>
            </a:r>
            <a:r>
              <a:rPr lang="en-US" sz="1800" u="sng" kern="100" dirty="0">
                <a:solidFill>
                  <a:srgbClr val="467886"/>
                </a:solidFill>
                <a:effectLst/>
                <a:latin typeface="Arial" panose="020B0604020202020204" pitchFamily="34" charset="0"/>
                <a:ea typeface="Calibri" panose="020F0502020204030204" pitchFamily="34" charset="0"/>
                <a:cs typeface="Times New Roman" panose="02020603050405020304" pitchFamily="18" charset="0"/>
                <a:hlinkClick r:id="rId6"/>
              </a:rPr>
              <a:t>https://www.pmi.org/learning/library/agile-lean-project-management-formality-7992</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t>
            </a:r>
          </a:p>
          <a:p>
            <a:pPr marR="0" lvl="0">
              <a:lnSpc>
                <a:spcPct val="107000"/>
              </a:lnSpc>
              <a:spcAft>
                <a:spcPts val="800"/>
              </a:spcAft>
            </a:pPr>
            <a:r>
              <a:rPr lang="en-US" sz="1800" kern="100" dirty="0">
                <a:effectLst/>
                <a:latin typeface="Arial" panose="020B0604020202020204" pitchFamily="34" charset="0"/>
                <a:ea typeface="Calibri" panose="020F0502020204030204" pitchFamily="34" charset="0"/>
                <a:cs typeface="Times New Roman" panose="02020603050405020304" pitchFamily="18" charset="0"/>
              </a:rPr>
              <a:t>Project Management Institute (PMI). (2021). </a:t>
            </a:r>
            <a:r>
              <a:rPr lang="en-US" sz="1800" i="1" kern="100" dirty="0">
                <a:effectLst/>
                <a:latin typeface="Arial" panose="020B0604020202020204" pitchFamily="34" charset="0"/>
                <a:ea typeface="Calibri" panose="020F0502020204030204" pitchFamily="34" charset="0"/>
                <a:cs typeface="Times New Roman" panose="02020603050405020304" pitchFamily="18" charset="0"/>
              </a:rPr>
              <a:t>Guide to the Project Management Body of Knowledge</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(7th ed.). Project Management Institute.</a:t>
            </a:r>
          </a:p>
          <a:p>
            <a:pPr marR="0" lvl="0">
              <a:lnSpc>
                <a:spcPct val="107000"/>
              </a:lnSpc>
              <a:spcAft>
                <a:spcPts val="800"/>
              </a:spcAft>
            </a:pPr>
            <a:r>
              <a:rPr lang="en-US" sz="1800" i="1" kern="100" dirty="0">
                <a:effectLst/>
                <a:latin typeface="Arial" panose="020B0604020202020204" pitchFamily="34" charset="0"/>
                <a:ea typeface="Calibri" panose="020F0502020204030204" pitchFamily="34" charset="0"/>
                <a:cs typeface="Times New Roman" panose="02020603050405020304" pitchFamily="18" charset="0"/>
              </a:rPr>
              <a:t>The Truth About AI Transformation</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(2025). Pmi.org. </a:t>
            </a:r>
            <a:r>
              <a:rPr lang="en-US" sz="1800" u="sng" kern="100" dirty="0">
                <a:solidFill>
                  <a:srgbClr val="467886"/>
                </a:solidFill>
                <a:effectLst/>
                <a:latin typeface="Arial" panose="020B0604020202020204" pitchFamily="34" charset="0"/>
                <a:ea typeface="Calibri" panose="020F0502020204030204" pitchFamily="34" charset="0"/>
                <a:cs typeface="Times New Roman" panose="02020603050405020304" pitchFamily="18" charset="0"/>
                <a:hlinkClick r:id="rId7"/>
              </a:rPr>
              <a:t>https://www.pmi.org/blog/ai-transformation-people-insights-bcg</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t>
            </a:r>
          </a:p>
          <a:p>
            <a:pPr marR="0" lvl="0">
              <a:lnSpc>
                <a:spcPct val="107000"/>
              </a:lnSpc>
              <a:spcAft>
                <a:spcPts val="800"/>
              </a:spcAft>
            </a:pPr>
            <a:r>
              <a:rPr lang="en-US" sz="1800" kern="100" dirty="0" err="1">
                <a:effectLst/>
                <a:latin typeface="Arial" panose="020B0604020202020204" pitchFamily="34" charset="0"/>
                <a:ea typeface="Calibri" panose="020F0502020204030204" pitchFamily="34" charset="0"/>
                <a:cs typeface="Times New Roman" panose="02020603050405020304" pitchFamily="18" charset="0"/>
              </a:rPr>
              <a:t>Kisielnicki</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J., &amp; Misiak, A. M. (2017). EFFECTIVENESS OF AGILE COMPARED TO WATERFALL IMPLEMENTATION METHODS IN IT PROJECTS: ANALYSIS BASED ON BUSINESS INTELLIGENCE PROJECTS. </a:t>
            </a:r>
            <a:r>
              <a:rPr lang="en-US" sz="1800" i="1" kern="100" dirty="0">
                <a:effectLst/>
                <a:latin typeface="Arial" panose="020B0604020202020204" pitchFamily="34" charset="0"/>
                <a:ea typeface="Calibri" panose="020F0502020204030204" pitchFamily="34" charset="0"/>
                <a:cs typeface="Times New Roman" panose="02020603050405020304" pitchFamily="18" charset="0"/>
              </a:rPr>
              <a:t>Foundations of Management</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t>
            </a:r>
            <a:r>
              <a:rPr lang="en-US" sz="1800" i="1" kern="100" dirty="0">
                <a:effectLst/>
                <a:latin typeface="Arial" panose="020B0604020202020204" pitchFamily="34" charset="0"/>
                <a:ea typeface="Calibri" panose="020F0502020204030204" pitchFamily="34" charset="0"/>
                <a:cs typeface="Times New Roman" panose="02020603050405020304" pitchFamily="18" charset="0"/>
              </a:rPr>
              <a:t>9</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(1), 273–286. </a:t>
            </a:r>
            <a:r>
              <a:rPr lang="en-US" sz="1800" u="sng" kern="100" dirty="0">
                <a:solidFill>
                  <a:srgbClr val="467886"/>
                </a:solidFill>
                <a:effectLst/>
                <a:latin typeface="Arial" panose="020B0604020202020204" pitchFamily="34" charset="0"/>
                <a:ea typeface="Calibri" panose="020F0502020204030204" pitchFamily="34" charset="0"/>
                <a:cs typeface="Times New Roman" panose="02020603050405020304" pitchFamily="18" charset="0"/>
                <a:hlinkClick r:id="rId8"/>
              </a:rPr>
              <a:t>https://doi.org/10.1515/fman-2017-0021</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t>
            </a:r>
          </a:p>
          <a:p>
            <a:pPr marR="0" lvl="0">
              <a:lnSpc>
                <a:spcPct val="107000"/>
              </a:lnSpc>
              <a:spcAft>
                <a:spcPts val="800"/>
              </a:spcAft>
            </a:pPr>
            <a:r>
              <a:rPr lang="en-US" sz="1800" kern="100" dirty="0">
                <a:effectLst/>
                <a:latin typeface="Arial" panose="020B0604020202020204" pitchFamily="34" charset="0"/>
                <a:ea typeface="Calibri" panose="020F0502020204030204" pitchFamily="34" charset="0"/>
                <a:cs typeface="Times New Roman" panose="02020603050405020304" pitchFamily="18" charset="0"/>
              </a:rPr>
              <a:t>Radigan, D. (n.d.). </a:t>
            </a:r>
            <a:r>
              <a:rPr lang="en-US" sz="1800" i="1" kern="100" dirty="0">
                <a:effectLst/>
                <a:latin typeface="Arial" panose="020B0604020202020204" pitchFamily="34" charset="0"/>
                <a:ea typeface="Calibri" panose="020F0502020204030204" pitchFamily="34" charset="0"/>
                <a:cs typeface="Times New Roman" panose="02020603050405020304" pitchFamily="18" charset="0"/>
              </a:rPr>
              <a:t>Agile vs. waterfall project management</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Atlassian. </a:t>
            </a:r>
            <a:r>
              <a:rPr lang="en-US" sz="1800" u="sng" kern="100" dirty="0">
                <a:solidFill>
                  <a:srgbClr val="467886"/>
                </a:solidFill>
                <a:effectLst/>
                <a:latin typeface="Arial" panose="020B0604020202020204" pitchFamily="34" charset="0"/>
                <a:ea typeface="Calibri" panose="020F0502020204030204" pitchFamily="34" charset="0"/>
                <a:cs typeface="Times New Roman" panose="02020603050405020304" pitchFamily="18" charset="0"/>
                <a:hlinkClick r:id="rId9"/>
              </a:rPr>
              <a:t>https://www.atlassian.com/agile/project-management/project-management-intro</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t>
            </a:r>
          </a:p>
          <a:p>
            <a:pPr marR="0" lvl="0">
              <a:lnSpc>
                <a:spcPct val="107000"/>
              </a:lnSpc>
              <a:spcAft>
                <a:spcPts val="800"/>
              </a:spcAft>
            </a:pPr>
            <a:r>
              <a:rPr lang="en-US" sz="1800" kern="100" dirty="0" err="1">
                <a:effectLst/>
                <a:latin typeface="Arial" panose="020B0604020202020204" pitchFamily="34" charset="0"/>
                <a:ea typeface="Calibri" panose="020F0502020204030204" pitchFamily="34" charset="0"/>
                <a:cs typeface="Times New Roman" panose="02020603050405020304" pitchFamily="18" charset="0"/>
              </a:rPr>
              <a:t>Kavlakoglu</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E. (2024, July 25). Agile vs. Waterfall: What’s the Difference? | IBM. Www.ibm.com. </a:t>
            </a:r>
            <a:r>
              <a:rPr lang="en-US" sz="1800" u="sng" kern="100" dirty="0">
                <a:solidFill>
                  <a:srgbClr val="467886"/>
                </a:solidFill>
                <a:effectLst/>
                <a:latin typeface="Arial" panose="020B0604020202020204" pitchFamily="34" charset="0"/>
                <a:ea typeface="Calibri" panose="020F0502020204030204" pitchFamily="34" charset="0"/>
                <a:cs typeface="Times New Roman" panose="02020603050405020304" pitchFamily="18" charset="0"/>
                <a:hlinkClick r:id="rId10"/>
              </a:rPr>
              <a:t>https://www.ibm.com/think/topics/agile-vs-waterfall</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36344173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A6C46E-49F9-D72D-9915-1EE12D251C49}"/>
              </a:ext>
            </a:extLst>
          </p:cNvPr>
          <p:cNvSpPr txBox="1"/>
          <p:nvPr/>
        </p:nvSpPr>
        <p:spPr>
          <a:xfrm>
            <a:off x="0" y="0"/>
            <a:ext cx="12192000" cy="2860976"/>
          </a:xfrm>
          <a:prstGeom prst="rect">
            <a:avLst/>
          </a:prstGeom>
          <a:noFill/>
        </p:spPr>
        <p:txBody>
          <a:bodyPr wrap="square">
            <a:spAutoFit/>
          </a:bodyPr>
          <a:lstStyle/>
          <a:p>
            <a:pPr marR="0" lvl="0">
              <a:lnSpc>
                <a:spcPct val="107000"/>
              </a:lnSpc>
              <a:spcAft>
                <a:spcPts val="800"/>
              </a:spcAft>
            </a:pPr>
            <a:r>
              <a:rPr lang="en-US" sz="1800" kern="100" dirty="0" err="1">
                <a:effectLst/>
                <a:latin typeface="Arial" panose="020B0604020202020204" pitchFamily="34" charset="0"/>
                <a:ea typeface="Calibri" panose="020F0502020204030204" pitchFamily="34" charset="0"/>
                <a:cs typeface="Times New Roman" panose="02020603050405020304" pitchFamily="18" charset="0"/>
              </a:rPr>
              <a:t>Hoory</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L., &amp; Bottorff, C. (2024, May 31). </a:t>
            </a:r>
            <a:r>
              <a:rPr lang="en-US" sz="1800" i="1" kern="100" dirty="0">
                <a:effectLst/>
                <a:latin typeface="Arial" panose="020B0604020202020204" pitchFamily="34" charset="0"/>
                <a:ea typeface="Calibri" panose="020F0502020204030204" pitchFamily="34" charset="0"/>
                <a:cs typeface="Times New Roman" panose="02020603050405020304" pitchFamily="18" charset="0"/>
              </a:rPr>
              <a:t>Agile vs. Waterfall: Which Project Management Methodology Should I Use?</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Forbes Advisor; www.forbes.com. </a:t>
            </a:r>
            <a:r>
              <a:rPr lang="en-US" sz="1800" u="sng" kern="100" dirty="0">
                <a:solidFill>
                  <a:srgbClr val="467886"/>
                </a:solidFill>
                <a:effectLst/>
                <a:latin typeface="Arial" panose="020B0604020202020204" pitchFamily="34" charset="0"/>
                <a:ea typeface="Calibri" panose="020F0502020204030204" pitchFamily="34" charset="0"/>
                <a:cs typeface="Times New Roman" panose="02020603050405020304" pitchFamily="18" charset="0"/>
                <a:hlinkClick r:id="rId2"/>
              </a:rPr>
              <a:t>https://www.forbes.com/advisor/business/agile-vs-waterfall-methodology/</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t>
            </a:r>
          </a:p>
          <a:p>
            <a:pPr marR="0" lvl="0">
              <a:lnSpc>
                <a:spcPct val="107000"/>
              </a:lnSpc>
              <a:spcAft>
                <a:spcPts val="800"/>
              </a:spcAft>
            </a:pPr>
            <a:r>
              <a:rPr lang="en-US" sz="1800" kern="100" dirty="0">
                <a:effectLst/>
                <a:latin typeface="Arial" panose="020B0604020202020204" pitchFamily="34" charset="0"/>
                <a:ea typeface="Calibri" panose="020F0502020204030204" pitchFamily="34" charset="0"/>
                <a:cs typeface="Times New Roman" panose="02020603050405020304" pitchFamily="18" charset="0"/>
              </a:rPr>
              <a:t>Appelbaum, B. (2024, August 28). Using Artificial Intelligence for Project Management. Planview. </a:t>
            </a:r>
            <a:r>
              <a:rPr lang="en-US" sz="1800" u="sng" kern="100" dirty="0">
                <a:solidFill>
                  <a:srgbClr val="467886"/>
                </a:solidFill>
                <a:effectLst/>
                <a:latin typeface="Arial" panose="020B0604020202020204" pitchFamily="34" charset="0"/>
                <a:ea typeface="Calibri" panose="020F0502020204030204" pitchFamily="34" charset="0"/>
                <a:cs typeface="Times New Roman" panose="02020603050405020304" pitchFamily="18" charset="0"/>
                <a:hlinkClick r:id="rId3"/>
              </a:rPr>
              <a:t>https://www.planview.com/resources/articles/using-artificial-intelligence-for-project-management/</a:t>
            </a:r>
            <a:endParaRPr lang="en-US" sz="1800" kern="100" dirty="0">
              <a:effectLst/>
              <a:latin typeface="Arial" panose="020B0604020202020204" pitchFamily="34" charset="0"/>
              <a:ea typeface="Calibri" panose="020F0502020204030204" pitchFamily="34" charset="0"/>
              <a:cs typeface="Times New Roman" panose="02020603050405020304" pitchFamily="18" charset="0"/>
            </a:endParaRPr>
          </a:p>
          <a:p>
            <a:pPr marR="0" lvl="0">
              <a:lnSpc>
                <a:spcPct val="107000"/>
              </a:lnSpc>
              <a:spcAft>
                <a:spcPts val="800"/>
              </a:spcAft>
            </a:pPr>
            <a:r>
              <a:rPr lang="en-US" sz="1800" i="1" kern="100" dirty="0">
                <a:effectLst/>
                <a:latin typeface="Arial" panose="020B0604020202020204" pitchFamily="34" charset="0"/>
                <a:ea typeface="Calibri" panose="020F0502020204030204" pitchFamily="34" charset="0"/>
                <a:cs typeface="Times New Roman" panose="02020603050405020304" pitchFamily="18" charset="0"/>
              </a:rPr>
              <a:t>HCD principles</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(2023, July 24). Digital.gov. </a:t>
            </a:r>
            <a:r>
              <a:rPr lang="en-US" sz="1800" u="sng" kern="100" dirty="0">
                <a:solidFill>
                  <a:srgbClr val="467886"/>
                </a:solidFill>
                <a:effectLst/>
                <a:latin typeface="Arial" panose="020B0604020202020204" pitchFamily="34" charset="0"/>
                <a:ea typeface="Calibri" panose="020F0502020204030204" pitchFamily="34" charset="0"/>
                <a:cs typeface="Times New Roman" panose="02020603050405020304" pitchFamily="18" charset="0"/>
                <a:hlinkClick r:id="rId4"/>
              </a:rPr>
              <a:t>https://digital.gov/guides/hcd/introduction/principles</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t>
            </a:r>
          </a:p>
          <a:p>
            <a:pPr marR="0" lvl="0">
              <a:lnSpc>
                <a:spcPct val="107000"/>
              </a:lnSpc>
              <a:spcAft>
                <a:spcPts val="800"/>
              </a:spcAft>
            </a:pPr>
            <a:r>
              <a:rPr lang="en-US" sz="1800" kern="100" dirty="0">
                <a:effectLst/>
                <a:latin typeface="Arial" panose="020B0604020202020204" pitchFamily="34" charset="0"/>
                <a:ea typeface="Calibri" panose="020F0502020204030204" pitchFamily="34" charset="0"/>
                <a:cs typeface="Times New Roman" panose="02020603050405020304" pitchFamily="18" charset="0"/>
              </a:rPr>
              <a:t>Atlassian. (n.d.). Jira Software Automation: Basics &amp; Common Use Cases. Atlassian. </a:t>
            </a:r>
            <a:r>
              <a:rPr lang="en-US" sz="1800" u="sng" kern="100" dirty="0">
                <a:solidFill>
                  <a:srgbClr val="467886"/>
                </a:solidFill>
                <a:effectLst/>
                <a:latin typeface="Arial" panose="020B0604020202020204" pitchFamily="34" charset="0"/>
                <a:ea typeface="Calibri" panose="020F0502020204030204" pitchFamily="34" charset="0"/>
                <a:cs typeface="Times New Roman" panose="02020603050405020304" pitchFamily="18" charset="0"/>
                <a:hlinkClick r:id="rId5"/>
              </a:rPr>
              <a:t>https://www.atlassian.com/software/jira/guides/automation/overview#what-is-automation</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t>
            </a:r>
          </a:p>
          <a:p>
            <a:pPr marR="0" lvl="0">
              <a:lnSpc>
                <a:spcPct val="107000"/>
              </a:lnSpc>
              <a:spcAft>
                <a:spcPts val="800"/>
              </a:spcAft>
            </a:pPr>
            <a:r>
              <a:rPr lang="en-US" sz="1800" kern="100" dirty="0">
                <a:effectLst/>
                <a:latin typeface="Arial" panose="020B0604020202020204" pitchFamily="34" charset="0"/>
                <a:ea typeface="Calibri" panose="020F0502020204030204" pitchFamily="34" charset="0"/>
                <a:cs typeface="Times New Roman" panose="02020603050405020304" pitchFamily="18" charset="0"/>
              </a:rPr>
              <a:t>Work on the Right Things. (2025). Tempo.io. </a:t>
            </a:r>
            <a:r>
              <a:rPr lang="en-US" sz="1800" u="sng" kern="100" dirty="0">
                <a:solidFill>
                  <a:srgbClr val="467886"/>
                </a:solidFill>
                <a:effectLst/>
                <a:latin typeface="Arial" panose="020B0604020202020204" pitchFamily="34" charset="0"/>
                <a:ea typeface="Calibri" panose="020F0502020204030204" pitchFamily="34" charset="0"/>
                <a:cs typeface="Times New Roman" panose="02020603050405020304" pitchFamily="18" charset="0"/>
                <a:hlinkClick r:id="rId6"/>
              </a:rPr>
              <a:t>https://help.tempo.io/portfoliomanager/latest/work-on-the-right-things</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t>
            </a:r>
            <a:endParaRPr lang="en-US" dirty="0"/>
          </a:p>
        </p:txBody>
      </p:sp>
      <p:sp>
        <p:nvSpPr>
          <p:cNvPr id="5" name="TextBox 4">
            <a:extLst>
              <a:ext uri="{FF2B5EF4-FFF2-40B4-BE49-F238E27FC236}">
                <a16:creationId xmlns:a16="http://schemas.microsoft.com/office/drawing/2014/main" id="{5FFE5350-6697-A17C-0182-B1529C7A93CF}"/>
              </a:ext>
            </a:extLst>
          </p:cNvPr>
          <p:cNvSpPr txBox="1"/>
          <p:nvPr/>
        </p:nvSpPr>
        <p:spPr>
          <a:xfrm>
            <a:off x="0" y="2860976"/>
            <a:ext cx="12192000" cy="2585323"/>
          </a:xfrm>
          <a:prstGeom prst="rect">
            <a:avLst/>
          </a:prstGeom>
          <a:noFill/>
        </p:spPr>
        <p:txBody>
          <a:bodyPr wrap="square">
            <a:spAutoFit/>
          </a:bodyPr>
          <a:lstStyle/>
          <a:p>
            <a:r>
              <a:rPr lang="en-US" sz="1800" dirty="0"/>
              <a:t>George, P. (2019). </a:t>
            </a:r>
            <a:r>
              <a:rPr lang="en-US" sz="1800" i="1" dirty="0"/>
              <a:t>Agile and lean project management : the right formality for your project</a:t>
            </a:r>
            <a:r>
              <a:rPr lang="en-US" sz="1800" dirty="0"/>
              <a:t>. Pmi.org. </a:t>
            </a:r>
            <a:r>
              <a:rPr lang="en-US" sz="1800" dirty="0">
                <a:hlinkClick r:id="rId7"/>
              </a:rPr>
              <a:t>https://www.pmi.org/learning/library/agile-lean-project-management-formality-7992</a:t>
            </a:r>
            <a:r>
              <a:rPr lang="en-US" sz="1800" dirty="0"/>
              <a:t> </a:t>
            </a:r>
          </a:p>
          <a:p>
            <a:r>
              <a:rPr lang="en-US" sz="1800" dirty="0"/>
              <a:t>Celestin, M., Sujatha, S., Kumar, A. D., &amp; Vasuki, M. (2024). THE RISE OF AGILE METHODOLOGIES IN MANAGING COMPLEX BUSINESS PROJECTS: ENHANCING EFFICIENCY,... </a:t>
            </a:r>
            <a:r>
              <a:rPr lang="en-US" sz="1800" i="1" dirty="0"/>
              <a:t>ResearchGate</a:t>
            </a:r>
            <a:r>
              <a:rPr lang="en-US" sz="1800" dirty="0"/>
              <a:t>, </a:t>
            </a:r>
            <a:r>
              <a:rPr lang="en-US" sz="1800" i="1" dirty="0"/>
              <a:t>9</a:t>
            </a:r>
            <a:r>
              <a:rPr lang="en-US" sz="1800" dirty="0"/>
              <a:t>(2), 69–77. </a:t>
            </a:r>
            <a:r>
              <a:rPr lang="en-US" sz="1800" dirty="0">
                <a:hlinkClick r:id="rId8"/>
              </a:rPr>
              <a:t>https://doi.org/10.5281/zenodo.13871832</a:t>
            </a:r>
            <a:r>
              <a:rPr lang="en-US" sz="1800" dirty="0"/>
              <a:t> </a:t>
            </a:r>
          </a:p>
          <a:p>
            <a:r>
              <a:rPr lang="en-US" sz="1800" i="1" dirty="0"/>
              <a:t>The Future of Agile – 3 Key Trends to Watch Out For</a:t>
            </a:r>
            <a:r>
              <a:rPr lang="en-US" sz="1800" dirty="0"/>
              <a:t>. (2024). Teksystems.com. </a:t>
            </a:r>
            <a:r>
              <a:rPr lang="en-US" sz="1800" dirty="0">
                <a:hlinkClick r:id="rId9"/>
              </a:rPr>
              <a:t>https://www.teksystems.com/en-hk/insights/article/future-agile-trends-to-watch-for</a:t>
            </a:r>
            <a:r>
              <a:rPr lang="en-US" sz="1800" dirty="0"/>
              <a:t> </a:t>
            </a:r>
          </a:p>
          <a:p>
            <a:r>
              <a:rPr lang="en-US" sz="1800" i="1" dirty="0"/>
              <a:t>The Future of Scrum: Trends and Innovations in Agile Project Management</a:t>
            </a:r>
            <a:r>
              <a:rPr lang="en-US" sz="1800" dirty="0"/>
              <a:t>. (n.d.). Selleo.com. </a:t>
            </a:r>
            <a:r>
              <a:rPr lang="en-US" sz="1800" dirty="0">
                <a:hlinkClick r:id="rId10"/>
              </a:rPr>
              <a:t>https://selleo.com/blog/the-future-of-scrum-trends-and-innovations-in-agile-project-management</a:t>
            </a:r>
            <a:r>
              <a:rPr lang="en-US" sz="1800" dirty="0"/>
              <a:t> </a:t>
            </a:r>
          </a:p>
          <a:p>
            <a:r>
              <a:rPr lang="en-US" sz="1800" i="1" dirty="0"/>
              <a:t>Continuous Deployment (CD)</a:t>
            </a:r>
            <a:r>
              <a:rPr lang="en-US" sz="1800" dirty="0"/>
              <a:t>. (2018). Pmi.org. </a:t>
            </a:r>
            <a:r>
              <a:rPr lang="en-US" sz="1800" dirty="0">
                <a:hlinkClick r:id="rId11"/>
              </a:rPr>
              <a:t>https://www.pmi.org/disciplined-agile/agile/continuousdeployment</a:t>
            </a:r>
            <a:r>
              <a:rPr lang="en-US" sz="1800" dirty="0"/>
              <a:t> </a:t>
            </a:r>
          </a:p>
        </p:txBody>
      </p:sp>
      <p:sp>
        <p:nvSpPr>
          <p:cNvPr id="7" name="TextBox 6">
            <a:extLst>
              <a:ext uri="{FF2B5EF4-FFF2-40B4-BE49-F238E27FC236}">
                <a16:creationId xmlns:a16="http://schemas.microsoft.com/office/drawing/2014/main" id="{D9B87291-90B2-A663-754B-F57A5DFD06D5}"/>
              </a:ext>
            </a:extLst>
          </p:cNvPr>
          <p:cNvSpPr txBox="1"/>
          <p:nvPr/>
        </p:nvSpPr>
        <p:spPr>
          <a:xfrm>
            <a:off x="0" y="5446299"/>
            <a:ext cx="12192000" cy="923330"/>
          </a:xfrm>
          <a:prstGeom prst="rect">
            <a:avLst/>
          </a:prstGeom>
          <a:noFill/>
        </p:spPr>
        <p:txBody>
          <a:bodyPr wrap="square">
            <a:spAutoFit/>
          </a:bodyPr>
          <a:lstStyle/>
          <a:p>
            <a:r>
              <a:rPr lang="en-US" sz="1800" i="1" dirty="0"/>
              <a:t>Continuous Integration (CI)</a:t>
            </a:r>
            <a:r>
              <a:rPr lang="en-US" sz="1800" dirty="0"/>
              <a:t>. (2018). Pmi.org. </a:t>
            </a:r>
            <a:r>
              <a:rPr lang="en-US" sz="1800" dirty="0">
                <a:hlinkClick r:id="rId12"/>
              </a:rPr>
              <a:t>https://www.pmi.org/disciplined-agile/agile/continuousintegration</a:t>
            </a:r>
            <a:r>
              <a:rPr lang="en-US" sz="1800" dirty="0"/>
              <a:t> </a:t>
            </a:r>
          </a:p>
          <a:p>
            <a:r>
              <a:rPr lang="en-US" sz="1800" i="1" dirty="0"/>
              <a:t>What is Build Automation? Guide to CI/CD Automated Builds | TeamCity</a:t>
            </a:r>
            <a:r>
              <a:rPr lang="en-US" sz="1800" dirty="0"/>
              <a:t>. (n.d.). JetBrains. </a:t>
            </a:r>
            <a:r>
              <a:rPr lang="en-US" sz="1800" dirty="0">
                <a:hlinkClick r:id="rId13"/>
              </a:rPr>
              <a:t>https://www.jetbrains.com/teamcity/ci-cd-guide/automated-builds/</a:t>
            </a:r>
            <a:r>
              <a:rPr lang="en-US" sz="1800" dirty="0"/>
              <a:t> </a:t>
            </a:r>
          </a:p>
        </p:txBody>
      </p:sp>
    </p:spTree>
    <p:extLst>
      <p:ext uri="{BB962C8B-B14F-4D97-AF65-F5344CB8AC3E}">
        <p14:creationId xmlns:p14="http://schemas.microsoft.com/office/powerpoint/2010/main" val="23121774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0C341A-76C4-BF44-E19A-A9FA0F496FAB}"/>
              </a:ext>
            </a:extLst>
          </p:cNvPr>
          <p:cNvSpPr txBox="1"/>
          <p:nvPr/>
        </p:nvSpPr>
        <p:spPr>
          <a:xfrm>
            <a:off x="0" y="0"/>
            <a:ext cx="12192000" cy="1477328"/>
          </a:xfrm>
          <a:prstGeom prst="rect">
            <a:avLst/>
          </a:prstGeom>
          <a:noFill/>
        </p:spPr>
        <p:txBody>
          <a:bodyPr wrap="square">
            <a:spAutoFit/>
          </a:bodyPr>
          <a:lstStyle/>
          <a:p>
            <a:r>
              <a:rPr lang="en-US" sz="1800" i="1" dirty="0"/>
              <a:t>What Are CI/CD And The CI/CD Pipeline? | IBM</a:t>
            </a:r>
            <a:r>
              <a:rPr lang="en-US" sz="1800" dirty="0"/>
              <a:t>. (2024, July 2). Www.ibm.com. </a:t>
            </a:r>
            <a:r>
              <a:rPr lang="en-US" sz="1800" dirty="0">
                <a:hlinkClick r:id="rId2"/>
              </a:rPr>
              <a:t>https://www.ibm.com/think/topics/ci-cd-pipeline</a:t>
            </a:r>
            <a:r>
              <a:rPr lang="en-US" sz="1800" dirty="0"/>
              <a:t> </a:t>
            </a:r>
          </a:p>
          <a:p>
            <a:r>
              <a:rPr lang="en-US" sz="1800" dirty="0"/>
              <a:t>Gitlab. (2025). </a:t>
            </a:r>
            <a:r>
              <a:rPr lang="en-US" sz="1800" i="1" dirty="0"/>
              <a:t>What is CI/CD? | GitLab</a:t>
            </a:r>
            <a:r>
              <a:rPr lang="en-US" sz="1800" dirty="0"/>
              <a:t>. About.gitlab.com. </a:t>
            </a:r>
            <a:r>
              <a:rPr lang="en-US" sz="1800" dirty="0">
                <a:hlinkClick r:id="rId3"/>
              </a:rPr>
              <a:t>https://about.gitlab.com/topics/ci-cd/</a:t>
            </a:r>
            <a:r>
              <a:rPr lang="en-US" sz="1800" dirty="0"/>
              <a:t> </a:t>
            </a:r>
          </a:p>
          <a:p>
            <a:r>
              <a:rPr lang="en-US" sz="1800" dirty="0"/>
              <a:t>Halicki, L. (2023, January 2). </a:t>
            </a:r>
            <a:r>
              <a:rPr lang="en-US" sz="1800" i="1" dirty="0"/>
              <a:t>How to implement CI/CD for IaC in practice? — part 0: introduction</a:t>
            </a:r>
            <a:r>
              <a:rPr lang="en-US" sz="1800" dirty="0"/>
              <a:t>. Medium. </a:t>
            </a:r>
            <a:r>
              <a:rPr lang="en-US" sz="1800" dirty="0">
                <a:hlinkClick r:id="rId4"/>
              </a:rPr>
              <a:t>https://medium.com/@l.halicki/how-to-implement-ci-cd-for-iac-in-practice-part-0-introduction-f76b4700818a</a:t>
            </a:r>
            <a:r>
              <a:rPr lang="en-US" sz="1800" dirty="0"/>
              <a:t> </a:t>
            </a:r>
          </a:p>
        </p:txBody>
      </p:sp>
      <p:sp>
        <p:nvSpPr>
          <p:cNvPr id="5" name="TextBox 4">
            <a:extLst>
              <a:ext uri="{FF2B5EF4-FFF2-40B4-BE49-F238E27FC236}">
                <a16:creationId xmlns:a16="http://schemas.microsoft.com/office/drawing/2014/main" id="{A21AE0FC-E158-C209-BAF3-8EB3E962CB2F}"/>
              </a:ext>
            </a:extLst>
          </p:cNvPr>
          <p:cNvSpPr txBox="1"/>
          <p:nvPr/>
        </p:nvSpPr>
        <p:spPr>
          <a:xfrm>
            <a:off x="0" y="1569641"/>
            <a:ext cx="12192000" cy="2031325"/>
          </a:xfrm>
          <a:prstGeom prst="rect">
            <a:avLst/>
          </a:prstGeom>
          <a:noFill/>
        </p:spPr>
        <p:txBody>
          <a:bodyPr wrap="square">
            <a:spAutoFit/>
          </a:bodyPr>
          <a:lstStyle/>
          <a:p>
            <a:r>
              <a:rPr lang="en-US" sz="1800" i="1" dirty="0"/>
              <a:t>12 Best CI/CD tools that keep on crushing it in 2025</a:t>
            </a:r>
            <a:r>
              <a:rPr lang="en-US" sz="1800" dirty="0"/>
              <a:t>. (2025). </a:t>
            </a:r>
            <a:r>
              <a:rPr lang="en-US" sz="1800" dirty="0" err="1"/>
              <a:t>Pieces.app</a:t>
            </a:r>
            <a:r>
              <a:rPr lang="en-US" sz="1800" dirty="0"/>
              <a:t>. </a:t>
            </a:r>
            <a:r>
              <a:rPr lang="en-US" sz="1800" dirty="0">
                <a:hlinkClick r:id="rId5"/>
              </a:rPr>
              <a:t>https://pieces.app/blog/best-ci-cd-tools</a:t>
            </a:r>
            <a:r>
              <a:rPr lang="en-US" sz="1800" dirty="0"/>
              <a:t> </a:t>
            </a:r>
          </a:p>
          <a:p>
            <a:r>
              <a:rPr lang="en-US" sz="1800" dirty="0"/>
              <a:t>Atlassian. (n.d.). </a:t>
            </a:r>
            <a:r>
              <a:rPr lang="en-US" sz="1800" i="1" dirty="0"/>
              <a:t>Continuous Integration Tools</a:t>
            </a:r>
            <a:r>
              <a:rPr lang="en-US" sz="1800" dirty="0"/>
              <a:t>. Atlassian. </a:t>
            </a:r>
            <a:r>
              <a:rPr lang="en-US" sz="1800" dirty="0">
                <a:hlinkClick r:id="rId6"/>
              </a:rPr>
              <a:t>https://www.atlassian.com/continuous-delivery/continuous-integration/tools</a:t>
            </a:r>
            <a:r>
              <a:rPr lang="en-US" sz="1800" dirty="0"/>
              <a:t> </a:t>
            </a:r>
          </a:p>
          <a:p>
            <a:r>
              <a:rPr lang="en-US" sz="1800" dirty="0" err="1"/>
              <a:t>GeeksforGeeks</a:t>
            </a:r>
            <a:r>
              <a:rPr lang="en-US" sz="1800" dirty="0"/>
              <a:t>. (2024, February 20). </a:t>
            </a:r>
            <a:r>
              <a:rPr lang="en-US" sz="1800" i="1" dirty="0"/>
              <a:t>Understanding Jenkins CI/CD Pipeline</a:t>
            </a:r>
            <a:r>
              <a:rPr lang="en-US" sz="1800" dirty="0"/>
              <a:t>. </a:t>
            </a:r>
            <a:r>
              <a:rPr lang="en-US" sz="1800" dirty="0" err="1"/>
              <a:t>GeeksforGeeks</a:t>
            </a:r>
            <a:r>
              <a:rPr lang="en-US" sz="1800" dirty="0"/>
              <a:t>. </a:t>
            </a:r>
            <a:r>
              <a:rPr lang="en-US" sz="1800" dirty="0">
                <a:hlinkClick r:id="rId7"/>
              </a:rPr>
              <a:t>https://www.geeksforgeeks.org/devops/understanding-jenkins-ci-cd-pipeline-and-its-stages/</a:t>
            </a:r>
            <a:r>
              <a:rPr lang="en-US" sz="1800" dirty="0"/>
              <a:t> </a:t>
            </a:r>
          </a:p>
          <a:p>
            <a:r>
              <a:rPr lang="sv-SE" sz="1800" dirty="0"/>
              <a:t>Docker. (2024). </a:t>
            </a:r>
            <a:r>
              <a:rPr lang="sv-SE" sz="1800" i="1" dirty="0"/>
              <a:t>What is Docker?</a:t>
            </a:r>
            <a:r>
              <a:rPr lang="sv-SE" sz="1800" dirty="0"/>
              <a:t> Docker Documentation. </a:t>
            </a:r>
            <a:r>
              <a:rPr lang="sv-SE" sz="1800" dirty="0">
                <a:hlinkClick r:id="rId8"/>
              </a:rPr>
              <a:t>https://docs.docker.com/get-started/docker-overview/</a:t>
            </a:r>
            <a:r>
              <a:rPr lang="sv-SE" sz="1800" dirty="0"/>
              <a:t> </a:t>
            </a:r>
          </a:p>
          <a:p>
            <a:r>
              <a:rPr lang="en-US" sz="1800" dirty="0"/>
              <a:t>Kubernetes. (2023, September 19). </a:t>
            </a:r>
            <a:r>
              <a:rPr lang="en-US" sz="1800" i="1" dirty="0"/>
              <a:t>Overview</a:t>
            </a:r>
            <a:r>
              <a:rPr lang="en-US" sz="1800" dirty="0"/>
              <a:t>. Kubernetes. </a:t>
            </a:r>
            <a:r>
              <a:rPr lang="en-US" sz="1800" dirty="0">
                <a:hlinkClick r:id="rId9"/>
              </a:rPr>
              <a:t>https://kubernetes.io/docs/concepts/overview/</a:t>
            </a:r>
            <a:r>
              <a:rPr lang="en-US" sz="1800" dirty="0"/>
              <a:t> </a:t>
            </a:r>
          </a:p>
        </p:txBody>
      </p:sp>
      <p:sp>
        <p:nvSpPr>
          <p:cNvPr id="7" name="TextBox 6">
            <a:extLst>
              <a:ext uri="{FF2B5EF4-FFF2-40B4-BE49-F238E27FC236}">
                <a16:creationId xmlns:a16="http://schemas.microsoft.com/office/drawing/2014/main" id="{CFF4E74E-3928-E05E-1934-CE552930C775}"/>
              </a:ext>
            </a:extLst>
          </p:cNvPr>
          <p:cNvSpPr txBox="1"/>
          <p:nvPr/>
        </p:nvSpPr>
        <p:spPr>
          <a:xfrm>
            <a:off x="0" y="3600966"/>
            <a:ext cx="12192000" cy="646331"/>
          </a:xfrm>
          <a:prstGeom prst="rect">
            <a:avLst/>
          </a:prstGeom>
          <a:noFill/>
        </p:spPr>
        <p:txBody>
          <a:bodyPr wrap="square">
            <a:spAutoFit/>
          </a:bodyPr>
          <a:lstStyle/>
          <a:p>
            <a:r>
              <a:rPr lang="en-US" sz="1800" dirty="0"/>
              <a:t>Amazon Web Services. (2025). </a:t>
            </a:r>
            <a:r>
              <a:rPr lang="en-US" sz="1800" i="1" dirty="0"/>
              <a:t>What is Infrastructure as Code? - IaC Explained - AWS</a:t>
            </a:r>
            <a:r>
              <a:rPr lang="en-US" sz="1800" dirty="0"/>
              <a:t>. Amazon Web Services, Inc. </a:t>
            </a:r>
            <a:r>
              <a:rPr lang="en-US" sz="1800" dirty="0">
                <a:hlinkClick r:id="rId10"/>
              </a:rPr>
              <a:t>https://aws.amazon.com/what-is/iac/</a:t>
            </a:r>
            <a:r>
              <a:rPr lang="en-US" sz="1800" dirty="0"/>
              <a:t> </a:t>
            </a:r>
          </a:p>
        </p:txBody>
      </p:sp>
      <p:sp>
        <p:nvSpPr>
          <p:cNvPr id="9" name="TextBox 8">
            <a:extLst>
              <a:ext uri="{FF2B5EF4-FFF2-40B4-BE49-F238E27FC236}">
                <a16:creationId xmlns:a16="http://schemas.microsoft.com/office/drawing/2014/main" id="{C5AE4A01-F24C-7AC8-E316-E9C36F1392AE}"/>
              </a:ext>
            </a:extLst>
          </p:cNvPr>
          <p:cNvSpPr txBox="1"/>
          <p:nvPr/>
        </p:nvSpPr>
        <p:spPr>
          <a:xfrm>
            <a:off x="0" y="4247297"/>
            <a:ext cx="12192000" cy="2625014"/>
          </a:xfrm>
          <a:prstGeom prst="rect">
            <a:avLst/>
          </a:prstGeom>
          <a:noFill/>
        </p:spPr>
        <p:txBody>
          <a:bodyPr wrap="square">
            <a:spAutoFit/>
          </a:bodyPr>
          <a:lstStyle/>
          <a:p>
            <a:pPr marR="0" lvl="0">
              <a:lnSpc>
                <a:spcPct val="115000"/>
              </a:lnSpc>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Meta-research Methods. (2023, September 25).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Delphi method with co-creation: Dr. Tony Ross-</a:t>
            </a:r>
            <a:r>
              <a:rPr lang="en-US" sz="1800" i="1" kern="100" dirty="0" err="1">
                <a:effectLst/>
                <a:latin typeface="Aptos" panose="020B0004020202020204" pitchFamily="34" charset="0"/>
                <a:ea typeface="Aptos" panose="020B0004020202020204" pitchFamily="34" charset="0"/>
                <a:cs typeface="Times New Roman" panose="02020603050405020304" pitchFamily="18" charset="0"/>
              </a:rPr>
              <a:t>Hellauer</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 and Dr. Nicki Lisa Cole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YouTube. </a:t>
            </a:r>
            <a:r>
              <a:rPr lang="en-US"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11"/>
              </a:rPr>
              <a:t>https://www.youtube.com/watch?v=KWU9RGVpw8U</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R="0" lvl="0">
              <a:lnSpc>
                <a:spcPct val="115000"/>
              </a:lnSpc>
            </a:pPr>
            <a:r>
              <a:rPr lang="en-US" sz="1800" i="1" kern="100" dirty="0">
                <a:effectLst/>
                <a:latin typeface="Aptos" panose="020B0004020202020204" pitchFamily="34" charset="0"/>
                <a:ea typeface="Aptos" panose="020B0004020202020204" pitchFamily="34" charset="0"/>
                <a:cs typeface="Times New Roman" panose="02020603050405020304" pitchFamily="18" charset="0"/>
              </a:rPr>
              <a:t>Judgment and Decision Making in Managing IT Project Risks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(2023). Pmi.org. </a:t>
            </a:r>
            <a:r>
              <a:rPr lang="en-US"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12"/>
              </a:rPr>
              <a:t>https://www.pmi.org/learning/library/judgment-decision-making-it-projects-11715</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R="0" lvl="0">
              <a:lnSpc>
                <a:spcPct val="115000"/>
              </a:lnSpc>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Schwartz, B. (2025, March 24).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The Risk Management Process in Project Management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ProjectManager</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13"/>
              </a:rPr>
              <a:t>https://www.projectmanager.com/blog/risk-management-process-steps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R="0" lvl="0">
              <a:lnSpc>
                <a:spcPct val="115000"/>
              </a:lnSpc>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McGrath, A. (2025, January 17).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Risk management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 Jonker, Ed.). Ibm.com. </a:t>
            </a:r>
            <a:r>
              <a:rPr lang="en-US"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14"/>
              </a:rPr>
              <a:t>https://www.ibm.com/think/topics/risk-management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p:txBody>
      </p:sp>
    </p:spTree>
    <p:extLst>
      <p:ext uri="{BB962C8B-B14F-4D97-AF65-F5344CB8AC3E}">
        <p14:creationId xmlns:p14="http://schemas.microsoft.com/office/powerpoint/2010/main" val="16630967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112EA3-B064-A212-2114-9158CE754E8B}"/>
              </a:ext>
            </a:extLst>
          </p:cNvPr>
          <p:cNvSpPr txBox="1"/>
          <p:nvPr/>
        </p:nvSpPr>
        <p:spPr>
          <a:xfrm>
            <a:off x="0" y="0"/>
            <a:ext cx="12192000" cy="4854855"/>
          </a:xfrm>
          <a:prstGeom prst="rect">
            <a:avLst/>
          </a:prstGeom>
          <a:noFill/>
        </p:spPr>
        <p:txBody>
          <a:bodyPr wrap="square">
            <a:spAutoFit/>
          </a:bodyPr>
          <a:lstStyle/>
          <a:p>
            <a:pPr marR="0" lvl="0">
              <a:lnSpc>
                <a:spcPct val="115000"/>
              </a:lnSpc>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Gibson, K. (2023, October 24).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What Is Risk Management &amp; Why Is It Important?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Business Insights Blog; Harvard Business School. </a:t>
            </a:r>
            <a:r>
              <a:rPr lang="en-US"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2"/>
              </a:rPr>
              <a:t>https://online.hbs.edu/blog/post/risk-management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R="0" lvl="0">
              <a:lnSpc>
                <a:spcPct val="115000"/>
              </a:lnSpc>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Malsam, W. (2024, August 26).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What Is Scope Creep and How Can I Avoid It?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ProjectManager</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3"/>
              </a:rPr>
              <a:t>https://www.projectmanager.com/blog/5-ways-to-avoid-scope-creep</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R="0" lvl="0">
              <a:lnSpc>
                <a:spcPct val="115000"/>
              </a:lnSpc>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Rudder, A. (2022, August 25).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Scope Creep: Definition, Examples &amp; How To Prevent It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Forbes Advisor; www.forbes.com. </a:t>
            </a:r>
            <a:r>
              <a:rPr lang="en-US"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4"/>
              </a:rPr>
              <a:t>https://www.forbes.com/advisor/business/scope-creep/</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R="0" lvl="0">
              <a:lnSpc>
                <a:spcPct val="115000"/>
              </a:lnSpc>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McGill, M. (2024, September 19). Risk Assessment: Likelihood and Impact - HBS. HBS -. </a:t>
            </a:r>
            <a:r>
              <a:rPr lang="en-US"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5"/>
              </a:rPr>
              <a:t>https://www.hbs.net/blog/risk-assessment-likelihood-impact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R="0" lvl="0">
              <a:lnSpc>
                <a:spcPct val="115000"/>
              </a:lnSpc>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Atlassian. (2025). Understanding the Risk Matrix [Definition + Template] | Atlassian. Atlassian. </a:t>
            </a:r>
            <a:r>
              <a:rPr lang="en-US"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6"/>
              </a:rPr>
              <a:t>https://www.atlassian.com/work-management/project-management/risk-matrix</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R="0" lvl="0">
              <a:lnSpc>
                <a:spcPct val="115000"/>
              </a:lnSpc>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Finn, T., &amp; Downie, A. (2024, May 7). Risk mitigation. Ibm.com. </a:t>
            </a:r>
            <a:r>
              <a:rPr lang="en-US"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7"/>
              </a:rPr>
              <a:t>https://www.ibm.com/think/topics/risk-mitigation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R="0" lvl="0">
              <a:lnSpc>
                <a:spcPct val="115000"/>
              </a:lnSpc>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Finn, T. (2024, August). Building a Successful Risk Mitigation Strategy | IBM. Ibm.com. </a:t>
            </a:r>
            <a:r>
              <a:rPr lang="en-US"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8"/>
              </a:rPr>
              <a:t>https://www.ibm.com/think/insights/risk-mitigation-strategy</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R="0" lvl="0">
              <a:lnSpc>
                <a:spcPct val="115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Atlassian. (2024). Risk Mitigation Strategies in Project Management | The Workstream. Atlassian. </a:t>
            </a:r>
            <a:r>
              <a:rPr lang="en-US"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9"/>
              </a:rPr>
              <a:t>https://www.atlassian.com/work-management/project-management/risk-mitigation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p:txBody>
      </p:sp>
      <p:sp>
        <p:nvSpPr>
          <p:cNvPr id="5" name="TextBox 4">
            <a:extLst>
              <a:ext uri="{FF2B5EF4-FFF2-40B4-BE49-F238E27FC236}">
                <a16:creationId xmlns:a16="http://schemas.microsoft.com/office/drawing/2014/main" id="{191F5640-F34C-24EC-8ED2-3537CB0A80BB}"/>
              </a:ext>
            </a:extLst>
          </p:cNvPr>
          <p:cNvSpPr txBox="1"/>
          <p:nvPr/>
        </p:nvSpPr>
        <p:spPr>
          <a:xfrm>
            <a:off x="0" y="4854855"/>
            <a:ext cx="12192000" cy="1757854"/>
          </a:xfrm>
          <a:prstGeom prst="rect">
            <a:avLst/>
          </a:prstGeom>
          <a:noFill/>
        </p:spPr>
        <p:txBody>
          <a:bodyPr wrap="square">
            <a:spAutoFit/>
          </a:bodyPr>
          <a:lstStyle/>
          <a:p>
            <a:pPr marR="0" lvl="0">
              <a:lnSpc>
                <a:spcPct val="107000"/>
              </a:lnSpc>
              <a:spcAft>
                <a:spcPts val="800"/>
              </a:spcAft>
            </a:pPr>
            <a:r>
              <a:rPr lang="en-US" sz="1800" kern="100" dirty="0">
                <a:effectLst/>
                <a:latin typeface="Arial" panose="020B0604020202020204" pitchFamily="34" charset="0"/>
                <a:ea typeface="Calibri" panose="020F0502020204030204" pitchFamily="34" charset="0"/>
                <a:cs typeface="Times New Roman" panose="02020603050405020304" pitchFamily="18" charset="0"/>
              </a:rPr>
              <a:t>Hansen, N. (2016, May 13). </a:t>
            </a:r>
            <a:r>
              <a:rPr lang="en-US" sz="1800" i="1" kern="100" dirty="0">
                <a:effectLst/>
                <a:latin typeface="Arial" panose="020B0604020202020204" pitchFamily="34" charset="0"/>
                <a:ea typeface="Calibri" panose="020F0502020204030204" pitchFamily="34" charset="0"/>
                <a:cs typeface="Times New Roman" panose="02020603050405020304" pitchFamily="18" charset="0"/>
              </a:rPr>
              <a:t>Data Visualization For Business Analysts</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Www.pmi.org. </a:t>
            </a:r>
            <a:r>
              <a:rPr lang="en-US" sz="1800" u="sng" kern="100" dirty="0">
                <a:solidFill>
                  <a:srgbClr val="467886"/>
                </a:solidFill>
                <a:effectLst/>
                <a:latin typeface="Arial" panose="020B0604020202020204" pitchFamily="34" charset="0"/>
                <a:ea typeface="Calibri" panose="020F0502020204030204" pitchFamily="34" charset="0"/>
                <a:cs typeface="Times New Roman" panose="02020603050405020304" pitchFamily="18" charset="0"/>
                <a:hlinkClick r:id="rId10"/>
              </a:rPr>
              <a:t>https://www.pmi.org/learning/library/data-visualization-business-analysts-10198</a:t>
            </a:r>
            <a:endParaRPr lang="en-US" sz="1800" kern="100" dirty="0">
              <a:effectLst/>
              <a:latin typeface="Arial" panose="020B0604020202020204" pitchFamily="34" charset="0"/>
              <a:ea typeface="Calibri" panose="020F0502020204030204" pitchFamily="34" charset="0"/>
              <a:cs typeface="Times New Roman" panose="02020603050405020304" pitchFamily="18" charset="0"/>
            </a:endParaRPr>
          </a:p>
          <a:p>
            <a:pPr marR="0" lvl="0">
              <a:lnSpc>
                <a:spcPct val="107000"/>
              </a:lnSpc>
              <a:spcAft>
                <a:spcPts val="800"/>
              </a:spcAft>
            </a:pPr>
            <a:r>
              <a:rPr lang="en-US" sz="1800" i="1" kern="100" dirty="0">
                <a:effectLst/>
                <a:latin typeface="Arial" panose="020B0604020202020204" pitchFamily="34" charset="0"/>
                <a:ea typeface="Calibri" panose="020F0502020204030204" pitchFamily="34" charset="0"/>
                <a:cs typeface="Times New Roman" panose="02020603050405020304" pitchFamily="18" charset="0"/>
              </a:rPr>
              <a:t>Data done right</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(2025). Pmi.org. </a:t>
            </a:r>
            <a:r>
              <a:rPr lang="en-US" sz="1800" u="sng" kern="100" dirty="0">
                <a:solidFill>
                  <a:srgbClr val="467886"/>
                </a:solidFill>
                <a:effectLst/>
                <a:latin typeface="Arial" panose="020B0604020202020204" pitchFamily="34" charset="0"/>
                <a:ea typeface="Calibri" panose="020F0502020204030204" pitchFamily="34" charset="0"/>
                <a:cs typeface="Times New Roman" panose="02020603050405020304" pitchFamily="18" charset="0"/>
                <a:hlinkClick r:id="rId11"/>
              </a:rPr>
              <a:t>https://www.pmi.org/learning/library/data-done-right-project-success-9989</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t>
            </a:r>
          </a:p>
          <a:p>
            <a:pPr marR="0" lvl="0">
              <a:lnSpc>
                <a:spcPct val="107000"/>
              </a:lnSpc>
              <a:spcAft>
                <a:spcPts val="800"/>
              </a:spcAft>
            </a:pPr>
            <a:r>
              <a:rPr lang="en-US" sz="1800" i="1" kern="100" dirty="0">
                <a:effectLst/>
                <a:latin typeface="Arial" panose="020B0604020202020204" pitchFamily="34" charset="0"/>
                <a:ea typeface="Calibri" panose="020F0502020204030204" pitchFamily="34" charset="0"/>
                <a:cs typeface="Times New Roman" panose="02020603050405020304" pitchFamily="18" charset="0"/>
              </a:rPr>
              <a:t>Earned Value Management: From Data Analysis to Executive Action</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(2023). Pmi.org. </a:t>
            </a:r>
            <a:r>
              <a:rPr lang="en-US" sz="1800" u="sng" kern="100" dirty="0">
                <a:solidFill>
                  <a:srgbClr val="467886"/>
                </a:solidFill>
                <a:effectLst/>
                <a:latin typeface="Arial" panose="020B0604020202020204" pitchFamily="34" charset="0"/>
                <a:ea typeface="Calibri" panose="020F0502020204030204" pitchFamily="34" charset="0"/>
                <a:cs typeface="Times New Roman" panose="02020603050405020304" pitchFamily="18" charset="0"/>
                <a:hlinkClick r:id="rId12"/>
              </a:rPr>
              <a:t>https://www.pmi.org/learning/library/evm-data-analysis-executive-action-8520</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36589767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523370-76EC-2A3F-A2FB-6A0F2D83DA63}"/>
              </a:ext>
            </a:extLst>
          </p:cNvPr>
          <p:cNvSpPr txBox="1"/>
          <p:nvPr/>
        </p:nvSpPr>
        <p:spPr>
          <a:xfrm>
            <a:off x="0" y="0"/>
            <a:ext cx="12192000" cy="6522491"/>
          </a:xfrm>
          <a:prstGeom prst="rect">
            <a:avLst/>
          </a:prstGeom>
          <a:noFill/>
        </p:spPr>
        <p:txBody>
          <a:bodyPr wrap="square">
            <a:spAutoFit/>
          </a:bodyPr>
          <a:lstStyle/>
          <a:p>
            <a:pPr marR="0" lvl="0">
              <a:lnSpc>
                <a:spcPct val="107000"/>
              </a:lnSpc>
              <a:spcAft>
                <a:spcPts val="800"/>
              </a:spcAft>
            </a:pPr>
            <a:r>
              <a:rPr lang="en-US" sz="1800" kern="100" dirty="0">
                <a:effectLst/>
                <a:latin typeface="Arial" panose="020B0604020202020204" pitchFamily="34" charset="0"/>
                <a:ea typeface="Calibri" panose="020F0502020204030204" pitchFamily="34" charset="0"/>
                <a:cs typeface="Times New Roman" panose="02020603050405020304" pitchFamily="18" charset="0"/>
              </a:rPr>
              <a:t>Proteus. (2023, July 27). </a:t>
            </a:r>
            <a:r>
              <a:rPr lang="en-US" sz="1800" i="1" kern="100" dirty="0">
                <a:effectLst/>
                <a:latin typeface="Arial" panose="020B0604020202020204" pitchFamily="34" charset="0"/>
                <a:ea typeface="Calibri" panose="020F0502020204030204" pitchFamily="34" charset="0"/>
                <a:cs typeface="Times New Roman" panose="02020603050405020304" pitchFamily="18" charset="0"/>
              </a:rPr>
              <a:t>Analyzing Project Progress: CPI vs SPI</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Medium. </a:t>
            </a:r>
            <a:r>
              <a:rPr lang="en-US" sz="1800" u="sng" kern="100" dirty="0">
                <a:solidFill>
                  <a:srgbClr val="467886"/>
                </a:solidFill>
                <a:effectLst/>
                <a:latin typeface="Arial" panose="020B0604020202020204" pitchFamily="34" charset="0"/>
                <a:ea typeface="Calibri" panose="020F0502020204030204" pitchFamily="34" charset="0"/>
                <a:cs typeface="Times New Roman" panose="02020603050405020304" pitchFamily="18" charset="0"/>
                <a:hlinkClick r:id="rId2"/>
              </a:rPr>
              <a:t>https://medium.com/@proteus_work/analyzing-project-progress-cpi-vs-spi-2d21664a121f</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t>
            </a:r>
          </a:p>
          <a:p>
            <a:pPr marR="0" lvl="0">
              <a:lnSpc>
                <a:spcPct val="107000"/>
              </a:lnSpc>
              <a:spcAft>
                <a:spcPts val="800"/>
              </a:spcAft>
            </a:pPr>
            <a:r>
              <a:rPr lang="en-US" sz="1800" kern="100" dirty="0">
                <a:effectLst/>
                <a:latin typeface="Arial" panose="020B0604020202020204" pitchFamily="34" charset="0"/>
                <a:ea typeface="Calibri" panose="020F0502020204030204" pitchFamily="34" charset="0"/>
                <a:cs typeface="Times New Roman" panose="02020603050405020304" pitchFamily="18" charset="0"/>
              </a:rPr>
              <a:t>Warburton, R. D. H., &amp; </a:t>
            </a:r>
            <a:r>
              <a:rPr lang="en-US" sz="1800" kern="100" dirty="0" err="1">
                <a:effectLst/>
                <a:latin typeface="Arial" panose="020B0604020202020204" pitchFamily="34" charset="0"/>
                <a:ea typeface="Calibri" panose="020F0502020204030204" pitchFamily="34" charset="0"/>
                <a:cs typeface="Times New Roman" panose="02020603050405020304" pitchFamily="18" charset="0"/>
              </a:rPr>
              <a:t>Kanabar</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V. (2008, October 19). </a:t>
            </a:r>
            <a:r>
              <a:rPr lang="en-US" sz="1800" i="1" kern="100" dirty="0">
                <a:effectLst/>
                <a:latin typeface="Arial" panose="020B0604020202020204" pitchFamily="34" charset="0"/>
                <a:ea typeface="Calibri" panose="020F0502020204030204" pitchFamily="34" charset="0"/>
                <a:cs typeface="Times New Roman" panose="02020603050405020304" pitchFamily="18" charset="0"/>
              </a:rPr>
              <a:t>The practical calculation of schedule variance</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Pmi.org. </a:t>
            </a:r>
            <a:r>
              <a:rPr lang="en-US" sz="1800" u="sng" kern="100" dirty="0">
                <a:solidFill>
                  <a:srgbClr val="467886"/>
                </a:solidFill>
                <a:effectLst/>
                <a:latin typeface="Arial" panose="020B0604020202020204" pitchFamily="34" charset="0"/>
                <a:ea typeface="Calibri" panose="020F0502020204030204" pitchFamily="34" charset="0"/>
                <a:cs typeface="Times New Roman" panose="02020603050405020304" pitchFamily="18" charset="0"/>
                <a:hlinkClick r:id="rId3"/>
              </a:rPr>
              <a:t>https://www.pmi.org/learning/library/practical-calculation-schedule-variance-7028</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t>
            </a:r>
          </a:p>
          <a:p>
            <a:pPr marR="0" lvl="0">
              <a:lnSpc>
                <a:spcPct val="107000"/>
              </a:lnSpc>
              <a:spcAft>
                <a:spcPts val="800"/>
              </a:spcAft>
            </a:pPr>
            <a:r>
              <a:rPr lang="en-US" sz="1800" kern="100" dirty="0">
                <a:effectLst/>
                <a:latin typeface="Arial" panose="020B0604020202020204" pitchFamily="34" charset="0"/>
                <a:ea typeface="Calibri" panose="020F0502020204030204" pitchFamily="34" charset="0"/>
                <a:cs typeface="Times New Roman" panose="02020603050405020304" pitchFamily="18" charset="0"/>
              </a:rPr>
              <a:t>Adobe Communications Team. (2022). </a:t>
            </a:r>
            <a:r>
              <a:rPr lang="en-US" sz="1800" i="1" kern="100" dirty="0">
                <a:effectLst/>
                <a:latin typeface="Arial" panose="020B0604020202020204" pitchFamily="34" charset="0"/>
                <a:ea typeface="Calibri" panose="020F0502020204030204" pitchFamily="34" charset="0"/>
                <a:cs typeface="Times New Roman" panose="02020603050405020304" pitchFamily="18" charset="0"/>
              </a:rPr>
              <a:t>Metrics for Project Management: KPIs &amp; Success | Adobe Workfront</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Adobe.com. </a:t>
            </a:r>
            <a:r>
              <a:rPr lang="en-US" sz="1800" u="sng" kern="100" dirty="0">
                <a:solidFill>
                  <a:srgbClr val="467886"/>
                </a:solidFill>
                <a:effectLst/>
                <a:latin typeface="Arial" panose="020B0604020202020204" pitchFamily="34" charset="0"/>
                <a:ea typeface="Calibri" panose="020F0502020204030204" pitchFamily="34" charset="0"/>
                <a:cs typeface="Times New Roman" panose="02020603050405020304" pitchFamily="18" charset="0"/>
                <a:hlinkClick r:id="rId4"/>
              </a:rPr>
              <a:t>https://business.adobe.com/blog/basics/metrics</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t>
            </a:r>
          </a:p>
          <a:p>
            <a:pPr marR="0" lvl="0">
              <a:lnSpc>
                <a:spcPct val="107000"/>
              </a:lnSpc>
              <a:spcAft>
                <a:spcPts val="800"/>
              </a:spcAft>
            </a:pPr>
            <a:r>
              <a:rPr lang="en-US" sz="1800" kern="100" dirty="0">
                <a:effectLst/>
                <a:latin typeface="Arial" panose="020B0604020202020204" pitchFamily="34" charset="0"/>
                <a:ea typeface="Calibri" panose="020F0502020204030204" pitchFamily="34" charset="0"/>
                <a:cs typeface="Times New Roman" panose="02020603050405020304" pitchFamily="18" charset="0"/>
              </a:rPr>
              <a:t>Peterka, P. (2024, December 18). </a:t>
            </a:r>
            <a:r>
              <a:rPr lang="en-US" sz="1800" i="1" kern="100" dirty="0">
                <a:effectLst/>
                <a:latin typeface="Arial" panose="020B0604020202020204" pitchFamily="34" charset="0"/>
                <a:ea typeface="Calibri" panose="020F0502020204030204" pitchFamily="34" charset="0"/>
                <a:cs typeface="Times New Roman" panose="02020603050405020304" pitchFamily="18" charset="0"/>
              </a:rPr>
              <a:t>Measuring the Success of a Project: A Comprehensive Guide for Modern Project Managers</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SixSigma.us. </a:t>
            </a:r>
            <a:r>
              <a:rPr lang="en-US" sz="1800" u="sng" kern="100" dirty="0">
                <a:solidFill>
                  <a:srgbClr val="467886"/>
                </a:solidFill>
                <a:effectLst/>
                <a:latin typeface="Arial" panose="020B0604020202020204" pitchFamily="34" charset="0"/>
                <a:ea typeface="Calibri" panose="020F0502020204030204" pitchFamily="34" charset="0"/>
                <a:cs typeface="Times New Roman" panose="02020603050405020304" pitchFamily="18" charset="0"/>
                <a:hlinkClick r:id="rId5"/>
              </a:rPr>
              <a:t>https://www.6sigma.us/project-management/how-to-measure-success-of-a-project/</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t>
            </a:r>
          </a:p>
          <a:p>
            <a:pPr marR="0" lvl="0">
              <a:lnSpc>
                <a:spcPct val="107000"/>
              </a:lnSpc>
              <a:spcAft>
                <a:spcPts val="800"/>
              </a:spcAft>
            </a:pPr>
            <a:r>
              <a:rPr lang="en-US" sz="1800" kern="100" dirty="0" err="1">
                <a:effectLst/>
                <a:latin typeface="Arial" panose="020B0604020202020204" pitchFamily="34" charset="0"/>
                <a:ea typeface="Calibri" panose="020F0502020204030204" pitchFamily="34" charset="0"/>
                <a:cs typeface="Times New Roman" panose="02020603050405020304" pitchFamily="18" charset="0"/>
              </a:rPr>
              <a:t>ELmasry</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Y. (2024, September 6). </a:t>
            </a:r>
            <a:r>
              <a:rPr lang="en-US" sz="1800" i="1" kern="100" dirty="0">
                <a:effectLst/>
                <a:latin typeface="Arial" panose="020B0604020202020204" pitchFamily="34" charset="0"/>
                <a:ea typeface="Calibri" panose="020F0502020204030204" pitchFamily="34" charset="0"/>
                <a:cs typeface="Times New Roman" panose="02020603050405020304" pitchFamily="18" charset="0"/>
              </a:rPr>
              <a:t>Project Management Metrics, KPIs, and Dashboards: A Guide to Measuring and Monitoring Project Performance</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Linkedin.com. </a:t>
            </a:r>
            <a:r>
              <a:rPr lang="en-US" sz="1800" u="sng" kern="100" dirty="0">
                <a:solidFill>
                  <a:srgbClr val="467886"/>
                </a:solidFill>
                <a:effectLst/>
                <a:latin typeface="Arial" panose="020B0604020202020204" pitchFamily="34" charset="0"/>
                <a:ea typeface="Calibri" panose="020F0502020204030204" pitchFamily="34" charset="0"/>
                <a:cs typeface="Times New Roman" panose="02020603050405020304" pitchFamily="18" charset="0"/>
                <a:hlinkClick r:id="rId6"/>
              </a:rPr>
              <a:t>https://www.linkedin.com/pulse/project-management-metrics-kpis-dashboards-guide-abdelrahim-elmasry-hrqcf/</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t>
            </a:r>
          </a:p>
          <a:p>
            <a:pPr marR="0" lvl="0">
              <a:lnSpc>
                <a:spcPct val="107000"/>
              </a:lnSpc>
              <a:spcAft>
                <a:spcPts val="800"/>
              </a:spcAft>
            </a:pPr>
            <a:r>
              <a:rPr lang="en-US" sz="1800" kern="100" dirty="0">
                <a:effectLst/>
                <a:latin typeface="Arial" panose="020B0604020202020204" pitchFamily="34" charset="0"/>
                <a:ea typeface="Calibri" panose="020F0502020204030204" pitchFamily="34" charset="0"/>
                <a:cs typeface="Times New Roman" panose="02020603050405020304" pitchFamily="18" charset="0"/>
              </a:rPr>
              <a:t>Reichel, C. W. (2006). </a:t>
            </a:r>
            <a:r>
              <a:rPr lang="en-US" sz="1800" i="1" kern="100" dirty="0">
                <a:effectLst/>
                <a:latin typeface="Arial" panose="020B0604020202020204" pitchFamily="34" charset="0"/>
                <a:ea typeface="Calibri" panose="020F0502020204030204" pitchFamily="34" charset="0"/>
                <a:cs typeface="Times New Roman" panose="02020603050405020304" pitchFamily="18" charset="0"/>
              </a:rPr>
              <a:t>Earned value management systems (EVMS)</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Pmi.org; Project Management Institute. </a:t>
            </a:r>
            <a:r>
              <a:rPr lang="en-US" sz="1800" u="sng" kern="100" dirty="0">
                <a:solidFill>
                  <a:srgbClr val="467886"/>
                </a:solidFill>
                <a:effectLst/>
                <a:latin typeface="Arial" panose="020B0604020202020204" pitchFamily="34" charset="0"/>
                <a:ea typeface="Calibri" panose="020F0502020204030204" pitchFamily="34" charset="0"/>
                <a:cs typeface="Times New Roman" panose="02020603050405020304" pitchFamily="18" charset="0"/>
                <a:hlinkClick r:id="rId7"/>
              </a:rPr>
              <a:t>https://www.pmi.org/learning/library/earned-value-management-systems-analysis-8026</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t>
            </a:r>
          </a:p>
          <a:p>
            <a:pPr marR="0" lvl="0">
              <a:lnSpc>
                <a:spcPct val="107000"/>
              </a:lnSpc>
              <a:spcAft>
                <a:spcPts val="800"/>
              </a:spcAft>
            </a:pPr>
            <a:r>
              <a:rPr lang="en-US" sz="1800" kern="100" dirty="0" err="1">
                <a:effectLst/>
                <a:latin typeface="Arial" panose="020B0604020202020204" pitchFamily="34" charset="0"/>
                <a:ea typeface="Calibri" panose="020F0502020204030204" pitchFamily="34" charset="0"/>
                <a:cs typeface="Times New Roman" panose="02020603050405020304" pitchFamily="18" charset="0"/>
              </a:rPr>
              <a:t>Gurnov</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 (2023). </a:t>
            </a:r>
            <a:r>
              <a:rPr lang="en-US" sz="1800" i="1" kern="100" dirty="0">
                <a:effectLst/>
                <a:latin typeface="Arial" panose="020B0604020202020204" pitchFamily="34" charset="0"/>
                <a:ea typeface="Calibri" panose="020F0502020204030204" pitchFamily="34" charset="0"/>
                <a:cs typeface="Times New Roman" panose="02020603050405020304" pitchFamily="18" charset="0"/>
              </a:rPr>
              <a:t>How to Calculate Earned Value in Project Management</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Wrike. </a:t>
            </a:r>
            <a:r>
              <a:rPr lang="en-US" sz="1800" u="sng" kern="100" dirty="0">
                <a:solidFill>
                  <a:srgbClr val="467886"/>
                </a:solidFill>
                <a:effectLst/>
                <a:latin typeface="Arial" panose="020B0604020202020204" pitchFamily="34" charset="0"/>
                <a:ea typeface="Calibri" panose="020F0502020204030204" pitchFamily="34" charset="0"/>
                <a:cs typeface="Times New Roman" panose="02020603050405020304" pitchFamily="18" charset="0"/>
                <a:hlinkClick r:id="rId8"/>
              </a:rPr>
              <a:t>https://www.wrike.com/project-management-guide/faq/how-to-calculate-earned-value-in-project-management/</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t>
            </a:r>
          </a:p>
          <a:p>
            <a:pPr marR="0" lvl="0">
              <a:lnSpc>
                <a:spcPct val="107000"/>
              </a:lnSpc>
              <a:spcAft>
                <a:spcPts val="800"/>
              </a:spcAft>
            </a:pPr>
            <a:r>
              <a:rPr lang="en-US" sz="1800" kern="100" dirty="0">
                <a:effectLst/>
                <a:latin typeface="Arial" panose="020B0604020202020204" pitchFamily="34" charset="0"/>
                <a:ea typeface="Calibri" panose="020F0502020204030204" pitchFamily="34" charset="0"/>
                <a:cs typeface="Times New Roman" panose="02020603050405020304" pitchFamily="18" charset="0"/>
              </a:rPr>
              <a:t>Kenton, W. (2024, September 24). </a:t>
            </a:r>
            <a:r>
              <a:rPr lang="en-US" sz="1800" i="1" kern="100" dirty="0">
                <a:effectLst/>
                <a:latin typeface="Arial" panose="020B0604020202020204" pitchFamily="34" charset="0"/>
                <a:ea typeface="Calibri" panose="020F0502020204030204" pitchFamily="34" charset="0"/>
                <a:cs typeface="Times New Roman" panose="02020603050405020304" pitchFamily="18" charset="0"/>
              </a:rPr>
              <a:t>Understanding Critical Path Analysis</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Investopedia. </a:t>
            </a:r>
            <a:r>
              <a:rPr lang="en-US" sz="1800" u="sng" kern="100" dirty="0">
                <a:solidFill>
                  <a:srgbClr val="467886"/>
                </a:solidFill>
                <a:effectLst/>
                <a:latin typeface="Arial" panose="020B0604020202020204" pitchFamily="34" charset="0"/>
                <a:ea typeface="Calibri" panose="020F0502020204030204" pitchFamily="34" charset="0"/>
                <a:cs typeface="Times New Roman" panose="02020603050405020304" pitchFamily="18" charset="0"/>
                <a:hlinkClick r:id="rId9"/>
              </a:rPr>
              <a:t>https://www.investopedia.com/terms/c/critical-path-analysis.asp</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t>
            </a:r>
          </a:p>
          <a:p>
            <a:pPr marR="0" lvl="0">
              <a:lnSpc>
                <a:spcPct val="107000"/>
              </a:lnSpc>
              <a:spcAft>
                <a:spcPts val="800"/>
              </a:spcAft>
            </a:pPr>
            <a:r>
              <a:rPr lang="en-US" sz="1800" kern="100" dirty="0">
                <a:effectLst/>
                <a:latin typeface="Arial" panose="020B0604020202020204" pitchFamily="34" charset="0"/>
                <a:ea typeface="Calibri" panose="020F0502020204030204" pitchFamily="34" charset="0"/>
                <a:cs typeface="Times New Roman" panose="02020603050405020304" pitchFamily="18" charset="0"/>
              </a:rPr>
              <a:t>Indeed Editorial Team. (2023, September 25). </a:t>
            </a:r>
            <a:r>
              <a:rPr lang="en-US" sz="1800" i="1" kern="100" dirty="0">
                <a:effectLst/>
                <a:latin typeface="Arial" panose="020B0604020202020204" pitchFamily="34" charset="0"/>
                <a:ea typeface="Calibri" panose="020F0502020204030204" pitchFamily="34" charset="0"/>
                <a:cs typeface="Times New Roman" panose="02020603050405020304" pitchFamily="18" charset="0"/>
              </a:rPr>
              <a:t>Critical Path Analysis: Definition, and How To Use it</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Indeed Career Guide. </a:t>
            </a:r>
            <a:r>
              <a:rPr lang="en-US" sz="1800" u="sng" kern="100" dirty="0">
                <a:solidFill>
                  <a:srgbClr val="467886"/>
                </a:solidFill>
                <a:effectLst/>
                <a:latin typeface="Arial" panose="020B0604020202020204" pitchFamily="34" charset="0"/>
                <a:ea typeface="Calibri" panose="020F0502020204030204" pitchFamily="34" charset="0"/>
                <a:cs typeface="Times New Roman" panose="02020603050405020304" pitchFamily="18" charset="0"/>
                <a:hlinkClick r:id="rId10"/>
              </a:rPr>
              <a:t>https://www.indeed.com/career-advice/career-development/critical-pathway-analysis</a:t>
            </a: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39191573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5CC3FA-F56D-BB35-8B0D-2BBFEFBA3A77}"/>
              </a:ext>
            </a:extLst>
          </p:cNvPr>
          <p:cNvSpPr txBox="1"/>
          <p:nvPr/>
        </p:nvSpPr>
        <p:spPr>
          <a:xfrm>
            <a:off x="0" y="0"/>
            <a:ext cx="12192000" cy="6447599"/>
          </a:xfrm>
          <a:prstGeom prst="rect">
            <a:avLst/>
          </a:prstGeom>
          <a:noFill/>
        </p:spPr>
        <p:txBody>
          <a:bodyPr wrap="square">
            <a:spAutoFit/>
          </a:bodyPr>
          <a:lstStyle/>
          <a:p>
            <a:pPr marR="0" lvl="0">
              <a:lnSpc>
                <a:spcPct val="115000"/>
              </a:lnSpc>
            </a:pPr>
            <a:r>
              <a:rPr lang="en-US" sz="1800" i="1" kern="100" dirty="0">
                <a:effectLst/>
                <a:latin typeface="Aptos" panose="020B0004020202020204" pitchFamily="34" charset="0"/>
                <a:ea typeface="Aptos" panose="020B0004020202020204" pitchFamily="34" charset="0"/>
                <a:cs typeface="Times New Roman" panose="02020603050405020304" pitchFamily="18" charset="0"/>
              </a:rPr>
              <a:t>Meaningful metrics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(2025). Pmi.org. </a:t>
            </a:r>
            <a:r>
              <a:rPr lang="en-US"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2"/>
              </a:rPr>
              <a:t>https://www.pmi.org/learning/library/meaningful-metrics-determine-project-performance-4535</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R="0" lvl="0">
              <a:lnSpc>
                <a:spcPct val="115000"/>
              </a:lnSpc>
            </a:pPr>
            <a:r>
              <a:rPr lang="en-US" sz="1800" i="1" kern="100" dirty="0">
                <a:effectLst/>
                <a:latin typeface="Aptos" panose="020B0004020202020204" pitchFamily="34" charset="0"/>
                <a:ea typeface="Aptos" panose="020B0004020202020204" pitchFamily="34" charset="0"/>
                <a:cs typeface="Times New Roman" panose="02020603050405020304" pitchFamily="18" charset="0"/>
              </a:rPr>
              <a:t>The mystery behind project management metrics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(2023). Pmi.org. </a:t>
            </a:r>
            <a:r>
              <a:rPr lang="en-US"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3"/>
              </a:rPr>
              <a:t>https://www.pmi.org/learning/library/project-management-metrics-mystery-9304</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R="0" lvl="0">
              <a:lnSpc>
                <a:spcPct val="115000"/>
              </a:lnSpc>
            </a:pPr>
            <a:r>
              <a:rPr lang="en-US" sz="1800" i="1" kern="100" dirty="0">
                <a:effectLst/>
                <a:latin typeface="Aptos" panose="020B0004020202020204" pitchFamily="34" charset="0"/>
                <a:ea typeface="Aptos" panose="020B0004020202020204" pitchFamily="34" charset="0"/>
                <a:cs typeface="Times New Roman" panose="02020603050405020304" pitchFamily="18" charset="0"/>
              </a:rPr>
              <a:t>The U-shaped customer satisfaction effect | PMI</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(2025). Pmi.org. </a:t>
            </a:r>
            <a:r>
              <a:rPr lang="en-US"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4"/>
              </a:rPr>
              <a:t>https://www.pmi.org/learning/library/u-shaped-customer-satisfaction-effect-4964</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R="0" lvl="0">
              <a:lnSpc>
                <a:spcPct val="115000"/>
              </a:lnSpc>
            </a:pPr>
            <a:r>
              <a:rPr lang="en-US" sz="1800" i="1" kern="100" dirty="0">
                <a:effectLst/>
                <a:latin typeface="Aptos" panose="020B0004020202020204" pitchFamily="34" charset="0"/>
                <a:ea typeface="Aptos" panose="020B0004020202020204" pitchFamily="34" charset="0"/>
                <a:cs typeface="Times New Roman" panose="02020603050405020304" pitchFamily="18" charset="0"/>
              </a:rPr>
              <a:t>Destination automation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(2025). Pmi.org. </a:t>
            </a:r>
            <a:r>
              <a:rPr lang="en-US"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5"/>
              </a:rPr>
              <a:t>https://www.pmi.org/learning/library/project-automation-process-improvement-opportunity-3335</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R="0" lvl="0">
              <a:lnSpc>
                <a:spcPct val="115000"/>
              </a:lnSpc>
            </a:pPr>
            <a:r>
              <a:rPr lang="en-US" sz="1800" i="1" kern="100" dirty="0">
                <a:effectLst/>
                <a:latin typeface="Aptos" panose="020B0004020202020204" pitchFamily="34" charset="0"/>
                <a:ea typeface="Aptos" panose="020B0004020202020204" pitchFamily="34" charset="0"/>
                <a:cs typeface="Times New Roman" panose="02020603050405020304" pitchFamily="18" charset="0"/>
              </a:rPr>
              <a:t>Changing the culture to a customer-centric organization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(2019). Pmi.org. </a:t>
            </a:r>
            <a:r>
              <a:rPr lang="en-US"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6"/>
              </a:rPr>
              <a:t>https://www.pmi.org/learning/library/changing-culture-customer-centric-organization-9339</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R="0" lvl="0">
              <a:lnSpc>
                <a:spcPct val="115000"/>
              </a:lnSpc>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Gainsight. (2025, September 25).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Customer Experience Metrics: The Essential Guide for 2025 | Gainsight Software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Gainsight Software. </a:t>
            </a:r>
            <a:r>
              <a:rPr lang="en-US"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7"/>
              </a:rPr>
              <a:t>https://www.gainsight.com/blog/customer-experience-metrics-the-essential-guide-for-2025/</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R="0" lvl="0">
              <a:lnSpc>
                <a:spcPct val="115000"/>
              </a:lnSpc>
            </a:pPr>
            <a:r>
              <a:rPr lang="en-US" sz="1800" i="1" kern="100" dirty="0">
                <a:effectLst/>
                <a:latin typeface="Aptos" panose="020B0004020202020204" pitchFamily="34" charset="0"/>
                <a:ea typeface="Aptos" panose="020B0004020202020204" pitchFamily="34" charset="0"/>
                <a:cs typeface="Times New Roman" panose="02020603050405020304" pitchFamily="18" charset="0"/>
              </a:rPr>
              <a:t>Martin Newman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(2024). Martinnewman.co.uk. </a:t>
            </a:r>
            <a:r>
              <a:rPr lang="en-US"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8"/>
              </a:rPr>
              <a:t>https://www.martinnewman.co.uk/articles/customer-centricity-roi-analysis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R="0" lvl="0">
              <a:lnSpc>
                <a:spcPct val="115000"/>
              </a:lnSpc>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Han, E. (2022, January 18).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What is design thinking &amp; why is it important?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Harvard Business School Online. </a:t>
            </a:r>
            <a:r>
              <a:rPr lang="en-US"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9"/>
              </a:rPr>
              <a:t>https://online.hbs.edu/blog/post/what-is-design-thinking</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R="0" lvl="0">
              <a:lnSpc>
                <a:spcPct val="115000"/>
              </a:lnSpc>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Dam, R. F. (2016, October 20).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The 5 Stages in the Design Thinking Process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The Interaction Design Foundation;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IxDF</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 Interaction Design Foundation. </a:t>
            </a:r>
            <a:r>
              <a:rPr lang="en-US"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10"/>
              </a:rPr>
              <a:t>https://www.interaction-design.org/literature/article/5-stages-in-the-design-thinking-process?srsltid=AfmBOoq_OOHrz17o9G1NQ_y1udg0SFRcDQeTuIMz9zsJaLPrIl6Od35E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R="0" lvl="0">
              <a:lnSpc>
                <a:spcPct val="115000"/>
              </a:lnSpc>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Mucci, T. (2024, July 23).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What Is Data-Driven Decision-Making? | IBM</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Www.ibm.com. </a:t>
            </a:r>
            <a:r>
              <a:rPr lang="en-US"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11"/>
              </a:rPr>
              <a:t>https://www.ibm.com/think/topics/data-driven-decision-making</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7516914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59170B-0CA1-E844-78A6-1C8157891189}"/>
              </a:ext>
            </a:extLst>
          </p:cNvPr>
          <p:cNvSpPr txBox="1"/>
          <p:nvPr/>
        </p:nvSpPr>
        <p:spPr>
          <a:xfrm>
            <a:off x="0" y="0"/>
            <a:ext cx="12192000" cy="1669368"/>
          </a:xfrm>
          <a:prstGeom prst="rect">
            <a:avLst/>
          </a:prstGeom>
          <a:noFill/>
        </p:spPr>
        <p:txBody>
          <a:bodyPr wrap="square">
            <a:spAutoFit/>
          </a:bodyPr>
          <a:lstStyle/>
          <a:p>
            <a:pPr marR="0" lvl="0">
              <a:lnSpc>
                <a:spcPct val="115000"/>
              </a:lnSpc>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Asana. (2022, October 3).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Data-Driven Decision Making: A Beginner’s Guide • Asana</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Asana. </a:t>
            </a:r>
            <a:r>
              <a:rPr lang="en-US"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2"/>
              </a:rPr>
              <a:t>https://asana.com/resources/data-driven-decision-making</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R="0" lvl="0">
              <a:lnSpc>
                <a:spcPct val="115000"/>
              </a:lnSpc>
              <a:spcAft>
                <a:spcPts val="800"/>
              </a:spcAft>
            </a:pP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Periathiruvadi</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G. (2024, September 3). Council Post: Unlocking Success: The Power Of Data-Driven Decision-Making.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Forbes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3"/>
              </a:rPr>
              <a:t>https://www.forbes.com/councils/forbesfinancecouncil/2024/09/03/unlocking-success-the-power-of-data-driven-decision-making/</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p:txBody>
      </p:sp>
      <p:sp>
        <p:nvSpPr>
          <p:cNvPr id="5" name="TextBox 4">
            <a:extLst>
              <a:ext uri="{FF2B5EF4-FFF2-40B4-BE49-F238E27FC236}">
                <a16:creationId xmlns:a16="http://schemas.microsoft.com/office/drawing/2014/main" id="{10A15595-8F57-EFB4-3475-E6849CC29D08}"/>
              </a:ext>
            </a:extLst>
          </p:cNvPr>
          <p:cNvSpPr txBox="1"/>
          <p:nvPr/>
        </p:nvSpPr>
        <p:spPr>
          <a:xfrm>
            <a:off x="0" y="1669368"/>
            <a:ext cx="12192000" cy="3416320"/>
          </a:xfrm>
          <a:prstGeom prst="rect">
            <a:avLst/>
          </a:prstGeom>
          <a:noFill/>
        </p:spPr>
        <p:txBody>
          <a:bodyPr wrap="square">
            <a:spAutoFit/>
          </a:bodyPr>
          <a:lstStyle/>
          <a:p>
            <a:pPr lvl="0"/>
            <a:r>
              <a:rPr lang="en-US" dirty="0"/>
              <a:t>Hendershot, S. (2024). </a:t>
            </a:r>
            <a:r>
              <a:rPr lang="en-US" i="1" dirty="0"/>
              <a:t>Cognitive Care</a:t>
            </a:r>
            <a:r>
              <a:rPr lang="en-US" dirty="0"/>
              <a:t>. Pmi.org. </a:t>
            </a:r>
            <a:r>
              <a:rPr lang="en-US" u="sng" dirty="0">
                <a:hlinkClick r:id="rId4"/>
              </a:rPr>
              <a:t>https://www.pmi.org/learning/library/healthcare-organizations-artificial-intelligence-decisions-data-privacy-risks-11414</a:t>
            </a:r>
            <a:endParaRPr lang="en-US" dirty="0"/>
          </a:p>
          <a:p>
            <a:pPr lvl="0"/>
            <a:r>
              <a:rPr lang="en-US" i="1" dirty="0"/>
              <a:t>AI @ Work: New Projects, New Thinking</a:t>
            </a:r>
            <a:r>
              <a:rPr lang="en-US" dirty="0"/>
              <a:t>. (2024). Pmi.org. </a:t>
            </a:r>
            <a:r>
              <a:rPr lang="en-US" u="sng" dirty="0">
                <a:hlinkClick r:id="rId5"/>
              </a:rPr>
              <a:t>https://www.pmi.org/learning/thought-leadership/pulse/ai-at-work-new-projects-new-thinking</a:t>
            </a:r>
            <a:endParaRPr lang="en-US" dirty="0"/>
          </a:p>
          <a:p>
            <a:pPr lvl="0"/>
            <a:r>
              <a:rPr lang="en-US" i="1" dirty="0"/>
              <a:t>Risk Management Plan Template - Project Management Docs</a:t>
            </a:r>
            <a:r>
              <a:rPr lang="en-US" dirty="0"/>
              <a:t>. (2018). Project Management Docs. </a:t>
            </a:r>
            <a:r>
              <a:rPr lang="en-US" u="sng" dirty="0">
                <a:hlinkClick r:id="rId6"/>
              </a:rPr>
              <a:t>https://www.projectmanagementdocs.com/template/project-planning/risk-management-plan/</a:t>
            </a:r>
            <a:endParaRPr lang="en-US" dirty="0"/>
          </a:p>
          <a:p>
            <a:pPr lvl="0"/>
            <a:r>
              <a:rPr lang="en-US" i="1" dirty="0"/>
              <a:t>IBM Guardium AI Security</a:t>
            </a:r>
            <a:r>
              <a:rPr lang="en-US" dirty="0"/>
              <a:t>. (2024, October 22). Ibm.com. </a:t>
            </a:r>
            <a:r>
              <a:rPr lang="en-US" u="sng" dirty="0">
                <a:hlinkClick r:id="rId7"/>
              </a:rPr>
              <a:t>https://www.ibm.com/products/guardium-ai-security?utm_content=SRCWW&amp;p1=Search&amp;p4=371660502845&amp;p5=e&amp;p9=191953456287&amp;gad_source=1&amp;gad_campaignid=21987974108&amp;gbraid=0AAAAAD-_QsTNDlYVqD2_xmFzquebGZm5E&amp;gclid=EAIaIQobChMIq66soYqfkQMVnx-tBh0EUgRHEAAYASAAEgLatPD_BwE&amp;gclsrc=aw.ds</a:t>
            </a:r>
            <a:endParaRPr lang="en-US" dirty="0"/>
          </a:p>
          <a:p>
            <a:pPr lvl="0"/>
            <a:r>
              <a:rPr lang="en-US" dirty="0"/>
              <a:t>National Institute of Standards and Technology. (2023, July 12). </a:t>
            </a:r>
            <a:r>
              <a:rPr lang="en-US" i="1" dirty="0"/>
              <a:t>AI Risk Management Framework</a:t>
            </a:r>
            <a:r>
              <a:rPr lang="en-US" dirty="0"/>
              <a:t>. NIST. </a:t>
            </a:r>
            <a:r>
              <a:rPr lang="en-US" u="sng" dirty="0">
                <a:hlinkClick r:id="rId8"/>
              </a:rPr>
              <a:t>https://www.nist.gov/itl/ai-risk-management-framework</a:t>
            </a:r>
            <a:endParaRPr lang="en-US" dirty="0"/>
          </a:p>
        </p:txBody>
      </p:sp>
      <p:sp>
        <p:nvSpPr>
          <p:cNvPr id="7" name="TextBox 6">
            <a:extLst>
              <a:ext uri="{FF2B5EF4-FFF2-40B4-BE49-F238E27FC236}">
                <a16:creationId xmlns:a16="http://schemas.microsoft.com/office/drawing/2014/main" id="{B73C2D57-1310-1323-EDEC-3BB88FA7C452}"/>
              </a:ext>
            </a:extLst>
          </p:cNvPr>
          <p:cNvSpPr txBox="1"/>
          <p:nvPr/>
        </p:nvSpPr>
        <p:spPr>
          <a:xfrm>
            <a:off x="0" y="5085688"/>
            <a:ext cx="12192000" cy="1477328"/>
          </a:xfrm>
          <a:prstGeom prst="rect">
            <a:avLst/>
          </a:prstGeom>
          <a:noFill/>
        </p:spPr>
        <p:txBody>
          <a:bodyPr wrap="square">
            <a:spAutoFit/>
          </a:bodyPr>
          <a:lstStyle/>
          <a:p>
            <a:pPr lvl="0"/>
            <a:r>
              <a:rPr lang="en-US" dirty="0"/>
              <a:t>Badman, A. (2024, June 20). </a:t>
            </a:r>
            <a:r>
              <a:rPr lang="en-US" i="1" dirty="0"/>
              <a:t>AI risk management</a:t>
            </a:r>
            <a:r>
              <a:rPr lang="en-US" dirty="0"/>
              <a:t>. Ibm.com. </a:t>
            </a:r>
            <a:r>
              <a:rPr lang="en-US" u="sng" dirty="0">
                <a:hlinkClick r:id="rId9"/>
              </a:rPr>
              <a:t>https://www.ibm.com/think/insights/ai-risk-management</a:t>
            </a:r>
            <a:endParaRPr lang="en-US" dirty="0"/>
          </a:p>
          <a:p>
            <a:pPr lvl="0"/>
            <a:r>
              <a:rPr lang="en-US" dirty="0" err="1"/>
              <a:t>Gomstyn</a:t>
            </a:r>
            <a:r>
              <a:rPr lang="en-US" dirty="0"/>
              <a:t>, A., &amp; Jonker, A. (2024, September 30). </a:t>
            </a:r>
            <a:r>
              <a:rPr lang="en-US" i="1" dirty="0"/>
              <a:t>Exploring privacy issues in the age of AI</a:t>
            </a:r>
            <a:r>
              <a:rPr lang="en-US" dirty="0"/>
              <a:t>. IBM. </a:t>
            </a:r>
            <a:r>
              <a:rPr lang="en-US" u="sng" dirty="0">
                <a:hlinkClick r:id="rId10"/>
              </a:rPr>
              <a:t>https://www.ibm.com/think/insights/ai-privacy</a:t>
            </a:r>
            <a:endParaRPr lang="en-US" dirty="0"/>
          </a:p>
          <a:p>
            <a:pPr lvl="0"/>
            <a:r>
              <a:rPr lang="en-US" dirty="0"/>
              <a:t>Miller, K. (2024, March 18). </a:t>
            </a:r>
            <a:r>
              <a:rPr lang="en-US" i="1" dirty="0"/>
              <a:t>Privacy in an AI Era: How Do We Protect Our Personal Information?</a:t>
            </a:r>
            <a:r>
              <a:rPr lang="en-US" dirty="0"/>
              <a:t> Hai.stanford.edu; Stanford University. </a:t>
            </a:r>
            <a:r>
              <a:rPr lang="en-US" u="sng" dirty="0">
                <a:hlinkClick r:id="rId11"/>
              </a:rPr>
              <a:t>https://hai.stanford.edu/news/privacy-ai-era-how-do-we-protect-our-personal-information</a:t>
            </a:r>
            <a:endParaRPr lang="en-US" dirty="0"/>
          </a:p>
        </p:txBody>
      </p:sp>
    </p:spTree>
    <p:extLst>
      <p:ext uri="{BB962C8B-B14F-4D97-AF65-F5344CB8AC3E}">
        <p14:creationId xmlns:p14="http://schemas.microsoft.com/office/powerpoint/2010/main" val="36047239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B757A5-C4B9-4CC2-A46B-D9908B3266FF}"/>
              </a:ext>
            </a:extLst>
          </p:cNvPr>
          <p:cNvSpPr txBox="1"/>
          <p:nvPr/>
        </p:nvSpPr>
        <p:spPr>
          <a:xfrm>
            <a:off x="0" y="0"/>
            <a:ext cx="12192000" cy="2308324"/>
          </a:xfrm>
          <a:prstGeom prst="rect">
            <a:avLst/>
          </a:prstGeom>
          <a:noFill/>
        </p:spPr>
        <p:txBody>
          <a:bodyPr wrap="square">
            <a:spAutoFit/>
          </a:bodyPr>
          <a:lstStyle/>
          <a:p>
            <a:pPr lvl="0"/>
            <a:r>
              <a:rPr lang="en-US" i="1" dirty="0"/>
              <a:t>Application Vulnerability Management - IBM Concert</a:t>
            </a:r>
            <a:r>
              <a:rPr lang="en-US" dirty="0"/>
              <a:t>. (2016). Ibm.com. </a:t>
            </a:r>
            <a:r>
              <a:rPr lang="en-US" u="sng" dirty="0">
                <a:hlinkClick r:id="rId2"/>
              </a:rPr>
              <a:t>https://www.ibm.com/products/concert/application-vulnerability-management?utm_content=SRCWW&amp;p1=Search&amp;p4=2314342596421&amp;p5=p&amp;p9=166894568810&amp;gad_source=1&amp;gad_campaignid=21985112073&amp;gbraid=0AAAAAD-_QsQHhwZrnPXykxqm1DYkBJRPw&amp;gclid=EAIaIQobChMIosu3pY2fkQMV7jnUAR0riBrrEAAYAyAAEgLjx_D_BwE&amp;gclsrc=aw.ds</a:t>
            </a:r>
            <a:endParaRPr lang="en-US" dirty="0"/>
          </a:p>
          <a:p>
            <a:pPr lvl="0"/>
            <a:r>
              <a:rPr lang="en-US" dirty="0"/>
              <a:t>McGrath, A., &amp; Jonker, A. (2024, September 27). </a:t>
            </a:r>
            <a:r>
              <a:rPr lang="en-US" i="1" dirty="0"/>
              <a:t>AI interpretability</a:t>
            </a:r>
            <a:r>
              <a:rPr lang="en-US" dirty="0"/>
              <a:t>. Ibm.com. </a:t>
            </a:r>
            <a:r>
              <a:rPr lang="en-US" u="sng" dirty="0">
                <a:hlinkClick r:id="rId3"/>
              </a:rPr>
              <a:t>https://www.ibm.com/think/topics/interpretability</a:t>
            </a:r>
            <a:endParaRPr lang="en-US" dirty="0"/>
          </a:p>
        </p:txBody>
      </p:sp>
      <p:sp>
        <p:nvSpPr>
          <p:cNvPr id="5" name="TextBox 4">
            <a:extLst>
              <a:ext uri="{FF2B5EF4-FFF2-40B4-BE49-F238E27FC236}">
                <a16:creationId xmlns:a16="http://schemas.microsoft.com/office/drawing/2014/main" id="{0A349713-8734-8B6C-6C80-25DF12E145F9}"/>
              </a:ext>
            </a:extLst>
          </p:cNvPr>
          <p:cNvSpPr txBox="1"/>
          <p:nvPr/>
        </p:nvSpPr>
        <p:spPr>
          <a:xfrm>
            <a:off x="-44450" y="2308324"/>
            <a:ext cx="12192000" cy="3139321"/>
          </a:xfrm>
          <a:prstGeom prst="rect">
            <a:avLst/>
          </a:prstGeom>
          <a:noFill/>
        </p:spPr>
        <p:txBody>
          <a:bodyPr wrap="square">
            <a:spAutoFit/>
          </a:bodyPr>
          <a:lstStyle/>
          <a:p>
            <a:pPr lvl="0"/>
            <a:r>
              <a:rPr lang="en-US" i="1" dirty="0"/>
              <a:t>Explainable vs. Interpretable Artificial Intelligence | Splunk</a:t>
            </a:r>
            <a:r>
              <a:rPr lang="en-US" dirty="0"/>
              <a:t>. (2024). Splunk. </a:t>
            </a:r>
            <a:r>
              <a:rPr lang="en-US" u="sng" dirty="0">
                <a:hlinkClick r:id="rId4"/>
              </a:rPr>
              <a:t>https://www.splunk.com/en_us/blog/learn/explainability-vs-interpretability.html</a:t>
            </a:r>
            <a:endParaRPr lang="en-US" dirty="0"/>
          </a:p>
          <a:p>
            <a:pPr lvl="0"/>
            <a:r>
              <a:rPr lang="en-US" i="1" dirty="0"/>
              <a:t>AI Risk Management: A Comprehensive Guide 101</a:t>
            </a:r>
            <a:r>
              <a:rPr lang="en-US" dirty="0"/>
              <a:t>. (2025). </a:t>
            </a:r>
            <a:r>
              <a:rPr lang="en-US" dirty="0" err="1"/>
              <a:t>SentinelOne</a:t>
            </a:r>
            <a:r>
              <a:rPr lang="en-US" dirty="0"/>
              <a:t>. </a:t>
            </a:r>
            <a:r>
              <a:rPr lang="en-US" u="sng" dirty="0">
                <a:hlinkClick r:id="rId5"/>
              </a:rPr>
              <a:t>https://www.sentinelone.com/cybersecurity-101/cybersecurity/ai-risk-management/</a:t>
            </a:r>
            <a:endParaRPr lang="en-US" dirty="0"/>
          </a:p>
          <a:p>
            <a:pPr lvl="0"/>
            <a:r>
              <a:rPr lang="en-US" dirty="0"/>
              <a:t>Katta, S. (2024, August). </a:t>
            </a:r>
            <a:r>
              <a:rPr lang="en-US" i="1" dirty="0"/>
              <a:t>Enterprise AI and Legacy Systems: A Double-Edged Sword on the Path to Modernization</a:t>
            </a:r>
            <a:r>
              <a:rPr lang="en-US" dirty="0"/>
              <a:t>. Medium; Snowflake Builders Blog: Data Engineers, App Developers, AI/ML, &amp; Data Science. </a:t>
            </a:r>
            <a:r>
              <a:rPr lang="en-US" u="sng" dirty="0">
                <a:hlinkClick r:id="rId6"/>
              </a:rPr>
              <a:t>https://medium.com/snowflake/enterprise-ai-and-legacy-systems-a-double-edged-sword-on-the-path-to-modernization-9f54e1da1fab</a:t>
            </a:r>
            <a:endParaRPr lang="en-US" dirty="0"/>
          </a:p>
          <a:p>
            <a:pPr lvl="0"/>
            <a:r>
              <a:rPr lang="en-US" dirty="0"/>
              <a:t>Mehrotra, R. (2024, October 13). </a:t>
            </a:r>
            <a:r>
              <a:rPr lang="en-US" i="1" dirty="0"/>
              <a:t>Integrating AI with Existing Systems: Ensuring Data Compatibility and Quality for Seamless Implementation</a:t>
            </a:r>
            <a:r>
              <a:rPr lang="en-US" dirty="0"/>
              <a:t>. Linkedin.com. </a:t>
            </a:r>
            <a:r>
              <a:rPr lang="en-US" u="sng" dirty="0">
                <a:hlinkClick r:id="rId7"/>
              </a:rPr>
              <a:t>https://www.linkedin.com/pulse/integrating-ai-existing-systems-ensuring-data-quality-ravi-mehrotra-lxzec/</a:t>
            </a:r>
            <a:endParaRPr lang="en-US" dirty="0"/>
          </a:p>
        </p:txBody>
      </p:sp>
    </p:spTree>
    <p:extLst>
      <p:ext uri="{BB962C8B-B14F-4D97-AF65-F5344CB8AC3E}">
        <p14:creationId xmlns:p14="http://schemas.microsoft.com/office/powerpoint/2010/main" val="1859828153"/>
      </p:ext>
    </p:extLst>
  </p:cSld>
  <p:clrMapOvr>
    <a:masterClrMapping/>
  </p:clrMapOvr>
</p:sld>
</file>

<file path=ppt/theme/theme1.xml><?xml version="1.0" encoding="utf-8"?>
<a:theme xmlns:a="http://schemas.openxmlformats.org/drawingml/2006/main" name="Office Them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869</TotalTime>
  <Words>7912</Words>
  <Application>Microsoft Office PowerPoint</Application>
  <PresentationFormat>Widescreen</PresentationFormat>
  <Paragraphs>746</Paragraphs>
  <Slides>65</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65</vt:i4>
      </vt:variant>
    </vt:vector>
  </HeadingPairs>
  <TitlesOfParts>
    <vt:vector size="70" baseType="lpstr">
      <vt:lpstr>Aptos</vt:lpstr>
      <vt:lpstr>Aptos Display</vt:lpstr>
      <vt:lpstr>Arial</vt:lpstr>
      <vt:lpstr>Calibri</vt:lpstr>
      <vt:lpstr>Office Theme</vt:lpstr>
      <vt:lpstr>Revolutionizing E-Commerce: eBizTech's Ambitious Platform Upgrade</vt:lpstr>
      <vt:lpstr>Agenda</vt:lpstr>
      <vt:lpstr>Background</vt:lpstr>
      <vt:lpstr>Background</vt:lpstr>
      <vt:lpstr>Methodologies and Tools</vt:lpstr>
      <vt:lpstr>Project Management Methods</vt:lpstr>
      <vt:lpstr>Human Centered Design</vt:lpstr>
      <vt:lpstr>AI Tools</vt:lpstr>
      <vt:lpstr>Impact on PM Role</vt:lpstr>
      <vt:lpstr>Project Management Challenges</vt:lpstr>
      <vt:lpstr>Background</vt:lpstr>
      <vt:lpstr>Assessing Existing Processes</vt:lpstr>
      <vt:lpstr>Assessing Existing Processes</vt:lpstr>
      <vt:lpstr>The Critical Path</vt:lpstr>
      <vt:lpstr>Identifying Automation Opportunities</vt:lpstr>
      <vt:lpstr>Benefits of CI/CD</vt:lpstr>
      <vt:lpstr>Selecting CI/CD Technologies and Tools</vt:lpstr>
      <vt:lpstr>Ensuring Compatibility</vt:lpstr>
      <vt:lpstr>Process Mapping</vt:lpstr>
      <vt:lpstr>Risk Management Strategies</vt:lpstr>
      <vt:lpstr>Introduction</vt:lpstr>
      <vt:lpstr>Risk Identification </vt:lpstr>
      <vt:lpstr>Risk Identification</vt:lpstr>
      <vt:lpstr>Top Three Risks</vt:lpstr>
      <vt:lpstr>Risk Management Approach</vt:lpstr>
      <vt:lpstr>Risk Qualification and Prioritization</vt:lpstr>
      <vt:lpstr>Probability-Impact Matrix</vt:lpstr>
      <vt:lpstr>Probability-Impact Matrix</vt:lpstr>
      <vt:lpstr>Monitoring and Review</vt:lpstr>
      <vt:lpstr>Risk Monitoring</vt:lpstr>
      <vt:lpstr>Risk Mitigation</vt:lpstr>
      <vt:lpstr>PowerPoint Presentation</vt:lpstr>
      <vt:lpstr>Data Driven Decisions</vt:lpstr>
      <vt:lpstr>Data-Driven Solutions</vt:lpstr>
      <vt:lpstr>Customer Centric Approaches</vt:lpstr>
      <vt:lpstr>Current Project Status</vt:lpstr>
      <vt:lpstr>Customer Centric Metrics</vt:lpstr>
      <vt:lpstr>CCM Analysis</vt:lpstr>
      <vt:lpstr>CCM Analysis</vt:lpstr>
      <vt:lpstr>The Metrics</vt:lpstr>
      <vt:lpstr>Concerning Areas</vt:lpstr>
      <vt:lpstr>Design Thinking Approach</vt:lpstr>
      <vt:lpstr>Design Thinking Approach</vt:lpstr>
      <vt:lpstr>Design Thinking Approach</vt:lpstr>
      <vt:lpstr>Design Thinking Approach</vt:lpstr>
      <vt:lpstr>AI integration and Ethical Considerations</vt:lpstr>
      <vt:lpstr>R1 – Data Privacy</vt:lpstr>
      <vt:lpstr>R2 – Algorithm Behavior</vt:lpstr>
      <vt:lpstr>R3 – Integration Complexity</vt:lpstr>
      <vt:lpstr>Ethics of AI</vt:lpstr>
      <vt:lpstr>Conclusion</vt:lpstr>
      <vt:lpstr>Conclusion and Recommendations</vt:lpstr>
      <vt:lpstr> Mitigation Steps</vt:lpstr>
      <vt:lpstr>Predicted Results and Next Steps</vt:lpstr>
      <vt:lpstr>Additional Recommendations</vt:lpstr>
      <vt:lpstr>Summary</vt:lpstr>
      <vt:lpstr>Bibliography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Jeffrey Moe</dc:creator>
  <cp:lastModifiedBy>Jeffrey Moe</cp:lastModifiedBy>
  <cp:revision>1</cp:revision>
  <dcterms:created xsi:type="dcterms:W3CDTF">2025-12-09T14:11:21Z</dcterms:created>
  <dcterms:modified xsi:type="dcterms:W3CDTF">2025-12-12T17:10:44Z</dcterms:modified>
</cp:coreProperties>
</file>