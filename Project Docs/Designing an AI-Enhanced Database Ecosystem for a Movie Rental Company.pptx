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7" r:id="rId3"/>
    <p:sldId id="259" r:id="rId4"/>
    <p:sldId id="258" r:id="rId5"/>
    <p:sldId id="260" r:id="rId6"/>
    <p:sldId id="261" r:id="rId7"/>
    <p:sldId id="262" r:id="rId8"/>
    <p:sldId id="264" r:id="rId9"/>
    <p:sldId id="263" r:id="rId10"/>
    <p:sldId id="266" r:id="rId11"/>
    <p:sldId id="267" r:id="rId12"/>
    <p:sldId id="269" r:id="rId13"/>
    <p:sldId id="270" r:id="rId14"/>
    <p:sldId id="271" r:id="rId15"/>
    <p:sldId id="272" r:id="rId16"/>
    <p:sldId id="274" r:id="rId17"/>
    <p:sldId id="275" r:id="rId18"/>
    <p:sldId id="276" r:id="rId19"/>
    <p:sldId id="278" r:id="rId20"/>
    <p:sldId id="277" r:id="rId21"/>
    <p:sldId id="279" r:id="rId22"/>
    <p:sldId id="280" r:id="rId23"/>
    <p:sldId id="281" r:id="rId24"/>
    <p:sldId id="282" r:id="rId25"/>
    <p:sldId id="283" r:id="rId26"/>
    <p:sldId id="284" r:id="rId27"/>
    <p:sldId id="285" r:id="rId28"/>
    <p:sldId id="287" r:id="rId29"/>
    <p:sldId id="288" r:id="rId30"/>
    <p:sldId id="289" r:id="rId31"/>
    <p:sldId id="290" r:id="rId32"/>
    <p:sldId id="291" r:id="rId33"/>
    <p:sldId id="292" r:id="rId34"/>
    <p:sldId id="294" r:id="rId35"/>
    <p:sldId id="295" r:id="rId36"/>
    <p:sldId id="296" r:id="rId37"/>
    <p:sldId id="293" r:id="rId38"/>
    <p:sldId id="265" r:id="rId39"/>
    <p:sldId id="268" r:id="rId40"/>
    <p:sldId id="286"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D0A25-106F-48A6-9875-84ECC065296E}" v="85" dt="2025-06-23T03:09:20.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oe" userId="495852c6-9817-4bbb-9162-b2e8ad79383d" providerId="ADAL" clId="{29FD0A25-106F-48A6-9875-84ECC065296E}"/>
    <pc:docChg chg="undo redo custSel addSld delSld modSld">
      <pc:chgData name="Jeffrey Moe" userId="495852c6-9817-4bbb-9162-b2e8ad79383d" providerId="ADAL" clId="{29FD0A25-106F-48A6-9875-84ECC065296E}" dt="2025-06-23T03:09:25.301" v="18638" actId="20577"/>
      <pc:docMkLst>
        <pc:docMk/>
      </pc:docMkLst>
      <pc:sldChg chg="modSp mod">
        <pc:chgData name="Jeffrey Moe" userId="495852c6-9817-4bbb-9162-b2e8ad79383d" providerId="ADAL" clId="{29FD0A25-106F-48A6-9875-84ECC065296E}" dt="2025-06-16T22:55:45.522" v="982" actId="404"/>
        <pc:sldMkLst>
          <pc:docMk/>
          <pc:sldMk cId="1401597358" sldId="256"/>
        </pc:sldMkLst>
        <pc:spChg chg="mod">
          <ac:chgData name="Jeffrey Moe" userId="495852c6-9817-4bbb-9162-b2e8ad79383d" providerId="ADAL" clId="{29FD0A25-106F-48A6-9875-84ECC065296E}" dt="2025-06-16T22:55:45.522" v="982" actId="404"/>
          <ac:spMkLst>
            <pc:docMk/>
            <pc:sldMk cId="1401597358" sldId="256"/>
            <ac:spMk id="2" creationId="{822636FF-52C3-D853-9F61-B040E17381D6}"/>
          </ac:spMkLst>
        </pc:spChg>
        <pc:spChg chg="mod">
          <ac:chgData name="Jeffrey Moe" userId="495852c6-9817-4bbb-9162-b2e8ad79383d" providerId="ADAL" clId="{29FD0A25-106F-48A6-9875-84ECC065296E}" dt="2025-06-16T22:55:35.450" v="977"/>
          <ac:spMkLst>
            <pc:docMk/>
            <pc:sldMk cId="1401597358" sldId="256"/>
            <ac:spMk id="3" creationId="{5A44BDE5-E852-1B2F-C8E6-11B319DA6048}"/>
          </ac:spMkLst>
        </pc:spChg>
      </pc:sldChg>
      <pc:sldChg chg="addSp delSp modSp mod setBg">
        <pc:chgData name="Jeffrey Moe" userId="495852c6-9817-4bbb-9162-b2e8ad79383d" providerId="ADAL" clId="{29FD0A25-106F-48A6-9875-84ECC065296E}" dt="2025-06-16T22:56:02.861" v="983" actId="26606"/>
        <pc:sldMkLst>
          <pc:docMk/>
          <pc:sldMk cId="230677013" sldId="257"/>
        </pc:sldMkLst>
        <pc:spChg chg="mod">
          <ac:chgData name="Jeffrey Moe" userId="495852c6-9817-4bbb-9162-b2e8ad79383d" providerId="ADAL" clId="{29FD0A25-106F-48A6-9875-84ECC065296E}" dt="2025-06-16T22:56:02.861" v="983" actId="26606"/>
          <ac:spMkLst>
            <pc:docMk/>
            <pc:sldMk cId="230677013" sldId="257"/>
            <ac:spMk id="2" creationId="{BF653668-5235-6C0F-DA1D-8218F3022889}"/>
          </ac:spMkLst>
        </pc:spChg>
        <pc:spChg chg="add">
          <ac:chgData name="Jeffrey Moe" userId="495852c6-9817-4bbb-9162-b2e8ad79383d" providerId="ADAL" clId="{29FD0A25-106F-48A6-9875-84ECC065296E}" dt="2025-06-16T22:56:02.861" v="983" actId="26606"/>
          <ac:spMkLst>
            <pc:docMk/>
            <pc:sldMk cId="230677013" sldId="257"/>
            <ac:spMk id="11" creationId="{F88A5712-2FE0-4DD4-BDC6-099EA378A050}"/>
          </ac:spMkLst>
        </pc:spChg>
        <pc:spChg chg="add">
          <ac:chgData name="Jeffrey Moe" userId="495852c6-9817-4bbb-9162-b2e8ad79383d" providerId="ADAL" clId="{29FD0A25-106F-48A6-9875-84ECC065296E}" dt="2025-06-16T22:56:02.861" v="983" actId="26606"/>
          <ac:spMkLst>
            <pc:docMk/>
            <pc:sldMk cId="230677013" sldId="257"/>
            <ac:spMk id="13" creationId="{448E5503-E0F8-4B94-81A3-B1FA57623E0F}"/>
          </ac:spMkLst>
        </pc:spChg>
        <pc:spChg chg="add">
          <ac:chgData name="Jeffrey Moe" userId="495852c6-9817-4bbb-9162-b2e8ad79383d" providerId="ADAL" clId="{29FD0A25-106F-48A6-9875-84ECC065296E}" dt="2025-06-16T22:56:02.861" v="983" actId="26606"/>
          <ac:spMkLst>
            <pc:docMk/>
            <pc:sldMk cId="230677013" sldId="257"/>
            <ac:spMk id="15" creationId="{CE54F896-85E7-4403-9E37-1B004731F8C9}"/>
          </ac:spMkLst>
        </pc:spChg>
        <pc:graphicFrameChg chg="add">
          <ac:chgData name="Jeffrey Moe" userId="495852c6-9817-4bbb-9162-b2e8ad79383d" providerId="ADAL" clId="{29FD0A25-106F-48A6-9875-84ECC065296E}" dt="2025-06-16T22:56:02.861" v="983" actId="26606"/>
          <ac:graphicFrameMkLst>
            <pc:docMk/>
            <pc:sldMk cId="230677013" sldId="257"/>
            <ac:graphicFrameMk id="5" creationId="{D408F79B-69DC-1BA0-FCA4-54985DD826BC}"/>
          </ac:graphicFrameMkLst>
        </pc:graphicFrameChg>
        <pc:picChg chg="add">
          <ac:chgData name="Jeffrey Moe" userId="495852c6-9817-4bbb-9162-b2e8ad79383d" providerId="ADAL" clId="{29FD0A25-106F-48A6-9875-84ECC065296E}" dt="2025-06-16T22:56:02.861" v="983" actId="26606"/>
          <ac:picMkLst>
            <pc:docMk/>
            <pc:sldMk cId="230677013" sldId="257"/>
            <ac:picMk id="9" creationId="{90A9C49B-76D8-4E9B-B430-D1ADF40F1CF8}"/>
          </ac:picMkLst>
        </pc:picChg>
      </pc:sldChg>
      <pc:sldChg chg="addSp delSp modSp mod setBg modNotesTx">
        <pc:chgData name="Jeffrey Moe" userId="495852c6-9817-4bbb-9162-b2e8ad79383d" providerId="ADAL" clId="{29FD0A25-106F-48A6-9875-84ECC065296E}" dt="2025-06-23T02:52:30.529" v="16220" actId="20577"/>
        <pc:sldMkLst>
          <pc:docMk/>
          <pc:sldMk cId="3152525720" sldId="258"/>
        </pc:sldMkLst>
        <pc:spChg chg="mod">
          <ac:chgData name="Jeffrey Moe" userId="495852c6-9817-4bbb-9162-b2e8ad79383d" providerId="ADAL" clId="{29FD0A25-106F-48A6-9875-84ECC065296E}" dt="2025-06-16T22:56:56.951" v="989" actId="26606"/>
          <ac:spMkLst>
            <pc:docMk/>
            <pc:sldMk cId="3152525720" sldId="258"/>
            <ac:spMk id="2" creationId="{798031E5-96F0-E7A4-668D-0D493FB8E718}"/>
          </ac:spMkLst>
        </pc:spChg>
        <pc:spChg chg="add del mod">
          <ac:chgData name="Jeffrey Moe" userId="495852c6-9817-4bbb-9162-b2e8ad79383d" providerId="ADAL" clId="{29FD0A25-106F-48A6-9875-84ECC065296E}" dt="2025-06-16T22:57:17.793" v="1000" actId="27636"/>
          <ac:spMkLst>
            <pc:docMk/>
            <pc:sldMk cId="3152525720" sldId="258"/>
            <ac:spMk id="3" creationId="{1B5C406F-FA58-5099-9133-00CC06B31CBE}"/>
          </ac:spMkLst>
        </pc:spChg>
        <pc:spChg chg="add">
          <ac:chgData name="Jeffrey Moe" userId="495852c6-9817-4bbb-9162-b2e8ad79383d" providerId="ADAL" clId="{29FD0A25-106F-48A6-9875-84ECC065296E}" dt="2025-06-16T22:56:56.951" v="989" actId="26606"/>
          <ac:spMkLst>
            <pc:docMk/>
            <pc:sldMk cId="3152525720" sldId="258"/>
            <ac:spMk id="12" creationId="{8492A138-EC4F-4F03-B497-EBDF2443FC09}"/>
          </ac:spMkLst>
        </pc:spChg>
        <pc:picChg chg="add">
          <ac:chgData name="Jeffrey Moe" userId="495852c6-9817-4bbb-9162-b2e8ad79383d" providerId="ADAL" clId="{29FD0A25-106F-48A6-9875-84ECC065296E}" dt="2025-06-16T22:56:56.951" v="989" actId="26606"/>
          <ac:picMkLst>
            <pc:docMk/>
            <pc:sldMk cId="3152525720" sldId="258"/>
            <ac:picMk id="13" creationId="{A5433E7B-B647-7647-D2A2-DA4EBC58FD25}"/>
          </ac:picMkLst>
        </pc:picChg>
      </pc:sldChg>
      <pc:sldChg chg="addSp modSp mod setBg">
        <pc:chgData name="Jeffrey Moe" userId="495852c6-9817-4bbb-9162-b2e8ad79383d" providerId="ADAL" clId="{29FD0A25-106F-48A6-9875-84ECC065296E}" dt="2025-06-16T22:56:22.094" v="984" actId="26606"/>
        <pc:sldMkLst>
          <pc:docMk/>
          <pc:sldMk cId="1335470116" sldId="259"/>
        </pc:sldMkLst>
        <pc:spChg chg="mod">
          <ac:chgData name="Jeffrey Moe" userId="495852c6-9817-4bbb-9162-b2e8ad79383d" providerId="ADAL" clId="{29FD0A25-106F-48A6-9875-84ECC065296E}" dt="2025-06-16T22:56:22.094" v="984" actId="26606"/>
          <ac:spMkLst>
            <pc:docMk/>
            <pc:sldMk cId="1335470116" sldId="259"/>
            <ac:spMk id="2" creationId="{2447D77B-F611-A613-7BAC-6BAD970ABFEE}"/>
          </ac:spMkLst>
        </pc:spChg>
        <pc:spChg chg="mod">
          <ac:chgData name="Jeffrey Moe" userId="495852c6-9817-4bbb-9162-b2e8ad79383d" providerId="ADAL" clId="{29FD0A25-106F-48A6-9875-84ECC065296E}" dt="2025-06-16T22:56:22.094" v="984" actId="26606"/>
          <ac:spMkLst>
            <pc:docMk/>
            <pc:sldMk cId="1335470116" sldId="259"/>
            <ac:spMk id="3" creationId="{CA1FE62D-95F6-700C-BCA3-EE1B4F8FEF3D}"/>
          </ac:spMkLst>
        </pc:spChg>
        <pc:spChg chg="add">
          <ac:chgData name="Jeffrey Moe" userId="495852c6-9817-4bbb-9162-b2e8ad79383d" providerId="ADAL" clId="{29FD0A25-106F-48A6-9875-84ECC065296E}" dt="2025-06-16T22:56:22.094" v="984" actId="26606"/>
          <ac:spMkLst>
            <pc:docMk/>
            <pc:sldMk cId="1335470116" sldId="259"/>
            <ac:spMk id="12" creationId="{70BE0118-665B-49AC-8ED9-B29C009CED13}"/>
          </ac:spMkLst>
        </pc:spChg>
        <pc:spChg chg="add">
          <ac:chgData name="Jeffrey Moe" userId="495852c6-9817-4bbb-9162-b2e8ad79383d" providerId="ADAL" clId="{29FD0A25-106F-48A6-9875-84ECC065296E}" dt="2025-06-16T22:56:22.094" v="984" actId="26606"/>
          <ac:spMkLst>
            <pc:docMk/>
            <pc:sldMk cId="1335470116" sldId="259"/>
            <ac:spMk id="14" creationId="{DB8E4593-3024-4A7B-92FB-8114D72E5751}"/>
          </ac:spMkLst>
        </pc:spChg>
        <pc:spChg chg="add">
          <ac:chgData name="Jeffrey Moe" userId="495852c6-9817-4bbb-9162-b2e8ad79383d" providerId="ADAL" clId="{29FD0A25-106F-48A6-9875-84ECC065296E}" dt="2025-06-16T22:56:22.094" v="984" actId="26606"/>
          <ac:spMkLst>
            <pc:docMk/>
            <pc:sldMk cId="1335470116" sldId="259"/>
            <ac:spMk id="16" creationId="{F72029E6-113E-4A42-8D29-4B796B39B9C5}"/>
          </ac:spMkLst>
        </pc:spChg>
        <pc:spChg chg="add">
          <ac:chgData name="Jeffrey Moe" userId="495852c6-9817-4bbb-9162-b2e8ad79383d" providerId="ADAL" clId="{29FD0A25-106F-48A6-9875-84ECC065296E}" dt="2025-06-16T22:56:22.094" v="984" actId="26606"/>
          <ac:spMkLst>
            <pc:docMk/>
            <pc:sldMk cId="1335470116" sldId="259"/>
            <ac:spMk id="18" creationId="{FBAE6AE5-2B20-46E6-B338-A385BFF09F86}"/>
          </ac:spMkLst>
        </pc:spChg>
        <pc:spChg chg="add">
          <ac:chgData name="Jeffrey Moe" userId="495852c6-9817-4bbb-9162-b2e8ad79383d" providerId="ADAL" clId="{29FD0A25-106F-48A6-9875-84ECC065296E}" dt="2025-06-16T22:56:22.094" v="984" actId="26606"/>
          <ac:spMkLst>
            <pc:docMk/>
            <pc:sldMk cId="1335470116" sldId="259"/>
            <ac:spMk id="20" creationId="{4555B12C-E2CF-448D-918F-96D0958DC632}"/>
          </ac:spMkLst>
        </pc:spChg>
        <pc:picChg chg="add">
          <ac:chgData name="Jeffrey Moe" userId="495852c6-9817-4bbb-9162-b2e8ad79383d" providerId="ADAL" clId="{29FD0A25-106F-48A6-9875-84ECC065296E}" dt="2025-06-16T22:56:22.094" v="984" actId="26606"/>
          <ac:picMkLst>
            <pc:docMk/>
            <pc:sldMk cId="1335470116" sldId="259"/>
            <ac:picMk id="7" creationId="{4AA12B58-81BC-CE77-05FB-4843B9565DB2}"/>
          </ac:picMkLst>
        </pc:picChg>
        <pc:picChg chg="add">
          <ac:chgData name="Jeffrey Moe" userId="495852c6-9817-4bbb-9162-b2e8ad79383d" providerId="ADAL" clId="{29FD0A25-106F-48A6-9875-84ECC065296E}" dt="2025-06-16T22:56:22.094" v="984" actId="26606"/>
          <ac:picMkLst>
            <pc:docMk/>
            <pc:sldMk cId="1335470116" sldId="259"/>
            <ac:picMk id="10" creationId="{576E8DBD-6DBD-4FCB-8FE8-8F0425C0B67E}"/>
          </ac:picMkLst>
        </pc:picChg>
      </pc:sldChg>
      <pc:sldChg chg="addSp delSp modSp new mod setBg modNotesTx">
        <pc:chgData name="Jeffrey Moe" userId="495852c6-9817-4bbb-9162-b2e8ad79383d" providerId="ADAL" clId="{29FD0A25-106F-48A6-9875-84ECC065296E}" dt="2025-06-23T02:53:26.812" v="16363" actId="20577"/>
        <pc:sldMkLst>
          <pc:docMk/>
          <pc:sldMk cId="1543803568" sldId="260"/>
        </pc:sldMkLst>
        <pc:spChg chg="mod">
          <ac:chgData name="Jeffrey Moe" userId="495852c6-9817-4bbb-9162-b2e8ad79383d" providerId="ADAL" clId="{29FD0A25-106F-48A6-9875-84ECC065296E}" dt="2025-06-17T00:01:38.021" v="2188" actId="26606"/>
          <ac:spMkLst>
            <pc:docMk/>
            <pc:sldMk cId="1543803568" sldId="260"/>
            <ac:spMk id="2" creationId="{032A6C90-5E5E-F544-51D8-4B92285A6D58}"/>
          </ac:spMkLst>
        </pc:spChg>
        <pc:spChg chg="add">
          <ac:chgData name="Jeffrey Moe" userId="495852c6-9817-4bbb-9162-b2e8ad79383d" providerId="ADAL" clId="{29FD0A25-106F-48A6-9875-84ECC065296E}" dt="2025-06-17T00:01:38.021" v="2188" actId="26606"/>
          <ac:spMkLst>
            <pc:docMk/>
            <pc:sldMk cId="1543803568" sldId="260"/>
            <ac:spMk id="9" creationId="{1C4DAAB9-1F6E-44A6-8EBD-11AA857B20AB}"/>
          </ac:spMkLst>
        </pc:spChg>
        <pc:graphicFrameChg chg="add">
          <ac:chgData name="Jeffrey Moe" userId="495852c6-9817-4bbb-9162-b2e8ad79383d" providerId="ADAL" clId="{29FD0A25-106F-48A6-9875-84ECC065296E}" dt="2025-06-17T00:01:38.021" v="2188" actId="26606"/>
          <ac:graphicFrameMkLst>
            <pc:docMk/>
            <pc:sldMk cId="1543803568" sldId="260"/>
            <ac:graphicFrameMk id="5" creationId="{E245636D-4B19-0CA0-C781-CDE1E590515F}"/>
          </ac:graphicFrameMkLst>
        </pc:graphicFrameChg>
      </pc:sldChg>
      <pc:sldChg chg="addSp modSp new mod setBg modNotesTx">
        <pc:chgData name="Jeffrey Moe" userId="495852c6-9817-4bbb-9162-b2e8ad79383d" providerId="ADAL" clId="{29FD0A25-106F-48A6-9875-84ECC065296E}" dt="2025-06-23T02:53:52.722" v="16487" actId="20577"/>
        <pc:sldMkLst>
          <pc:docMk/>
          <pc:sldMk cId="874289026" sldId="261"/>
        </pc:sldMkLst>
        <pc:spChg chg="mod">
          <ac:chgData name="Jeffrey Moe" userId="495852c6-9817-4bbb-9162-b2e8ad79383d" providerId="ADAL" clId="{29FD0A25-106F-48A6-9875-84ECC065296E}" dt="2025-06-20T15:21:45.428" v="2404" actId="26606"/>
          <ac:spMkLst>
            <pc:docMk/>
            <pc:sldMk cId="874289026" sldId="261"/>
            <ac:spMk id="2" creationId="{15B045DC-DC4A-E719-2B08-AA3FB72E56EF}"/>
          </ac:spMkLst>
        </pc:spChg>
        <pc:spChg chg="mod">
          <ac:chgData name="Jeffrey Moe" userId="495852c6-9817-4bbb-9162-b2e8ad79383d" providerId="ADAL" clId="{29FD0A25-106F-48A6-9875-84ECC065296E}" dt="2025-06-20T15:21:45.428" v="2404" actId="26606"/>
          <ac:spMkLst>
            <pc:docMk/>
            <pc:sldMk cId="874289026" sldId="261"/>
            <ac:spMk id="3" creationId="{A6ACA98E-34C2-80D5-3365-20B5B1F2AC92}"/>
          </ac:spMkLst>
        </pc:spChg>
        <pc:spChg chg="add">
          <ac:chgData name="Jeffrey Moe" userId="495852c6-9817-4bbb-9162-b2e8ad79383d" providerId="ADAL" clId="{29FD0A25-106F-48A6-9875-84ECC065296E}" dt="2025-06-20T15:21:45.428" v="2404" actId="26606"/>
          <ac:spMkLst>
            <pc:docMk/>
            <pc:sldMk cId="874289026" sldId="261"/>
            <ac:spMk id="10" creationId="{8492A138-EC4F-4F03-B497-EBDF2443FC09}"/>
          </ac:spMkLst>
        </pc:spChg>
        <pc:picChg chg="add">
          <ac:chgData name="Jeffrey Moe" userId="495852c6-9817-4bbb-9162-b2e8ad79383d" providerId="ADAL" clId="{29FD0A25-106F-48A6-9875-84ECC065296E}" dt="2025-06-20T15:21:45.428" v="2404" actId="26606"/>
          <ac:picMkLst>
            <pc:docMk/>
            <pc:sldMk cId="874289026" sldId="261"/>
            <ac:picMk id="7" creationId="{9B28002D-E9B2-E90A-6247-08AD91780707}"/>
          </ac:picMkLst>
        </pc:picChg>
      </pc:sldChg>
      <pc:sldChg chg="addSp modSp mod setBg modNotesTx">
        <pc:chgData name="Jeffrey Moe" userId="495852c6-9817-4bbb-9162-b2e8ad79383d" providerId="ADAL" clId="{29FD0A25-106F-48A6-9875-84ECC065296E}" dt="2025-06-23T02:55:02.023" v="16749" actId="20577"/>
        <pc:sldMkLst>
          <pc:docMk/>
          <pc:sldMk cId="673770844" sldId="263"/>
        </pc:sldMkLst>
        <pc:spChg chg="add mod">
          <ac:chgData name="Jeffrey Moe" userId="495852c6-9817-4bbb-9162-b2e8ad79383d" providerId="ADAL" clId="{29FD0A25-106F-48A6-9875-84ECC065296E}" dt="2025-06-20T16:03:02.445" v="3864" actId="114"/>
          <ac:spMkLst>
            <pc:docMk/>
            <pc:sldMk cId="673770844" sldId="263"/>
            <ac:spMk id="3" creationId="{97EF9D47-56F3-D2EB-F3E1-60EF65BEF6FF}"/>
          </ac:spMkLst>
        </pc:spChg>
        <pc:spChg chg="mod">
          <ac:chgData name="Jeffrey Moe" userId="495852c6-9817-4bbb-9162-b2e8ad79383d" providerId="ADAL" clId="{29FD0A25-106F-48A6-9875-84ECC065296E}" dt="2025-06-20T15:39:46.438" v="3029" actId="26606"/>
          <ac:spMkLst>
            <pc:docMk/>
            <pc:sldMk cId="673770844" sldId="263"/>
            <ac:spMk id="4" creationId="{E7BE9DA5-D736-B543-D580-6FCCA2431937}"/>
          </ac:spMkLst>
        </pc:spChg>
        <pc:spChg chg="mod">
          <ac:chgData name="Jeffrey Moe" userId="495852c6-9817-4bbb-9162-b2e8ad79383d" providerId="ADAL" clId="{29FD0A25-106F-48A6-9875-84ECC065296E}" dt="2025-06-22T20:38:07.782" v="9902" actId="20577"/>
          <ac:spMkLst>
            <pc:docMk/>
            <pc:sldMk cId="673770844" sldId="263"/>
            <ac:spMk id="5" creationId="{718A7230-664B-8293-C278-26D3464BF760}"/>
          </ac:spMkLst>
        </pc:spChg>
        <pc:spChg chg="add">
          <ac:chgData name="Jeffrey Moe" userId="495852c6-9817-4bbb-9162-b2e8ad79383d" providerId="ADAL" clId="{29FD0A25-106F-48A6-9875-84ECC065296E}" dt="2025-06-20T15:39:46.438" v="3029" actId="26606"/>
          <ac:spMkLst>
            <pc:docMk/>
            <pc:sldMk cId="673770844" sldId="263"/>
            <ac:spMk id="12" creationId="{8492A138-EC4F-4F03-B497-EBDF2443FC09}"/>
          </ac:spMkLst>
        </pc:spChg>
        <pc:picChg chg="add">
          <ac:chgData name="Jeffrey Moe" userId="495852c6-9817-4bbb-9162-b2e8ad79383d" providerId="ADAL" clId="{29FD0A25-106F-48A6-9875-84ECC065296E}" dt="2025-06-20T15:39:46.438" v="3029" actId="26606"/>
          <ac:picMkLst>
            <pc:docMk/>
            <pc:sldMk cId="673770844" sldId="263"/>
            <ac:picMk id="9" creationId="{9BA2E1F7-FCF2-AC87-6C62-ABE39C60A256}"/>
          </ac:picMkLst>
        </pc:picChg>
      </pc:sldChg>
      <pc:sldChg chg="modNotesTx">
        <pc:chgData name="Jeffrey Moe" userId="495852c6-9817-4bbb-9162-b2e8ad79383d" providerId="ADAL" clId="{29FD0A25-106F-48A6-9875-84ECC065296E}" dt="2025-06-23T02:54:35.370" v="16663" actId="20577"/>
        <pc:sldMkLst>
          <pc:docMk/>
          <pc:sldMk cId="2451480678" sldId="264"/>
        </pc:sldMkLst>
      </pc:sldChg>
      <pc:sldChg chg="modSp mod">
        <pc:chgData name="Jeffrey Moe" userId="495852c6-9817-4bbb-9162-b2e8ad79383d" providerId="ADAL" clId="{29FD0A25-106F-48A6-9875-84ECC065296E}" dt="2025-06-21T15:40:03.123" v="7801" actId="27636"/>
        <pc:sldMkLst>
          <pc:docMk/>
          <pc:sldMk cId="4181828542" sldId="265"/>
        </pc:sldMkLst>
        <pc:spChg chg="mod">
          <ac:chgData name="Jeffrey Moe" userId="495852c6-9817-4bbb-9162-b2e8ad79383d" providerId="ADAL" clId="{29FD0A25-106F-48A6-9875-84ECC065296E}" dt="2025-06-21T15:40:03.123" v="7801" actId="27636"/>
          <ac:spMkLst>
            <pc:docMk/>
            <pc:sldMk cId="4181828542" sldId="265"/>
            <ac:spMk id="3" creationId="{FBE14955-4E46-5DD9-D6B8-7D4FF615B596}"/>
          </ac:spMkLst>
        </pc:spChg>
      </pc:sldChg>
      <pc:sldChg chg="addSp modSp new mod modNotesTx">
        <pc:chgData name="Jeffrey Moe" userId="495852c6-9817-4bbb-9162-b2e8ad79383d" providerId="ADAL" clId="{29FD0A25-106F-48A6-9875-84ECC065296E}" dt="2025-06-23T02:55:58.947" v="16857" actId="20577"/>
        <pc:sldMkLst>
          <pc:docMk/>
          <pc:sldMk cId="815476729" sldId="266"/>
        </pc:sldMkLst>
        <pc:spChg chg="mod">
          <ac:chgData name="Jeffrey Moe" userId="495852c6-9817-4bbb-9162-b2e8ad79383d" providerId="ADAL" clId="{29FD0A25-106F-48A6-9875-84ECC065296E}" dt="2025-06-20T15:47:33.071" v="3078" actId="20577"/>
          <ac:spMkLst>
            <pc:docMk/>
            <pc:sldMk cId="815476729" sldId="266"/>
            <ac:spMk id="2" creationId="{CBC33515-8AD7-D88C-8E67-CBB163DAB806}"/>
          </ac:spMkLst>
        </pc:spChg>
        <pc:spChg chg="mod">
          <ac:chgData name="Jeffrey Moe" userId="495852c6-9817-4bbb-9162-b2e8ad79383d" providerId="ADAL" clId="{29FD0A25-106F-48A6-9875-84ECC065296E}" dt="2025-06-20T16:10:17.289" v="4086" actId="27636"/>
          <ac:spMkLst>
            <pc:docMk/>
            <pc:sldMk cId="815476729" sldId="266"/>
            <ac:spMk id="3" creationId="{EC8AC41E-C005-AED1-4CBF-43891AC35120}"/>
          </ac:spMkLst>
        </pc:spChg>
        <pc:spChg chg="add mod">
          <ac:chgData name="Jeffrey Moe" userId="495852c6-9817-4bbb-9162-b2e8ad79383d" providerId="ADAL" clId="{29FD0A25-106F-48A6-9875-84ECC065296E}" dt="2025-06-20T16:02:33.182" v="3859" actId="114"/>
          <ac:spMkLst>
            <pc:docMk/>
            <pc:sldMk cId="815476729" sldId="266"/>
            <ac:spMk id="5" creationId="{179889BB-1A97-212E-BB58-F730D72E9467}"/>
          </ac:spMkLst>
        </pc:spChg>
      </pc:sldChg>
      <pc:sldChg chg="addSp delSp modSp new del mod modClrScheme chgLayout">
        <pc:chgData name="Jeffrey Moe" userId="495852c6-9817-4bbb-9162-b2e8ad79383d" providerId="ADAL" clId="{29FD0A25-106F-48A6-9875-84ECC065296E}" dt="2025-06-20T15:36:47.245" v="2688" actId="47"/>
        <pc:sldMkLst>
          <pc:docMk/>
          <pc:sldMk cId="2567897114" sldId="266"/>
        </pc:sldMkLst>
      </pc:sldChg>
      <pc:sldChg chg="addSp delSp modSp new mod modNotesTx">
        <pc:chgData name="Jeffrey Moe" userId="495852c6-9817-4bbb-9162-b2e8ad79383d" providerId="ADAL" clId="{29FD0A25-106F-48A6-9875-84ECC065296E}" dt="2025-06-23T02:56:32.259" v="16987" actId="20577"/>
        <pc:sldMkLst>
          <pc:docMk/>
          <pc:sldMk cId="2464653506" sldId="267"/>
        </pc:sldMkLst>
        <pc:spChg chg="mod">
          <ac:chgData name="Jeffrey Moe" userId="495852c6-9817-4bbb-9162-b2e8ad79383d" providerId="ADAL" clId="{29FD0A25-106F-48A6-9875-84ECC065296E}" dt="2025-06-20T16:08:56.310" v="3952" actId="20577"/>
          <ac:spMkLst>
            <pc:docMk/>
            <pc:sldMk cId="2464653506" sldId="267"/>
            <ac:spMk id="2" creationId="{40E52A7D-56BD-5C30-4E34-D30D14A751EC}"/>
          </ac:spMkLst>
        </pc:spChg>
        <pc:spChg chg="mod">
          <ac:chgData name="Jeffrey Moe" userId="495852c6-9817-4bbb-9162-b2e8ad79383d" providerId="ADAL" clId="{29FD0A25-106F-48A6-9875-84ECC065296E}" dt="2025-06-20T16:15:21.661" v="4854" actId="5793"/>
          <ac:spMkLst>
            <pc:docMk/>
            <pc:sldMk cId="2464653506" sldId="267"/>
            <ac:spMk id="3" creationId="{21F3464F-D1BD-FC92-B542-BD85AA9F375A}"/>
          </ac:spMkLst>
        </pc:spChg>
        <pc:spChg chg="add mod">
          <ac:chgData name="Jeffrey Moe" userId="495852c6-9817-4bbb-9162-b2e8ad79383d" providerId="ADAL" clId="{29FD0A25-106F-48A6-9875-84ECC065296E}" dt="2025-06-20T16:16:19.752" v="4861" actId="114"/>
          <ac:spMkLst>
            <pc:docMk/>
            <pc:sldMk cId="2464653506" sldId="267"/>
            <ac:spMk id="7" creationId="{65C32EA0-D982-C4D2-88A5-D8CD8A4C13A7}"/>
          </ac:spMkLst>
        </pc:spChg>
      </pc:sldChg>
      <pc:sldChg chg="modSp new mod">
        <pc:chgData name="Jeffrey Moe" userId="495852c6-9817-4bbb-9162-b2e8ad79383d" providerId="ADAL" clId="{29FD0A25-106F-48A6-9875-84ECC065296E}" dt="2025-06-22T22:39:56.426" v="11678" actId="27636"/>
        <pc:sldMkLst>
          <pc:docMk/>
          <pc:sldMk cId="1757325543" sldId="268"/>
        </pc:sldMkLst>
        <pc:spChg chg="mod">
          <ac:chgData name="Jeffrey Moe" userId="495852c6-9817-4bbb-9162-b2e8ad79383d" providerId="ADAL" clId="{29FD0A25-106F-48A6-9875-84ECC065296E}" dt="2025-06-20T16:16:49.943" v="4869"/>
          <ac:spMkLst>
            <pc:docMk/>
            <pc:sldMk cId="1757325543" sldId="268"/>
            <ac:spMk id="2" creationId="{EF01A3C6-88B3-60BB-5B82-590BFDD9861E}"/>
          </ac:spMkLst>
        </pc:spChg>
        <pc:spChg chg="mod">
          <ac:chgData name="Jeffrey Moe" userId="495852c6-9817-4bbb-9162-b2e8ad79383d" providerId="ADAL" clId="{29FD0A25-106F-48A6-9875-84ECC065296E}" dt="2025-06-22T22:39:56.426" v="11678" actId="27636"/>
          <ac:spMkLst>
            <pc:docMk/>
            <pc:sldMk cId="1757325543" sldId="268"/>
            <ac:spMk id="3" creationId="{F523194A-BB85-7582-7B34-BBD3EFB8A112}"/>
          </ac:spMkLst>
        </pc:spChg>
      </pc:sldChg>
      <pc:sldChg chg="addSp modSp new mod modNotesTx">
        <pc:chgData name="Jeffrey Moe" userId="495852c6-9817-4bbb-9162-b2e8ad79383d" providerId="ADAL" clId="{29FD0A25-106F-48A6-9875-84ECC065296E}" dt="2025-06-23T02:57:57.401" v="17107" actId="20577"/>
        <pc:sldMkLst>
          <pc:docMk/>
          <pc:sldMk cId="750197935" sldId="269"/>
        </pc:sldMkLst>
        <pc:spChg chg="mod">
          <ac:chgData name="Jeffrey Moe" userId="495852c6-9817-4bbb-9162-b2e8ad79383d" providerId="ADAL" clId="{29FD0A25-106F-48A6-9875-84ECC065296E}" dt="2025-06-20T16:17:58.237" v="4901" actId="20577"/>
          <ac:spMkLst>
            <pc:docMk/>
            <pc:sldMk cId="750197935" sldId="269"/>
            <ac:spMk id="2" creationId="{D8DB52CA-51A0-3EC2-6C5B-9B64B3A5C27C}"/>
          </ac:spMkLst>
        </pc:spChg>
        <pc:spChg chg="mod">
          <ac:chgData name="Jeffrey Moe" userId="495852c6-9817-4bbb-9162-b2e8ad79383d" providerId="ADAL" clId="{29FD0A25-106F-48A6-9875-84ECC065296E}" dt="2025-06-22T22:01:26.129" v="11085" actId="20577"/>
          <ac:spMkLst>
            <pc:docMk/>
            <pc:sldMk cId="750197935" sldId="269"/>
            <ac:spMk id="3" creationId="{8CA7064F-9BB4-8DA7-0C6A-1DFF7AA58AEC}"/>
          </ac:spMkLst>
        </pc:spChg>
        <pc:spChg chg="add mod">
          <ac:chgData name="Jeffrey Moe" userId="495852c6-9817-4bbb-9162-b2e8ad79383d" providerId="ADAL" clId="{29FD0A25-106F-48A6-9875-84ECC065296E}" dt="2025-06-20T16:42:48.265" v="6443" actId="114"/>
          <ac:spMkLst>
            <pc:docMk/>
            <pc:sldMk cId="750197935" sldId="269"/>
            <ac:spMk id="5" creationId="{FA4C500C-11F0-F0DB-E5A4-711D845AEB82}"/>
          </ac:spMkLst>
        </pc:spChg>
      </pc:sldChg>
      <pc:sldChg chg="addSp modSp new mod modNotesTx">
        <pc:chgData name="Jeffrey Moe" userId="495852c6-9817-4bbb-9162-b2e8ad79383d" providerId="ADAL" clId="{29FD0A25-106F-48A6-9875-84ECC065296E}" dt="2025-06-23T02:58:29.013" v="17214" actId="20577"/>
        <pc:sldMkLst>
          <pc:docMk/>
          <pc:sldMk cId="2593574320" sldId="270"/>
        </pc:sldMkLst>
        <pc:spChg chg="mod">
          <ac:chgData name="Jeffrey Moe" userId="495852c6-9817-4bbb-9162-b2e8ad79383d" providerId="ADAL" clId="{29FD0A25-106F-48A6-9875-84ECC065296E}" dt="2025-06-20T16:29:42.645" v="5656" actId="20577"/>
          <ac:spMkLst>
            <pc:docMk/>
            <pc:sldMk cId="2593574320" sldId="270"/>
            <ac:spMk id="2" creationId="{34D6393C-1B17-4A7B-4457-6776EF8B17FC}"/>
          </ac:spMkLst>
        </pc:spChg>
        <pc:spChg chg="mod">
          <ac:chgData name="Jeffrey Moe" userId="495852c6-9817-4bbb-9162-b2e8ad79383d" providerId="ADAL" clId="{29FD0A25-106F-48A6-9875-84ECC065296E}" dt="2025-06-20T16:39:57.353" v="6379" actId="20577"/>
          <ac:spMkLst>
            <pc:docMk/>
            <pc:sldMk cId="2593574320" sldId="270"/>
            <ac:spMk id="3" creationId="{10B97026-BC5A-AFD5-E269-BE565528EE70}"/>
          </ac:spMkLst>
        </pc:spChg>
        <pc:spChg chg="add mod">
          <ac:chgData name="Jeffrey Moe" userId="495852c6-9817-4bbb-9162-b2e8ad79383d" providerId="ADAL" clId="{29FD0A25-106F-48A6-9875-84ECC065296E}" dt="2025-06-20T16:44:29.770" v="6469" actId="114"/>
          <ac:spMkLst>
            <pc:docMk/>
            <pc:sldMk cId="2593574320" sldId="270"/>
            <ac:spMk id="5" creationId="{A05887CC-699C-4963-1EA5-2A8DD7D84D09}"/>
          </ac:spMkLst>
        </pc:spChg>
      </pc:sldChg>
      <pc:sldChg chg="modSp new mod modNotesTx">
        <pc:chgData name="Jeffrey Moe" userId="495852c6-9817-4bbb-9162-b2e8ad79383d" providerId="ADAL" clId="{29FD0A25-106F-48A6-9875-84ECC065296E}" dt="2025-06-23T03:01:55.531" v="17460" actId="20577"/>
        <pc:sldMkLst>
          <pc:docMk/>
          <pc:sldMk cId="3046145627" sldId="271"/>
        </pc:sldMkLst>
        <pc:spChg chg="mod">
          <ac:chgData name="Jeffrey Moe" userId="495852c6-9817-4bbb-9162-b2e8ad79383d" providerId="ADAL" clId="{29FD0A25-106F-48A6-9875-84ECC065296E}" dt="2025-06-20T16:41:02.372" v="6421" actId="27636"/>
          <ac:spMkLst>
            <pc:docMk/>
            <pc:sldMk cId="3046145627" sldId="271"/>
            <ac:spMk id="2" creationId="{5EA84856-8AB4-B5AA-56C7-C6690A672A5D}"/>
          </ac:spMkLst>
        </pc:spChg>
        <pc:spChg chg="mod">
          <ac:chgData name="Jeffrey Moe" userId="495852c6-9817-4bbb-9162-b2e8ad79383d" providerId="ADAL" clId="{29FD0A25-106F-48A6-9875-84ECC065296E}" dt="2025-06-23T03:01:19.464" v="17333" actId="20577"/>
          <ac:spMkLst>
            <pc:docMk/>
            <pc:sldMk cId="3046145627" sldId="271"/>
            <ac:spMk id="3" creationId="{239072C5-F871-7693-539B-519EC689A7B6}"/>
          </ac:spMkLst>
        </pc:spChg>
      </pc:sldChg>
      <pc:sldChg chg="addSp modSp new mod modNotesTx">
        <pc:chgData name="Jeffrey Moe" userId="495852c6-9817-4bbb-9162-b2e8ad79383d" providerId="ADAL" clId="{29FD0A25-106F-48A6-9875-84ECC065296E}" dt="2025-06-23T03:02:16.863" v="17539" actId="20577"/>
        <pc:sldMkLst>
          <pc:docMk/>
          <pc:sldMk cId="1427653435" sldId="272"/>
        </pc:sldMkLst>
        <pc:spChg chg="mod">
          <ac:chgData name="Jeffrey Moe" userId="495852c6-9817-4bbb-9162-b2e8ad79383d" providerId="ADAL" clId="{29FD0A25-106F-48A6-9875-84ECC065296E}" dt="2025-06-20T16:41:19.792" v="6424" actId="27636"/>
          <ac:spMkLst>
            <pc:docMk/>
            <pc:sldMk cId="1427653435" sldId="272"/>
            <ac:spMk id="2" creationId="{BCC9CFD0-C8A6-3AF9-8D67-F03D5A7E6463}"/>
          </ac:spMkLst>
        </pc:spChg>
        <pc:picChg chg="add mod">
          <ac:chgData name="Jeffrey Moe" userId="495852c6-9817-4bbb-9162-b2e8ad79383d" providerId="ADAL" clId="{29FD0A25-106F-48A6-9875-84ECC065296E}" dt="2025-06-21T15:13:34.921" v="7133" actId="1076"/>
          <ac:picMkLst>
            <pc:docMk/>
            <pc:sldMk cId="1427653435" sldId="272"/>
            <ac:picMk id="4" creationId="{05215C10-50A2-8C13-070D-ED715452BE7E}"/>
          </ac:picMkLst>
        </pc:picChg>
      </pc:sldChg>
      <pc:sldChg chg="new del">
        <pc:chgData name="Jeffrey Moe" userId="495852c6-9817-4bbb-9162-b2e8ad79383d" providerId="ADAL" clId="{29FD0A25-106F-48A6-9875-84ECC065296E}" dt="2025-06-21T15:14:28.308" v="7136" actId="47"/>
        <pc:sldMkLst>
          <pc:docMk/>
          <pc:sldMk cId="1307393317" sldId="273"/>
        </pc:sldMkLst>
      </pc:sldChg>
      <pc:sldChg chg="modSp new mod">
        <pc:chgData name="Jeffrey Moe" userId="495852c6-9817-4bbb-9162-b2e8ad79383d" providerId="ADAL" clId="{29FD0A25-106F-48A6-9875-84ECC065296E}" dt="2025-06-21T15:14:43.447" v="7140" actId="27636"/>
        <pc:sldMkLst>
          <pc:docMk/>
          <pc:sldMk cId="1399324254" sldId="274"/>
        </pc:sldMkLst>
        <pc:spChg chg="mod">
          <ac:chgData name="Jeffrey Moe" userId="495852c6-9817-4bbb-9162-b2e8ad79383d" providerId="ADAL" clId="{29FD0A25-106F-48A6-9875-84ECC065296E}" dt="2025-06-21T15:14:43.447" v="7140" actId="27636"/>
          <ac:spMkLst>
            <pc:docMk/>
            <pc:sldMk cId="1399324254" sldId="274"/>
            <ac:spMk id="2" creationId="{B32E1753-0098-BEEC-1045-B86D86DC2C1F}"/>
          </ac:spMkLst>
        </pc:spChg>
      </pc:sldChg>
      <pc:sldChg chg="addSp delSp modSp new mod modNotesTx">
        <pc:chgData name="Jeffrey Moe" userId="495852c6-9817-4bbb-9162-b2e8ad79383d" providerId="ADAL" clId="{29FD0A25-106F-48A6-9875-84ECC065296E}" dt="2025-06-23T03:02:39.136" v="17614" actId="20577"/>
        <pc:sldMkLst>
          <pc:docMk/>
          <pc:sldMk cId="1798912965" sldId="275"/>
        </pc:sldMkLst>
        <pc:spChg chg="mod">
          <ac:chgData name="Jeffrey Moe" userId="495852c6-9817-4bbb-9162-b2e8ad79383d" providerId="ADAL" clId="{29FD0A25-106F-48A6-9875-84ECC065296E}" dt="2025-06-21T15:22:20.525" v="7234" actId="20577"/>
          <ac:spMkLst>
            <pc:docMk/>
            <pc:sldMk cId="1798912965" sldId="275"/>
            <ac:spMk id="2" creationId="{8BE29034-B1BC-4383-5639-71460C96B361}"/>
          </ac:spMkLst>
        </pc:spChg>
        <pc:spChg chg="add mod">
          <ac:chgData name="Jeffrey Moe" userId="495852c6-9817-4bbb-9162-b2e8ad79383d" providerId="ADAL" clId="{29FD0A25-106F-48A6-9875-84ECC065296E}" dt="2025-06-21T16:06:38.237" v="8401" actId="1076"/>
          <ac:spMkLst>
            <pc:docMk/>
            <pc:sldMk cId="1798912965" sldId="275"/>
            <ac:spMk id="5" creationId="{544A9591-6D4B-266A-52DD-4AC25D8B8851}"/>
          </ac:spMkLst>
        </pc:spChg>
        <pc:graphicFrameChg chg="add modGraphic">
          <ac:chgData name="Jeffrey Moe" userId="495852c6-9817-4bbb-9162-b2e8ad79383d" providerId="ADAL" clId="{29FD0A25-106F-48A6-9875-84ECC065296E}" dt="2025-06-21T16:06:58.423" v="8402" actId="27107"/>
          <ac:graphicFrameMkLst>
            <pc:docMk/>
            <pc:sldMk cId="1798912965" sldId="275"/>
            <ac:graphicFrameMk id="7" creationId="{5C07D5F0-439F-DE47-D963-8BFD84AF767F}"/>
          </ac:graphicFrameMkLst>
        </pc:graphicFrameChg>
      </pc:sldChg>
      <pc:sldChg chg="addSp modSp new mod modNotesTx">
        <pc:chgData name="Jeffrey Moe" userId="495852c6-9817-4bbb-9162-b2e8ad79383d" providerId="ADAL" clId="{29FD0A25-106F-48A6-9875-84ECC065296E}" dt="2025-06-23T03:03:01.321" v="17694" actId="20577"/>
        <pc:sldMkLst>
          <pc:docMk/>
          <pc:sldMk cId="921840160" sldId="276"/>
        </pc:sldMkLst>
        <pc:spChg chg="mod">
          <ac:chgData name="Jeffrey Moe" userId="495852c6-9817-4bbb-9162-b2e8ad79383d" providerId="ADAL" clId="{29FD0A25-106F-48A6-9875-84ECC065296E}" dt="2025-06-21T15:55:56.953" v="7818"/>
          <ac:spMkLst>
            <pc:docMk/>
            <pc:sldMk cId="921840160" sldId="276"/>
            <ac:spMk id="2" creationId="{7279B3A9-B618-BD1B-2F9D-9B672801A29E}"/>
          </ac:spMkLst>
        </pc:spChg>
        <pc:picChg chg="add mod">
          <ac:chgData name="Jeffrey Moe" userId="495852c6-9817-4bbb-9162-b2e8ad79383d" providerId="ADAL" clId="{29FD0A25-106F-48A6-9875-84ECC065296E}" dt="2025-06-21T16:40:47.797" v="8405" actId="1076"/>
          <ac:picMkLst>
            <pc:docMk/>
            <pc:sldMk cId="921840160" sldId="276"/>
            <ac:picMk id="4" creationId="{1AA73A29-E9B4-92DA-E934-728CD5906D5A}"/>
          </ac:picMkLst>
        </pc:picChg>
      </pc:sldChg>
      <pc:sldChg chg="addSp delSp modSp new mod modNotesTx">
        <pc:chgData name="Jeffrey Moe" userId="495852c6-9817-4bbb-9162-b2e8ad79383d" providerId="ADAL" clId="{29FD0A25-106F-48A6-9875-84ECC065296E}" dt="2025-06-23T03:03:57.369" v="17817" actId="20577"/>
        <pc:sldMkLst>
          <pc:docMk/>
          <pc:sldMk cId="3094962656" sldId="277"/>
        </pc:sldMkLst>
        <pc:spChg chg="mod">
          <ac:chgData name="Jeffrey Moe" userId="495852c6-9817-4bbb-9162-b2e8ad79383d" providerId="ADAL" clId="{29FD0A25-106F-48A6-9875-84ECC065296E}" dt="2025-06-21T16:41:49.967" v="8427" actId="20577"/>
          <ac:spMkLst>
            <pc:docMk/>
            <pc:sldMk cId="3094962656" sldId="277"/>
            <ac:spMk id="2" creationId="{FA97D1CD-C963-06BB-9600-8C95C07DB14B}"/>
          </ac:spMkLst>
        </pc:spChg>
        <pc:picChg chg="add del mod">
          <ac:chgData name="Jeffrey Moe" userId="495852c6-9817-4bbb-9162-b2e8ad79383d" providerId="ADAL" clId="{29FD0A25-106F-48A6-9875-84ECC065296E}" dt="2025-06-22T20:26:22.123" v="9435" actId="478"/>
          <ac:picMkLst>
            <pc:docMk/>
            <pc:sldMk cId="3094962656" sldId="277"/>
            <ac:picMk id="4" creationId="{19E37D11-9C71-D897-CF3A-8E4C2E57CBB9}"/>
          </ac:picMkLst>
        </pc:picChg>
        <pc:picChg chg="add del mod">
          <ac:chgData name="Jeffrey Moe" userId="495852c6-9817-4bbb-9162-b2e8ad79383d" providerId="ADAL" clId="{29FD0A25-106F-48A6-9875-84ECC065296E}" dt="2025-06-22T20:14:47.144" v="9223" actId="478"/>
          <ac:picMkLst>
            <pc:docMk/>
            <pc:sldMk cId="3094962656" sldId="277"/>
            <ac:picMk id="5" creationId="{37CE2B67-0D08-64DE-9ABB-F75BFBA2D7E1}"/>
          </ac:picMkLst>
        </pc:picChg>
        <pc:picChg chg="add mod">
          <ac:chgData name="Jeffrey Moe" userId="495852c6-9817-4bbb-9162-b2e8ad79383d" providerId="ADAL" clId="{29FD0A25-106F-48A6-9875-84ECC065296E}" dt="2025-06-22T20:26:34.005" v="9441" actId="1076"/>
          <ac:picMkLst>
            <pc:docMk/>
            <pc:sldMk cId="3094962656" sldId="277"/>
            <ac:picMk id="7" creationId="{64C2F494-C1B5-6328-C943-2DE531169A10}"/>
          </ac:picMkLst>
        </pc:picChg>
      </pc:sldChg>
      <pc:sldChg chg="addSp delSp modSp new mod modClrScheme chgLayout modNotesTx">
        <pc:chgData name="Jeffrey Moe" userId="495852c6-9817-4bbb-9162-b2e8ad79383d" providerId="ADAL" clId="{29FD0A25-106F-48A6-9875-84ECC065296E}" dt="2025-06-23T03:03:43.465" v="17761" actId="20577"/>
        <pc:sldMkLst>
          <pc:docMk/>
          <pc:sldMk cId="600872728" sldId="278"/>
        </pc:sldMkLst>
        <pc:spChg chg="add mod ord">
          <ac:chgData name="Jeffrey Moe" userId="495852c6-9817-4bbb-9162-b2e8ad79383d" providerId="ADAL" clId="{29FD0A25-106F-48A6-9875-84ECC065296E}" dt="2025-06-21T18:13:07.697" v="8457" actId="20577"/>
          <ac:spMkLst>
            <pc:docMk/>
            <pc:sldMk cId="600872728" sldId="278"/>
            <ac:spMk id="3" creationId="{F518871A-8B69-EDF9-1F09-C13754816219}"/>
          </ac:spMkLst>
        </pc:spChg>
        <pc:spChg chg="add mod ord">
          <ac:chgData name="Jeffrey Moe" userId="495852c6-9817-4bbb-9162-b2e8ad79383d" providerId="ADAL" clId="{29FD0A25-106F-48A6-9875-84ECC065296E}" dt="2025-06-22T20:26:52.237" v="9488" actId="20577"/>
          <ac:spMkLst>
            <pc:docMk/>
            <pc:sldMk cId="600872728" sldId="278"/>
            <ac:spMk id="4" creationId="{E9499EED-C331-7E85-EEF9-489E170A8371}"/>
          </ac:spMkLst>
        </pc:spChg>
      </pc:sldChg>
      <pc:sldChg chg="addSp modSp new mod modNotesTx">
        <pc:chgData name="Jeffrey Moe" userId="495852c6-9817-4bbb-9162-b2e8ad79383d" providerId="ADAL" clId="{29FD0A25-106F-48A6-9875-84ECC065296E}" dt="2025-06-23T03:04:40.954" v="17870" actId="20577"/>
        <pc:sldMkLst>
          <pc:docMk/>
          <pc:sldMk cId="271881119" sldId="279"/>
        </pc:sldMkLst>
        <pc:spChg chg="mod">
          <ac:chgData name="Jeffrey Moe" userId="495852c6-9817-4bbb-9162-b2e8ad79383d" providerId="ADAL" clId="{29FD0A25-106F-48A6-9875-84ECC065296E}" dt="2025-06-22T19:56:34.334" v="9222" actId="20577"/>
          <ac:spMkLst>
            <pc:docMk/>
            <pc:sldMk cId="271881119" sldId="279"/>
            <ac:spMk id="2" creationId="{27017F68-B2C4-959A-9C86-CFAD3C27B939}"/>
          </ac:spMkLst>
        </pc:spChg>
        <pc:spChg chg="mod">
          <ac:chgData name="Jeffrey Moe" userId="495852c6-9817-4bbb-9162-b2e8ad79383d" providerId="ADAL" clId="{29FD0A25-106F-48A6-9875-84ECC065296E}" dt="2025-06-23T03:04:16.588" v="17821" actId="20577"/>
          <ac:spMkLst>
            <pc:docMk/>
            <pc:sldMk cId="271881119" sldId="279"/>
            <ac:spMk id="3" creationId="{9D04593B-6AC4-57F5-C782-20F34C035015}"/>
          </ac:spMkLst>
        </pc:spChg>
        <pc:spChg chg="add mod">
          <ac:chgData name="Jeffrey Moe" userId="495852c6-9817-4bbb-9162-b2e8ad79383d" providerId="ADAL" clId="{29FD0A25-106F-48A6-9875-84ECC065296E}" dt="2025-06-22T21:39:25.210" v="10297" actId="1076"/>
          <ac:spMkLst>
            <pc:docMk/>
            <pc:sldMk cId="271881119" sldId="279"/>
            <ac:spMk id="5" creationId="{3A62E524-CCB0-C71A-EB8C-7C3FE16820C0}"/>
          </ac:spMkLst>
        </pc:spChg>
      </pc:sldChg>
      <pc:sldChg chg="addSp modSp new mod modNotesTx">
        <pc:chgData name="Jeffrey Moe" userId="495852c6-9817-4bbb-9162-b2e8ad79383d" providerId="ADAL" clId="{29FD0A25-106F-48A6-9875-84ECC065296E}" dt="2025-06-23T03:05:51.256" v="17986" actId="20577"/>
        <pc:sldMkLst>
          <pc:docMk/>
          <pc:sldMk cId="1478934279" sldId="280"/>
        </pc:sldMkLst>
        <pc:spChg chg="mod">
          <ac:chgData name="Jeffrey Moe" userId="495852c6-9817-4bbb-9162-b2e8ad79383d" providerId="ADAL" clId="{29FD0A25-106F-48A6-9875-84ECC065296E}" dt="2025-06-22T21:39:40.843" v="10299"/>
          <ac:spMkLst>
            <pc:docMk/>
            <pc:sldMk cId="1478934279" sldId="280"/>
            <ac:spMk id="2" creationId="{9BB18664-BD64-9FED-F7DE-53D3F91C91D9}"/>
          </ac:spMkLst>
        </pc:spChg>
        <pc:picChg chg="add mod">
          <ac:chgData name="Jeffrey Moe" userId="495852c6-9817-4bbb-9162-b2e8ad79383d" providerId="ADAL" clId="{29FD0A25-106F-48A6-9875-84ECC065296E}" dt="2025-06-22T21:42:04.931" v="10307" actId="1076"/>
          <ac:picMkLst>
            <pc:docMk/>
            <pc:sldMk cId="1478934279" sldId="280"/>
            <ac:picMk id="4" creationId="{02559A27-36FB-C304-01CF-820B28C49613}"/>
          </ac:picMkLst>
        </pc:picChg>
        <pc:picChg chg="add mod">
          <ac:chgData name="Jeffrey Moe" userId="495852c6-9817-4bbb-9162-b2e8ad79383d" providerId="ADAL" clId="{29FD0A25-106F-48A6-9875-84ECC065296E}" dt="2025-06-22T21:42:09.719" v="10309" actId="1076"/>
          <ac:picMkLst>
            <pc:docMk/>
            <pc:sldMk cId="1478934279" sldId="280"/>
            <ac:picMk id="6" creationId="{C25B2B92-7E4E-904B-3D24-DC7AEF29D4F5}"/>
          </ac:picMkLst>
        </pc:picChg>
        <pc:picChg chg="add mod">
          <ac:chgData name="Jeffrey Moe" userId="495852c6-9817-4bbb-9162-b2e8ad79383d" providerId="ADAL" clId="{29FD0A25-106F-48A6-9875-84ECC065296E}" dt="2025-06-22T21:42:16.260" v="10312" actId="1076"/>
          <ac:picMkLst>
            <pc:docMk/>
            <pc:sldMk cId="1478934279" sldId="280"/>
            <ac:picMk id="8" creationId="{9715D759-C9DC-BF08-2A1B-BD124A51EC40}"/>
          </ac:picMkLst>
        </pc:picChg>
      </pc:sldChg>
      <pc:sldChg chg="addSp modSp new mod modNotesTx">
        <pc:chgData name="Jeffrey Moe" userId="495852c6-9817-4bbb-9162-b2e8ad79383d" providerId="ADAL" clId="{29FD0A25-106F-48A6-9875-84ECC065296E}" dt="2025-06-23T03:06:17.841" v="18074" actId="20577"/>
        <pc:sldMkLst>
          <pc:docMk/>
          <pc:sldMk cId="2796446229" sldId="281"/>
        </pc:sldMkLst>
        <pc:spChg chg="mod">
          <ac:chgData name="Jeffrey Moe" userId="495852c6-9817-4bbb-9162-b2e8ad79383d" providerId="ADAL" clId="{29FD0A25-106F-48A6-9875-84ECC065296E}" dt="2025-06-22T21:47:03.863" v="10342" actId="20577"/>
          <ac:spMkLst>
            <pc:docMk/>
            <pc:sldMk cId="2796446229" sldId="281"/>
            <ac:spMk id="2" creationId="{5C56FFF2-0A24-2AB9-5E50-9EFB481C02DD}"/>
          </ac:spMkLst>
        </pc:spChg>
        <pc:spChg chg="mod">
          <ac:chgData name="Jeffrey Moe" userId="495852c6-9817-4bbb-9162-b2e8ad79383d" providerId="ADAL" clId="{29FD0A25-106F-48A6-9875-84ECC065296E}" dt="2025-06-22T22:06:26.083" v="11088" actId="27636"/>
          <ac:spMkLst>
            <pc:docMk/>
            <pc:sldMk cId="2796446229" sldId="281"/>
            <ac:spMk id="3" creationId="{E3C83DC8-2767-6003-FD65-8B3C0ECB613B}"/>
          </ac:spMkLst>
        </pc:spChg>
        <pc:spChg chg="add mod">
          <ac:chgData name="Jeffrey Moe" userId="495852c6-9817-4bbb-9162-b2e8ad79383d" providerId="ADAL" clId="{29FD0A25-106F-48A6-9875-84ECC065296E}" dt="2025-06-22T21:54:04.538" v="10612" actId="114"/>
          <ac:spMkLst>
            <pc:docMk/>
            <pc:sldMk cId="2796446229" sldId="281"/>
            <ac:spMk id="5" creationId="{6E7563F7-85D5-A8AF-E42C-84DEB4B3AA08}"/>
          </ac:spMkLst>
        </pc:spChg>
      </pc:sldChg>
      <pc:sldChg chg="addSp modSp new mod modNotesTx">
        <pc:chgData name="Jeffrey Moe" userId="495852c6-9817-4bbb-9162-b2e8ad79383d" providerId="ADAL" clId="{29FD0A25-106F-48A6-9875-84ECC065296E}" dt="2025-06-23T03:06:33.491" v="18150" actId="20577"/>
        <pc:sldMkLst>
          <pc:docMk/>
          <pc:sldMk cId="1348917820" sldId="282"/>
        </pc:sldMkLst>
        <pc:spChg chg="mod">
          <ac:chgData name="Jeffrey Moe" userId="495852c6-9817-4bbb-9162-b2e8ad79383d" providerId="ADAL" clId="{29FD0A25-106F-48A6-9875-84ECC065296E}" dt="2025-06-22T22:00:01.561" v="11066"/>
          <ac:spMkLst>
            <pc:docMk/>
            <pc:sldMk cId="1348917820" sldId="282"/>
            <ac:spMk id="2" creationId="{0439A602-BEDE-2E74-9EE4-3D64BB4D4093}"/>
          </ac:spMkLst>
        </pc:spChg>
        <pc:picChg chg="add mod">
          <ac:chgData name="Jeffrey Moe" userId="495852c6-9817-4bbb-9162-b2e8ad79383d" providerId="ADAL" clId="{29FD0A25-106F-48A6-9875-84ECC065296E}" dt="2025-06-22T22:10:13.347" v="11090" actId="1076"/>
          <ac:picMkLst>
            <pc:docMk/>
            <pc:sldMk cId="1348917820" sldId="282"/>
            <ac:picMk id="4" creationId="{8D513A1D-E236-5958-0243-19EF2C075F31}"/>
          </ac:picMkLst>
        </pc:picChg>
      </pc:sldChg>
      <pc:sldChg chg="addSp delSp modSp new mod modNotesTx">
        <pc:chgData name="Jeffrey Moe" userId="495852c6-9817-4bbb-9162-b2e8ad79383d" providerId="ADAL" clId="{29FD0A25-106F-48A6-9875-84ECC065296E}" dt="2025-06-23T03:06:52.931" v="18231" actId="20577"/>
        <pc:sldMkLst>
          <pc:docMk/>
          <pc:sldMk cId="1018091229" sldId="283"/>
        </pc:sldMkLst>
        <pc:spChg chg="mod">
          <ac:chgData name="Jeffrey Moe" userId="495852c6-9817-4bbb-9162-b2e8ad79383d" providerId="ADAL" clId="{29FD0A25-106F-48A6-9875-84ECC065296E}" dt="2025-06-22T22:24:30.246" v="11137" actId="20577"/>
          <ac:spMkLst>
            <pc:docMk/>
            <pc:sldMk cId="1018091229" sldId="283"/>
            <ac:spMk id="2" creationId="{B052C618-C63B-8C3F-9E4E-E9A467CB1F0F}"/>
          </ac:spMkLst>
        </pc:spChg>
        <pc:spChg chg="mod">
          <ac:chgData name="Jeffrey Moe" userId="495852c6-9817-4bbb-9162-b2e8ad79383d" providerId="ADAL" clId="{29FD0A25-106F-48A6-9875-84ECC065296E}" dt="2025-06-22T22:38:27.882" v="11668" actId="20577"/>
          <ac:spMkLst>
            <pc:docMk/>
            <pc:sldMk cId="1018091229" sldId="283"/>
            <ac:spMk id="3" creationId="{031F83B8-E004-367C-B2DC-72A1EFC5DF4B}"/>
          </ac:spMkLst>
        </pc:spChg>
        <pc:spChg chg="add del">
          <ac:chgData name="Jeffrey Moe" userId="495852c6-9817-4bbb-9162-b2e8ad79383d" providerId="ADAL" clId="{29FD0A25-106F-48A6-9875-84ECC065296E}" dt="2025-06-22T22:38:50.891" v="11670" actId="22"/>
          <ac:spMkLst>
            <pc:docMk/>
            <pc:sldMk cId="1018091229" sldId="283"/>
            <ac:spMk id="5" creationId="{95C4FA9D-712C-E3CF-990E-EDF8A67AEDB9}"/>
          </ac:spMkLst>
        </pc:spChg>
        <pc:spChg chg="add mod">
          <ac:chgData name="Jeffrey Moe" userId="495852c6-9817-4bbb-9162-b2e8ad79383d" providerId="ADAL" clId="{29FD0A25-106F-48A6-9875-84ECC065296E}" dt="2025-06-22T22:39:02.019" v="11675" actId="115"/>
          <ac:spMkLst>
            <pc:docMk/>
            <pc:sldMk cId="1018091229" sldId="283"/>
            <ac:spMk id="7" creationId="{25E72343-3999-A0BF-BAE4-010C924095D4}"/>
          </ac:spMkLst>
        </pc:spChg>
      </pc:sldChg>
      <pc:sldChg chg="modSp new mod">
        <pc:chgData name="Jeffrey Moe" userId="495852c6-9817-4bbb-9162-b2e8ad79383d" providerId="ADAL" clId="{29FD0A25-106F-48A6-9875-84ECC065296E}" dt="2025-06-22T22:42:58.788" v="11682" actId="20577"/>
        <pc:sldMkLst>
          <pc:docMk/>
          <pc:sldMk cId="3863938261" sldId="284"/>
        </pc:sldMkLst>
        <pc:spChg chg="mod">
          <ac:chgData name="Jeffrey Moe" userId="495852c6-9817-4bbb-9162-b2e8ad79383d" providerId="ADAL" clId="{29FD0A25-106F-48A6-9875-84ECC065296E}" dt="2025-06-22T22:42:58.788" v="11682" actId="20577"/>
          <ac:spMkLst>
            <pc:docMk/>
            <pc:sldMk cId="3863938261" sldId="284"/>
            <ac:spMk id="2" creationId="{D7A171E4-6123-1B84-ABA2-C720AEA8B20B}"/>
          </ac:spMkLst>
        </pc:spChg>
      </pc:sldChg>
      <pc:sldChg chg="modSp new mod modNotesTx">
        <pc:chgData name="Jeffrey Moe" userId="495852c6-9817-4bbb-9162-b2e8ad79383d" providerId="ADAL" clId="{29FD0A25-106F-48A6-9875-84ECC065296E}" dt="2025-06-23T03:07:34.115" v="18393" actId="20577"/>
        <pc:sldMkLst>
          <pc:docMk/>
          <pc:sldMk cId="4218166635" sldId="285"/>
        </pc:sldMkLst>
        <pc:spChg chg="mod">
          <ac:chgData name="Jeffrey Moe" userId="495852c6-9817-4bbb-9162-b2e8ad79383d" providerId="ADAL" clId="{29FD0A25-106F-48A6-9875-84ECC065296E}" dt="2025-06-22T22:46:56.136" v="11714" actId="20577"/>
          <ac:spMkLst>
            <pc:docMk/>
            <pc:sldMk cId="4218166635" sldId="285"/>
            <ac:spMk id="2" creationId="{BA776E5E-8116-9CEE-E533-687CAA242294}"/>
          </ac:spMkLst>
        </pc:spChg>
        <pc:spChg chg="mod">
          <ac:chgData name="Jeffrey Moe" userId="495852c6-9817-4bbb-9162-b2e8ad79383d" providerId="ADAL" clId="{29FD0A25-106F-48A6-9875-84ECC065296E}" dt="2025-06-22T23:09:57.747" v="12533" actId="1076"/>
          <ac:spMkLst>
            <pc:docMk/>
            <pc:sldMk cId="4218166635" sldId="285"/>
            <ac:spMk id="3" creationId="{02C56EE4-97B8-5A37-AFF6-1211EE34658A}"/>
          </ac:spMkLst>
        </pc:spChg>
      </pc:sldChg>
      <pc:sldChg chg="modSp new mod">
        <pc:chgData name="Jeffrey Moe" userId="495852c6-9817-4bbb-9162-b2e8ad79383d" providerId="ADAL" clId="{29FD0A25-106F-48A6-9875-84ECC065296E}" dt="2025-06-22T23:05:01.014" v="12529" actId="20577"/>
        <pc:sldMkLst>
          <pc:docMk/>
          <pc:sldMk cId="4241462123" sldId="286"/>
        </pc:sldMkLst>
        <pc:spChg chg="mod">
          <ac:chgData name="Jeffrey Moe" userId="495852c6-9817-4bbb-9162-b2e8ad79383d" providerId="ADAL" clId="{29FD0A25-106F-48A6-9875-84ECC065296E}" dt="2025-06-22T22:53:56.681" v="12084"/>
          <ac:spMkLst>
            <pc:docMk/>
            <pc:sldMk cId="4241462123" sldId="286"/>
            <ac:spMk id="2" creationId="{583F18EE-74BF-9E7C-22CC-770692827EE2}"/>
          </ac:spMkLst>
        </pc:spChg>
        <pc:spChg chg="mod">
          <ac:chgData name="Jeffrey Moe" userId="495852c6-9817-4bbb-9162-b2e8ad79383d" providerId="ADAL" clId="{29FD0A25-106F-48A6-9875-84ECC065296E}" dt="2025-06-22T23:05:01.014" v="12529" actId="20577"/>
          <ac:spMkLst>
            <pc:docMk/>
            <pc:sldMk cId="4241462123" sldId="286"/>
            <ac:spMk id="3" creationId="{02CFEE38-E866-8406-ACCB-FB989FD959C7}"/>
          </ac:spMkLst>
        </pc:spChg>
      </pc:sldChg>
      <pc:sldChg chg="addSp modSp new mod modNotesTx">
        <pc:chgData name="Jeffrey Moe" userId="495852c6-9817-4bbb-9162-b2e8ad79383d" providerId="ADAL" clId="{29FD0A25-106F-48A6-9875-84ECC065296E}" dt="2025-06-23T03:07:52.980" v="18488" actId="20577"/>
        <pc:sldMkLst>
          <pc:docMk/>
          <pc:sldMk cId="3208948705" sldId="287"/>
        </pc:sldMkLst>
        <pc:spChg chg="mod">
          <ac:chgData name="Jeffrey Moe" userId="495852c6-9817-4bbb-9162-b2e8ad79383d" providerId="ADAL" clId="{29FD0A25-106F-48A6-9875-84ECC065296E}" dt="2025-06-22T23:10:17.600" v="12535"/>
          <ac:spMkLst>
            <pc:docMk/>
            <pc:sldMk cId="3208948705" sldId="287"/>
            <ac:spMk id="2" creationId="{63FD9AFE-88EE-156F-48FE-4D387A327699}"/>
          </ac:spMkLst>
        </pc:spChg>
        <pc:picChg chg="add mod">
          <ac:chgData name="Jeffrey Moe" userId="495852c6-9817-4bbb-9162-b2e8ad79383d" providerId="ADAL" clId="{29FD0A25-106F-48A6-9875-84ECC065296E}" dt="2025-06-22T23:20:37.180" v="12542" actId="1076"/>
          <ac:picMkLst>
            <pc:docMk/>
            <pc:sldMk cId="3208948705" sldId="287"/>
            <ac:picMk id="4" creationId="{3E9F8A12-7DDF-48E0-5FF2-7EDE929A71CB}"/>
          </ac:picMkLst>
        </pc:picChg>
      </pc:sldChg>
      <pc:sldChg chg="addSp delSp modSp new mod modNotesTx">
        <pc:chgData name="Jeffrey Moe" userId="495852c6-9817-4bbb-9162-b2e8ad79383d" providerId="ADAL" clId="{29FD0A25-106F-48A6-9875-84ECC065296E}" dt="2025-06-23T03:08:05.114" v="18536" actId="20577"/>
        <pc:sldMkLst>
          <pc:docMk/>
          <pc:sldMk cId="4206568201" sldId="288"/>
        </pc:sldMkLst>
        <pc:spChg chg="mod">
          <ac:chgData name="Jeffrey Moe" userId="495852c6-9817-4bbb-9162-b2e8ad79383d" providerId="ADAL" clId="{29FD0A25-106F-48A6-9875-84ECC065296E}" dt="2025-06-22T23:22:56.199" v="12579" actId="20577"/>
          <ac:spMkLst>
            <pc:docMk/>
            <pc:sldMk cId="4206568201" sldId="288"/>
            <ac:spMk id="2" creationId="{5E22698F-98F0-E625-0638-7539034643DC}"/>
          </ac:spMkLst>
        </pc:spChg>
        <pc:spChg chg="mod">
          <ac:chgData name="Jeffrey Moe" userId="495852c6-9817-4bbb-9162-b2e8ad79383d" providerId="ADAL" clId="{29FD0A25-106F-48A6-9875-84ECC065296E}" dt="2025-06-22T23:28:43.925" v="12874" actId="20577"/>
          <ac:spMkLst>
            <pc:docMk/>
            <pc:sldMk cId="4206568201" sldId="288"/>
            <ac:spMk id="3" creationId="{F27CD81E-ABB2-709D-CEF7-BDD17466F115}"/>
          </ac:spMkLst>
        </pc:spChg>
        <pc:spChg chg="add del mod">
          <ac:chgData name="Jeffrey Moe" userId="495852c6-9817-4bbb-9162-b2e8ad79383d" providerId="ADAL" clId="{29FD0A25-106F-48A6-9875-84ECC065296E}" dt="2025-06-22T23:27:26.891" v="12646"/>
          <ac:spMkLst>
            <pc:docMk/>
            <pc:sldMk cId="4206568201" sldId="288"/>
            <ac:spMk id="4" creationId="{CDA028DF-6E5F-FF0A-7F4F-1C033A7036D9}"/>
          </ac:spMkLst>
        </pc:spChg>
      </pc:sldChg>
      <pc:sldChg chg="addSp delSp modSp new mod modNotesTx">
        <pc:chgData name="Jeffrey Moe" userId="495852c6-9817-4bbb-9162-b2e8ad79383d" providerId="ADAL" clId="{29FD0A25-106F-48A6-9875-84ECC065296E}" dt="2025-06-23T03:08:16.807" v="18547" actId="20577"/>
        <pc:sldMkLst>
          <pc:docMk/>
          <pc:sldMk cId="1930722803" sldId="289"/>
        </pc:sldMkLst>
        <pc:spChg chg="mod">
          <ac:chgData name="Jeffrey Moe" userId="495852c6-9817-4bbb-9162-b2e8ad79383d" providerId="ADAL" clId="{29FD0A25-106F-48A6-9875-84ECC065296E}" dt="2025-06-22T23:23:13.647" v="12589" actId="20577"/>
          <ac:spMkLst>
            <pc:docMk/>
            <pc:sldMk cId="1930722803" sldId="289"/>
            <ac:spMk id="2" creationId="{C3A3D9D2-E065-AB97-076F-1916ACBB00B1}"/>
          </ac:spMkLst>
        </pc:spChg>
        <pc:spChg chg="add del mod">
          <ac:chgData name="Jeffrey Moe" userId="495852c6-9817-4bbb-9162-b2e8ad79383d" providerId="ADAL" clId="{29FD0A25-106F-48A6-9875-84ECC065296E}" dt="2025-06-22T23:36:40.062" v="13593" actId="20577"/>
          <ac:spMkLst>
            <pc:docMk/>
            <pc:sldMk cId="1930722803" sldId="289"/>
            <ac:spMk id="3" creationId="{61289693-B3EE-AB0A-8D66-9317D47B8967}"/>
          </ac:spMkLst>
        </pc:spChg>
        <pc:spChg chg="add mod">
          <ac:chgData name="Jeffrey Moe" userId="495852c6-9817-4bbb-9162-b2e8ad79383d" providerId="ADAL" clId="{29FD0A25-106F-48A6-9875-84ECC065296E}" dt="2025-06-22T23:32:22.780" v="12876"/>
          <ac:spMkLst>
            <pc:docMk/>
            <pc:sldMk cId="1930722803" sldId="289"/>
            <ac:spMk id="4" creationId="{0EE86727-6F11-37EA-C58B-CE10AF61A994}"/>
          </ac:spMkLst>
        </pc:spChg>
        <pc:spChg chg="add del mod">
          <ac:chgData name="Jeffrey Moe" userId="495852c6-9817-4bbb-9162-b2e8ad79383d" providerId="ADAL" clId="{29FD0A25-106F-48A6-9875-84ECC065296E}" dt="2025-06-22T23:32:48.890" v="12897"/>
          <ac:spMkLst>
            <pc:docMk/>
            <pc:sldMk cId="1930722803" sldId="289"/>
            <ac:spMk id="5" creationId="{D0E697A9-5DBF-6FDC-7C65-D3FD30AD758F}"/>
          </ac:spMkLst>
        </pc:spChg>
      </pc:sldChg>
      <pc:sldChg chg="modSp new mod modNotesTx">
        <pc:chgData name="Jeffrey Moe" userId="495852c6-9817-4bbb-9162-b2e8ad79383d" providerId="ADAL" clId="{29FD0A25-106F-48A6-9875-84ECC065296E}" dt="2025-06-23T03:08:25.269" v="18555" actId="20577"/>
        <pc:sldMkLst>
          <pc:docMk/>
          <pc:sldMk cId="3477031948" sldId="290"/>
        </pc:sldMkLst>
        <pc:spChg chg="mod">
          <ac:chgData name="Jeffrey Moe" userId="495852c6-9817-4bbb-9162-b2e8ad79383d" providerId="ADAL" clId="{29FD0A25-106F-48A6-9875-84ECC065296E}" dt="2025-06-22T23:23:23.659" v="12617" actId="20577"/>
          <ac:spMkLst>
            <pc:docMk/>
            <pc:sldMk cId="3477031948" sldId="290"/>
            <ac:spMk id="2" creationId="{0EB975AF-E0A0-57FC-7DCB-5428354F2854}"/>
          </ac:spMkLst>
        </pc:spChg>
        <pc:spChg chg="mod">
          <ac:chgData name="Jeffrey Moe" userId="495852c6-9817-4bbb-9162-b2e8ad79383d" providerId="ADAL" clId="{29FD0A25-106F-48A6-9875-84ECC065296E}" dt="2025-06-22T23:48:24.833" v="13945" actId="20577"/>
          <ac:spMkLst>
            <pc:docMk/>
            <pc:sldMk cId="3477031948" sldId="290"/>
            <ac:spMk id="3" creationId="{6F62D32B-C9EC-D221-3E96-2A74207BA124}"/>
          </ac:spMkLst>
        </pc:spChg>
      </pc:sldChg>
      <pc:sldChg chg="modSp new mod modNotesTx">
        <pc:chgData name="Jeffrey Moe" userId="495852c6-9817-4bbb-9162-b2e8ad79383d" providerId="ADAL" clId="{29FD0A25-106F-48A6-9875-84ECC065296E}" dt="2025-06-23T03:08:34.437" v="18570" actId="20577"/>
        <pc:sldMkLst>
          <pc:docMk/>
          <pc:sldMk cId="256018803" sldId="291"/>
        </pc:sldMkLst>
        <pc:spChg chg="mod">
          <ac:chgData name="Jeffrey Moe" userId="495852c6-9817-4bbb-9162-b2e8ad79383d" providerId="ADAL" clId="{29FD0A25-106F-48A6-9875-84ECC065296E}" dt="2025-06-22T23:23:34.886" v="12629" actId="20577"/>
          <ac:spMkLst>
            <pc:docMk/>
            <pc:sldMk cId="256018803" sldId="291"/>
            <ac:spMk id="2" creationId="{FB917930-40B0-FF98-DF1E-E0599E4ACC92}"/>
          </ac:spMkLst>
        </pc:spChg>
        <pc:spChg chg="mod">
          <ac:chgData name="Jeffrey Moe" userId="495852c6-9817-4bbb-9162-b2e8ad79383d" providerId="ADAL" clId="{29FD0A25-106F-48A6-9875-84ECC065296E}" dt="2025-06-23T00:34:47.886" v="14351" actId="20577"/>
          <ac:spMkLst>
            <pc:docMk/>
            <pc:sldMk cId="256018803" sldId="291"/>
            <ac:spMk id="3" creationId="{C70157F0-71D7-5749-70ED-297E3A121493}"/>
          </ac:spMkLst>
        </pc:spChg>
      </pc:sldChg>
      <pc:sldChg chg="modSp new mod">
        <pc:chgData name="Jeffrey Moe" userId="495852c6-9817-4bbb-9162-b2e8ad79383d" providerId="ADAL" clId="{29FD0A25-106F-48A6-9875-84ECC065296E}" dt="2025-06-22T23:24:07.817" v="12634" actId="27636"/>
        <pc:sldMkLst>
          <pc:docMk/>
          <pc:sldMk cId="4237355915" sldId="292"/>
        </pc:sldMkLst>
        <pc:spChg chg="mod">
          <ac:chgData name="Jeffrey Moe" userId="495852c6-9817-4bbb-9162-b2e8ad79383d" providerId="ADAL" clId="{29FD0A25-106F-48A6-9875-84ECC065296E}" dt="2025-06-22T23:24:07.817" v="12634" actId="27636"/>
          <ac:spMkLst>
            <pc:docMk/>
            <pc:sldMk cId="4237355915" sldId="292"/>
            <ac:spMk id="2" creationId="{D6C2A630-596F-77E3-3A4E-B5FD8854252D}"/>
          </ac:spMkLst>
        </pc:spChg>
      </pc:sldChg>
      <pc:sldChg chg="modSp new mod modNotesTx">
        <pc:chgData name="Jeffrey Moe" userId="495852c6-9817-4bbb-9162-b2e8ad79383d" providerId="ADAL" clId="{29FD0A25-106F-48A6-9875-84ECC065296E}" dt="2025-06-23T03:09:25.301" v="18638" actId="20577"/>
        <pc:sldMkLst>
          <pc:docMk/>
          <pc:sldMk cId="4197198058" sldId="293"/>
        </pc:sldMkLst>
        <pc:spChg chg="mod">
          <ac:chgData name="Jeffrey Moe" userId="495852c6-9817-4bbb-9162-b2e8ad79383d" providerId="ADAL" clId="{29FD0A25-106F-48A6-9875-84ECC065296E}" dt="2025-06-23T01:40:33.313" v="14392" actId="20577"/>
          <ac:spMkLst>
            <pc:docMk/>
            <pc:sldMk cId="4197198058" sldId="293"/>
            <ac:spMk id="2" creationId="{E03E4B99-F8BD-4D6A-93F1-172B18DFF2C0}"/>
          </ac:spMkLst>
        </pc:spChg>
        <pc:spChg chg="mod">
          <ac:chgData name="Jeffrey Moe" userId="495852c6-9817-4bbb-9162-b2e8ad79383d" providerId="ADAL" clId="{29FD0A25-106F-48A6-9875-84ECC065296E}" dt="2025-06-23T01:41:43.908" v="14707" actId="20577"/>
          <ac:spMkLst>
            <pc:docMk/>
            <pc:sldMk cId="4197198058" sldId="293"/>
            <ac:spMk id="3" creationId="{EB53AE3E-E3B4-05BA-4FB4-6F7D68A2C10A}"/>
          </ac:spMkLst>
        </pc:spChg>
      </pc:sldChg>
      <pc:sldChg chg="modSp new mod modNotesTx">
        <pc:chgData name="Jeffrey Moe" userId="495852c6-9817-4bbb-9162-b2e8ad79383d" providerId="ADAL" clId="{29FD0A25-106F-48A6-9875-84ECC065296E}" dt="2025-06-23T03:09:02.927" v="18603" actId="20577"/>
        <pc:sldMkLst>
          <pc:docMk/>
          <pc:sldMk cId="2827791485" sldId="294"/>
        </pc:sldMkLst>
        <pc:spChg chg="mod">
          <ac:chgData name="Jeffrey Moe" userId="495852c6-9817-4bbb-9162-b2e8ad79383d" providerId="ADAL" clId="{29FD0A25-106F-48A6-9875-84ECC065296E}" dt="2025-06-23T01:41:59.557" v="14743" actId="20577"/>
          <ac:spMkLst>
            <pc:docMk/>
            <pc:sldMk cId="2827791485" sldId="294"/>
            <ac:spMk id="2" creationId="{D5792B25-455A-683C-F329-CABB79674B67}"/>
          </ac:spMkLst>
        </pc:spChg>
        <pc:spChg chg="mod">
          <ac:chgData name="Jeffrey Moe" userId="495852c6-9817-4bbb-9162-b2e8ad79383d" providerId="ADAL" clId="{29FD0A25-106F-48A6-9875-84ECC065296E}" dt="2025-06-23T01:48:22.690" v="15036" actId="20577"/>
          <ac:spMkLst>
            <pc:docMk/>
            <pc:sldMk cId="2827791485" sldId="294"/>
            <ac:spMk id="3" creationId="{D1099241-AC72-F0B7-7A75-D7A44B8D3327}"/>
          </ac:spMkLst>
        </pc:spChg>
      </pc:sldChg>
      <pc:sldChg chg="addSp modSp new mod modNotesTx">
        <pc:chgData name="Jeffrey Moe" userId="495852c6-9817-4bbb-9162-b2e8ad79383d" providerId="ADAL" clId="{29FD0A25-106F-48A6-9875-84ECC065296E}" dt="2025-06-23T03:09:12.262" v="18615" actId="20577"/>
        <pc:sldMkLst>
          <pc:docMk/>
          <pc:sldMk cId="509080835" sldId="295"/>
        </pc:sldMkLst>
        <pc:spChg chg="mod">
          <ac:chgData name="Jeffrey Moe" userId="495852c6-9817-4bbb-9162-b2e8ad79383d" providerId="ADAL" clId="{29FD0A25-106F-48A6-9875-84ECC065296E}" dt="2025-06-23T02:06:03.129" v="15132" actId="1076"/>
          <ac:spMkLst>
            <pc:docMk/>
            <pc:sldMk cId="509080835" sldId="295"/>
            <ac:spMk id="2" creationId="{BE71170E-A6AD-4315-58AD-93DAD51AA429}"/>
          </ac:spMkLst>
        </pc:spChg>
        <pc:spChg chg="mod">
          <ac:chgData name="Jeffrey Moe" userId="495852c6-9817-4bbb-9162-b2e8ad79383d" providerId="ADAL" clId="{29FD0A25-106F-48A6-9875-84ECC065296E}" dt="2025-06-23T02:09:49.546" v="15675" actId="1076"/>
          <ac:spMkLst>
            <pc:docMk/>
            <pc:sldMk cId="509080835" sldId="295"/>
            <ac:spMk id="3" creationId="{1FD262B1-E2ED-4360-4382-E9D131876624}"/>
          </ac:spMkLst>
        </pc:spChg>
        <pc:spChg chg="add mod">
          <ac:chgData name="Jeffrey Moe" userId="495852c6-9817-4bbb-9162-b2e8ad79383d" providerId="ADAL" clId="{29FD0A25-106F-48A6-9875-84ECC065296E}" dt="2025-06-23T02:12:40.903" v="15679" actId="1076"/>
          <ac:spMkLst>
            <pc:docMk/>
            <pc:sldMk cId="509080835" sldId="295"/>
            <ac:spMk id="5" creationId="{B10ECD84-DE86-0960-806A-8E3298C5E349}"/>
          </ac:spMkLst>
        </pc:spChg>
        <pc:spChg chg="add mod">
          <ac:chgData name="Jeffrey Moe" userId="495852c6-9817-4bbb-9162-b2e8ad79383d" providerId="ADAL" clId="{29FD0A25-106F-48A6-9875-84ECC065296E}" dt="2025-06-23T02:13:04.353" v="15686" actId="1076"/>
          <ac:spMkLst>
            <pc:docMk/>
            <pc:sldMk cId="509080835" sldId="295"/>
            <ac:spMk id="7" creationId="{6AABEB8F-DB15-B871-69F0-FDB38687D0E5}"/>
          </ac:spMkLst>
        </pc:spChg>
        <pc:picChg chg="add mod">
          <ac:chgData name="Jeffrey Moe" userId="495852c6-9817-4bbb-9162-b2e8ad79383d" providerId="ADAL" clId="{29FD0A25-106F-48A6-9875-84ECC065296E}" dt="2025-06-23T02:12:46.816" v="15681" actId="1076"/>
          <ac:picMkLst>
            <pc:docMk/>
            <pc:sldMk cId="509080835" sldId="295"/>
            <ac:picMk id="9" creationId="{50331681-27B7-33E5-F6EC-71D98C26A922}"/>
          </ac:picMkLst>
        </pc:picChg>
        <pc:picChg chg="add mod">
          <ac:chgData name="Jeffrey Moe" userId="495852c6-9817-4bbb-9162-b2e8ad79383d" providerId="ADAL" clId="{29FD0A25-106F-48A6-9875-84ECC065296E}" dt="2025-06-23T02:13:11.989" v="15688" actId="208"/>
          <ac:picMkLst>
            <pc:docMk/>
            <pc:sldMk cId="509080835" sldId="295"/>
            <ac:picMk id="11" creationId="{F5012BA6-E433-EF6C-4B05-181430B9F2F4}"/>
          </ac:picMkLst>
        </pc:picChg>
      </pc:sldChg>
      <pc:sldChg chg="addSp delSp modSp new mod modNotesTx">
        <pc:chgData name="Jeffrey Moe" userId="495852c6-9817-4bbb-9162-b2e8ad79383d" providerId="ADAL" clId="{29FD0A25-106F-48A6-9875-84ECC065296E}" dt="2025-06-23T03:09:18.018" v="18623" actId="20577"/>
        <pc:sldMkLst>
          <pc:docMk/>
          <pc:sldMk cId="2658934611" sldId="296"/>
        </pc:sldMkLst>
        <pc:spChg chg="mod">
          <ac:chgData name="Jeffrey Moe" userId="495852c6-9817-4bbb-9162-b2e8ad79383d" providerId="ADAL" clId="{29FD0A25-106F-48A6-9875-84ECC065296E}" dt="2025-06-23T01:59:18.514" v="15097" actId="20577"/>
          <ac:spMkLst>
            <pc:docMk/>
            <pc:sldMk cId="2658934611" sldId="296"/>
            <ac:spMk id="2" creationId="{3FECF5FA-C9E6-A4B6-1034-35B60DCA2B26}"/>
          </ac:spMkLst>
        </pc:spChg>
        <pc:spChg chg="add del mod">
          <ac:chgData name="Jeffrey Moe" userId="495852c6-9817-4bbb-9162-b2e8ad79383d" providerId="ADAL" clId="{29FD0A25-106F-48A6-9875-84ECC065296E}" dt="2025-06-23T02:19:52.957" v="16146" actId="20577"/>
          <ac:spMkLst>
            <pc:docMk/>
            <pc:sldMk cId="2658934611" sldId="296"/>
            <ac:spMk id="3" creationId="{714D4620-DC10-8242-8E4D-02C2AED110D7}"/>
          </ac:spMkLst>
        </pc:spChg>
        <pc:spChg chg="add mod">
          <ac:chgData name="Jeffrey Moe" userId="495852c6-9817-4bbb-9162-b2e8ad79383d" providerId="ADAL" clId="{29FD0A25-106F-48A6-9875-84ECC065296E}" dt="2025-06-23T02:16:44.537" v="15692"/>
          <ac:spMkLst>
            <pc:docMk/>
            <pc:sldMk cId="2658934611" sldId="296"/>
            <ac:spMk id="4" creationId="{B9D2FE2E-DD07-C05E-8B11-9F486D76DDC6}"/>
          </ac:spMkLst>
        </pc:spChg>
        <pc:spChg chg="add mod">
          <ac:chgData name="Jeffrey Moe" userId="495852c6-9817-4bbb-9162-b2e8ad79383d" providerId="ADAL" clId="{29FD0A25-106F-48A6-9875-84ECC065296E}" dt="2025-06-23T02:16:46.787" v="15694"/>
          <ac:spMkLst>
            <pc:docMk/>
            <pc:sldMk cId="2658934611" sldId="296"/>
            <ac:spMk id="5" creationId="{94FA036A-290A-3F17-21A0-2D230C037A4E}"/>
          </ac:spMkLst>
        </pc:spChg>
      </pc:sldChg>
    </pc:docChg>
  </pc:docChgLst>
  <pc:docChgLst>
    <pc:chgData name="Jeffrey Moe" userId="495852c6-9817-4bbb-9162-b2e8ad79383d" providerId="ADAL" clId="{CF694988-7E16-4C99-924F-2C8C9DABDBB7}"/>
    <pc:docChg chg="undo custSel addSld modSld sldOrd">
      <pc:chgData name="Jeffrey Moe" userId="495852c6-9817-4bbb-9162-b2e8ad79383d" providerId="ADAL" clId="{CF694988-7E16-4C99-924F-2C8C9DABDBB7}" dt="2025-06-18T19:47:24.570" v="914"/>
      <pc:docMkLst>
        <pc:docMk/>
      </pc:docMkLst>
      <pc:sldChg chg="modSp mod">
        <pc:chgData name="Jeffrey Moe" userId="495852c6-9817-4bbb-9162-b2e8ad79383d" providerId="ADAL" clId="{CF694988-7E16-4C99-924F-2C8C9DABDBB7}" dt="2025-06-17T19:22:37.579" v="825" actId="20577"/>
        <pc:sldMkLst>
          <pc:docMk/>
          <pc:sldMk cId="874289026" sldId="261"/>
        </pc:sldMkLst>
        <pc:spChg chg="mod">
          <ac:chgData name="Jeffrey Moe" userId="495852c6-9817-4bbb-9162-b2e8ad79383d" providerId="ADAL" clId="{CF694988-7E16-4C99-924F-2C8C9DABDBB7}" dt="2025-06-17T19:22:37.579" v="825" actId="20577"/>
          <ac:spMkLst>
            <pc:docMk/>
            <pc:sldMk cId="874289026" sldId="261"/>
            <ac:spMk id="3" creationId="{A6ACA98E-34C2-80D5-3365-20B5B1F2AC92}"/>
          </ac:spMkLst>
        </pc:spChg>
      </pc:sldChg>
      <pc:sldChg chg="addSp delSp modSp add mod ord">
        <pc:chgData name="Jeffrey Moe" userId="495852c6-9817-4bbb-9162-b2e8ad79383d" providerId="ADAL" clId="{CF694988-7E16-4C99-924F-2C8C9DABDBB7}" dt="2025-06-17T19:24:27.915" v="835" actId="14826"/>
        <pc:sldMkLst>
          <pc:docMk/>
          <pc:sldMk cId="1414434743" sldId="262"/>
        </pc:sldMkLst>
        <pc:spChg chg="mod">
          <ac:chgData name="Jeffrey Moe" userId="495852c6-9817-4bbb-9162-b2e8ad79383d" providerId="ADAL" clId="{CF694988-7E16-4C99-924F-2C8C9DABDBB7}" dt="2025-06-17T19:23:23.903" v="832" actId="27636"/>
          <ac:spMkLst>
            <pc:docMk/>
            <pc:sldMk cId="1414434743" sldId="262"/>
            <ac:spMk id="2" creationId="{35BB9171-3277-DD7D-E452-A5812FB256ED}"/>
          </ac:spMkLst>
        </pc:spChg>
        <pc:picChg chg="mod">
          <ac:chgData name="Jeffrey Moe" userId="495852c6-9817-4bbb-9162-b2e8ad79383d" providerId="ADAL" clId="{CF694988-7E16-4C99-924F-2C8C9DABDBB7}" dt="2025-06-17T19:24:27.915" v="835" actId="14826"/>
          <ac:picMkLst>
            <pc:docMk/>
            <pc:sldMk cId="1414434743" sldId="262"/>
            <ac:picMk id="7" creationId="{4D49B881-0AA0-76CC-16E9-37D748CA9CB4}"/>
          </ac:picMkLst>
        </pc:picChg>
      </pc:sldChg>
      <pc:sldChg chg="addSp delSp modSp new mod modClrScheme chgLayout">
        <pc:chgData name="Jeffrey Moe" userId="495852c6-9817-4bbb-9162-b2e8ad79383d" providerId="ADAL" clId="{CF694988-7E16-4C99-924F-2C8C9DABDBB7}" dt="2025-06-17T19:24:36.712" v="837" actId="700"/>
        <pc:sldMkLst>
          <pc:docMk/>
          <pc:sldMk cId="673770844" sldId="263"/>
        </pc:sldMkLst>
        <pc:spChg chg="add mod ord">
          <ac:chgData name="Jeffrey Moe" userId="495852c6-9817-4bbb-9162-b2e8ad79383d" providerId="ADAL" clId="{CF694988-7E16-4C99-924F-2C8C9DABDBB7}" dt="2025-06-17T19:24:36.712" v="837" actId="700"/>
          <ac:spMkLst>
            <pc:docMk/>
            <pc:sldMk cId="673770844" sldId="263"/>
            <ac:spMk id="4" creationId="{E7BE9DA5-D736-B543-D580-6FCCA2431937}"/>
          </ac:spMkLst>
        </pc:spChg>
        <pc:spChg chg="add mod ord">
          <ac:chgData name="Jeffrey Moe" userId="495852c6-9817-4bbb-9162-b2e8ad79383d" providerId="ADAL" clId="{CF694988-7E16-4C99-924F-2C8C9DABDBB7}" dt="2025-06-17T19:24:36.712" v="837" actId="700"/>
          <ac:spMkLst>
            <pc:docMk/>
            <pc:sldMk cId="673770844" sldId="263"/>
            <ac:spMk id="5" creationId="{718A7230-664B-8293-C278-26D3464BF760}"/>
          </ac:spMkLst>
        </pc:spChg>
      </pc:sldChg>
      <pc:sldChg chg="addSp delSp modSp new mod setBg modClrScheme chgLayout">
        <pc:chgData name="Jeffrey Moe" userId="495852c6-9817-4bbb-9162-b2e8ad79383d" providerId="ADAL" clId="{CF694988-7E16-4C99-924F-2C8C9DABDBB7}" dt="2025-06-18T19:22:16.373" v="884" actId="14100"/>
        <pc:sldMkLst>
          <pc:docMk/>
          <pc:sldMk cId="2451480678" sldId="264"/>
        </pc:sldMkLst>
        <pc:spChg chg="add mod ord">
          <ac:chgData name="Jeffrey Moe" userId="495852c6-9817-4bbb-9162-b2e8ad79383d" providerId="ADAL" clId="{CF694988-7E16-4C99-924F-2C8C9DABDBB7}" dt="2025-06-18T19:21:51.797" v="881" actId="26606"/>
          <ac:spMkLst>
            <pc:docMk/>
            <pc:sldMk cId="2451480678" sldId="264"/>
            <ac:spMk id="6" creationId="{753845EB-4C64-A3E3-C3D2-4DB27446F1EA}"/>
          </ac:spMkLst>
        </pc:spChg>
        <pc:picChg chg="add mod">
          <ac:chgData name="Jeffrey Moe" userId="495852c6-9817-4bbb-9162-b2e8ad79383d" providerId="ADAL" clId="{CF694988-7E16-4C99-924F-2C8C9DABDBB7}" dt="2025-06-18T19:22:16.373" v="884" actId="14100"/>
          <ac:picMkLst>
            <pc:docMk/>
            <pc:sldMk cId="2451480678" sldId="264"/>
            <ac:picMk id="3" creationId="{AEE382A7-C371-DFFE-26C3-F75E7C423A4E}"/>
          </ac:picMkLst>
        </pc:picChg>
      </pc:sldChg>
      <pc:sldChg chg="modSp new mod">
        <pc:chgData name="Jeffrey Moe" userId="495852c6-9817-4bbb-9162-b2e8ad79383d" providerId="ADAL" clId="{CF694988-7E16-4C99-924F-2C8C9DABDBB7}" dt="2025-06-18T19:47:24.570" v="914"/>
        <pc:sldMkLst>
          <pc:docMk/>
          <pc:sldMk cId="4181828542" sldId="265"/>
        </pc:sldMkLst>
        <pc:spChg chg="mod">
          <ac:chgData name="Jeffrey Moe" userId="495852c6-9817-4bbb-9162-b2e8ad79383d" providerId="ADAL" clId="{CF694988-7E16-4C99-924F-2C8C9DABDBB7}" dt="2025-06-18T19:46:56.855" v="901" actId="20577"/>
          <ac:spMkLst>
            <pc:docMk/>
            <pc:sldMk cId="4181828542" sldId="265"/>
            <ac:spMk id="2" creationId="{9CFDA10F-06C3-EFD8-22F3-7ACA1B14EF64}"/>
          </ac:spMkLst>
        </pc:spChg>
        <pc:spChg chg="mod">
          <ac:chgData name="Jeffrey Moe" userId="495852c6-9817-4bbb-9162-b2e8ad79383d" providerId="ADAL" clId="{CF694988-7E16-4C99-924F-2C8C9DABDBB7}" dt="2025-06-18T19:47:24.570" v="914"/>
          <ac:spMkLst>
            <pc:docMk/>
            <pc:sldMk cId="4181828542" sldId="265"/>
            <ac:spMk id="3" creationId="{FBE14955-4E46-5DD9-D6B8-7D4FF615B596}"/>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B051C9-038B-4BDF-BE35-A2AD0BFE4E1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0DDA481-886C-4AD0-BC5C-A1E8E3B57A77}">
      <dgm:prSet/>
      <dgm:spPr/>
      <dgm:t>
        <a:bodyPr/>
        <a:lstStyle/>
        <a:p>
          <a:r>
            <a:rPr lang="en-US"/>
            <a:t>Movie Rental Company Analysis</a:t>
          </a:r>
        </a:p>
      </dgm:t>
    </dgm:pt>
    <dgm:pt modelId="{A00392BD-E1FC-4235-AD41-D31CBF19D3EF}" type="parTrans" cxnId="{ADCF7096-E780-4EF1-A678-5D91DF6E4482}">
      <dgm:prSet/>
      <dgm:spPr/>
      <dgm:t>
        <a:bodyPr/>
        <a:lstStyle/>
        <a:p>
          <a:endParaRPr lang="en-US"/>
        </a:p>
      </dgm:t>
    </dgm:pt>
    <dgm:pt modelId="{B1F62A02-B332-4C55-960A-F6C64D0D65A9}" type="sibTrans" cxnId="{ADCF7096-E780-4EF1-A678-5D91DF6E4482}">
      <dgm:prSet/>
      <dgm:spPr/>
      <dgm:t>
        <a:bodyPr/>
        <a:lstStyle/>
        <a:p>
          <a:endParaRPr lang="en-US"/>
        </a:p>
      </dgm:t>
    </dgm:pt>
    <dgm:pt modelId="{383588C0-F3D6-4387-9745-AF0A396A87F1}">
      <dgm:prSet/>
      <dgm:spPr/>
      <dgm:t>
        <a:bodyPr/>
        <a:lstStyle/>
        <a:p>
          <a:r>
            <a:rPr lang="en-US" dirty="0"/>
            <a:t>Database Selection and Connectivity</a:t>
          </a:r>
        </a:p>
      </dgm:t>
    </dgm:pt>
    <dgm:pt modelId="{0D46C63B-963C-4BBC-A7E1-8CC6816EC570}" type="parTrans" cxnId="{7327FFBE-E357-40EE-866B-B92277AFB70B}">
      <dgm:prSet/>
      <dgm:spPr/>
      <dgm:t>
        <a:bodyPr/>
        <a:lstStyle/>
        <a:p>
          <a:endParaRPr lang="en-US"/>
        </a:p>
      </dgm:t>
    </dgm:pt>
    <dgm:pt modelId="{4CB6F8AF-A078-416E-99CD-40F3A8825F25}" type="sibTrans" cxnId="{7327FFBE-E357-40EE-866B-B92277AFB70B}">
      <dgm:prSet/>
      <dgm:spPr/>
      <dgm:t>
        <a:bodyPr/>
        <a:lstStyle/>
        <a:p>
          <a:endParaRPr lang="en-US"/>
        </a:p>
      </dgm:t>
    </dgm:pt>
    <dgm:pt modelId="{1D53A6B8-BC83-42BF-A150-C4DB732F177D}">
      <dgm:prSet/>
      <dgm:spPr/>
      <dgm:t>
        <a:bodyPr/>
        <a:lstStyle/>
        <a:p>
          <a:r>
            <a:rPr lang="en-US" dirty="0"/>
            <a:t>Database Security and Administration</a:t>
          </a:r>
        </a:p>
      </dgm:t>
    </dgm:pt>
    <dgm:pt modelId="{1EF16608-073B-4592-9150-D7837D2E0A96}" type="parTrans" cxnId="{07C43A6C-2C1A-439A-AF24-8BF71C3A143E}">
      <dgm:prSet/>
      <dgm:spPr/>
      <dgm:t>
        <a:bodyPr/>
        <a:lstStyle/>
        <a:p>
          <a:endParaRPr lang="en-US"/>
        </a:p>
      </dgm:t>
    </dgm:pt>
    <dgm:pt modelId="{B71A9D0B-92C5-4752-9007-CC9C3A6ECFB4}" type="sibTrans" cxnId="{07C43A6C-2C1A-439A-AF24-8BF71C3A143E}">
      <dgm:prSet/>
      <dgm:spPr/>
      <dgm:t>
        <a:bodyPr/>
        <a:lstStyle/>
        <a:p>
          <a:endParaRPr lang="en-US"/>
        </a:p>
      </dgm:t>
    </dgm:pt>
    <dgm:pt modelId="{4F40F8E4-427A-4AEF-8AF5-E204357E37AB}">
      <dgm:prSet/>
      <dgm:spPr/>
      <dgm:t>
        <a:bodyPr/>
        <a:lstStyle/>
        <a:p>
          <a:r>
            <a:rPr lang="en-US" dirty="0"/>
            <a:t>AI Database Integration and Optimization</a:t>
          </a:r>
        </a:p>
      </dgm:t>
    </dgm:pt>
    <dgm:pt modelId="{2FC29CD5-F08E-4538-989E-099241B684B1}" type="parTrans" cxnId="{5399C994-3418-47B6-9443-A35F794D0312}">
      <dgm:prSet/>
      <dgm:spPr/>
      <dgm:t>
        <a:bodyPr/>
        <a:lstStyle/>
        <a:p>
          <a:endParaRPr lang="en-US"/>
        </a:p>
      </dgm:t>
    </dgm:pt>
    <dgm:pt modelId="{EA522465-53FB-4B16-8B37-560CFFA65FC6}" type="sibTrans" cxnId="{5399C994-3418-47B6-9443-A35F794D0312}">
      <dgm:prSet/>
      <dgm:spPr/>
      <dgm:t>
        <a:bodyPr/>
        <a:lstStyle/>
        <a:p>
          <a:endParaRPr lang="en-US"/>
        </a:p>
      </dgm:t>
    </dgm:pt>
    <dgm:pt modelId="{FD7A621D-99AE-40B6-968C-0233976BBA14}">
      <dgm:prSet/>
      <dgm:spPr/>
      <dgm:t>
        <a:bodyPr/>
        <a:lstStyle/>
        <a:p>
          <a:r>
            <a:rPr lang="en-US" dirty="0"/>
            <a:t>Data Analytics and Business Intelligence</a:t>
          </a:r>
        </a:p>
      </dgm:t>
    </dgm:pt>
    <dgm:pt modelId="{54BAF9D7-A81F-40B0-85E0-8901CB719A5E}" type="parTrans" cxnId="{5C088878-4F10-4971-9430-D260B9A16B61}">
      <dgm:prSet/>
      <dgm:spPr/>
      <dgm:t>
        <a:bodyPr/>
        <a:lstStyle/>
        <a:p>
          <a:endParaRPr lang="en-US"/>
        </a:p>
      </dgm:t>
    </dgm:pt>
    <dgm:pt modelId="{BBC2B628-4FC9-4563-9A68-2268ACD4F8BC}" type="sibTrans" cxnId="{5C088878-4F10-4971-9430-D260B9A16B61}">
      <dgm:prSet/>
      <dgm:spPr/>
      <dgm:t>
        <a:bodyPr/>
        <a:lstStyle/>
        <a:p>
          <a:endParaRPr lang="en-US"/>
        </a:p>
      </dgm:t>
    </dgm:pt>
    <dgm:pt modelId="{A0DCBC5C-1204-4859-BAB9-8A0934F13154}" type="pres">
      <dgm:prSet presAssocID="{48B051C9-038B-4BDF-BE35-A2AD0BFE4E15}" presName="root" presStyleCnt="0">
        <dgm:presLayoutVars>
          <dgm:dir/>
          <dgm:resizeHandles val="exact"/>
        </dgm:presLayoutVars>
      </dgm:prSet>
      <dgm:spPr/>
    </dgm:pt>
    <dgm:pt modelId="{FD17333C-3D0F-4AE4-9C4E-0A0BEE915FFD}" type="pres">
      <dgm:prSet presAssocID="{30DDA481-886C-4AD0-BC5C-A1E8E3B57A77}" presName="compNode" presStyleCnt="0"/>
      <dgm:spPr/>
    </dgm:pt>
    <dgm:pt modelId="{07880518-2CA5-4B47-B185-D6D9F6835881}" type="pres">
      <dgm:prSet presAssocID="{30DDA481-886C-4AD0-BC5C-A1E8E3B57A77}" presName="bgRect" presStyleLbl="bgShp" presStyleIdx="0" presStyleCnt="5"/>
      <dgm:spPr/>
    </dgm:pt>
    <dgm:pt modelId="{24FF3618-1193-4D17-AA01-DB65B021BF39}" type="pres">
      <dgm:prSet presAssocID="{30DDA481-886C-4AD0-BC5C-A1E8E3B57A7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ideo camera"/>
        </a:ext>
      </dgm:extLst>
    </dgm:pt>
    <dgm:pt modelId="{CF4B8636-A17E-4983-8F77-953A1DCDAC2B}" type="pres">
      <dgm:prSet presAssocID="{30DDA481-886C-4AD0-BC5C-A1E8E3B57A77}" presName="spaceRect" presStyleCnt="0"/>
      <dgm:spPr/>
    </dgm:pt>
    <dgm:pt modelId="{7AAEBC28-A70D-4A5A-8BF3-6D7895F17F3F}" type="pres">
      <dgm:prSet presAssocID="{30DDA481-886C-4AD0-BC5C-A1E8E3B57A77}" presName="parTx" presStyleLbl="revTx" presStyleIdx="0" presStyleCnt="5">
        <dgm:presLayoutVars>
          <dgm:chMax val="0"/>
          <dgm:chPref val="0"/>
        </dgm:presLayoutVars>
      </dgm:prSet>
      <dgm:spPr/>
    </dgm:pt>
    <dgm:pt modelId="{B0854160-FF19-43CD-9F68-88320902A7BE}" type="pres">
      <dgm:prSet presAssocID="{B1F62A02-B332-4C55-960A-F6C64D0D65A9}" presName="sibTrans" presStyleCnt="0"/>
      <dgm:spPr/>
    </dgm:pt>
    <dgm:pt modelId="{A394B52F-9289-4D9A-81E2-6783602B00E1}" type="pres">
      <dgm:prSet presAssocID="{383588C0-F3D6-4387-9745-AF0A396A87F1}" presName="compNode" presStyleCnt="0"/>
      <dgm:spPr/>
    </dgm:pt>
    <dgm:pt modelId="{19DF41E2-6234-4CE0-922D-CBA1B77FAF44}" type="pres">
      <dgm:prSet presAssocID="{383588C0-F3D6-4387-9745-AF0A396A87F1}" presName="bgRect" presStyleLbl="bgShp" presStyleIdx="1" presStyleCnt="5"/>
      <dgm:spPr/>
    </dgm:pt>
    <dgm:pt modelId="{2C792085-ADDE-4998-90D4-644DE89750D5}" type="pres">
      <dgm:prSet presAssocID="{383588C0-F3D6-4387-9745-AF0A396A87F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23F26182-8BB0-42F5-A1AC-4E3A3059B20B}" type="pres">
      <dgm:prSet presAssocID="{383588C0-F3D6-4387-9745-AF0A396A87F1}" presName="spaceRect" presStyleCnt="0"/>
      <dgm:spPr/>
    </dgm:pt>
    <dgm:pt modelId="{C7BFE7DB-1312-42E7-904A-91B3F031CF0F}" type="pres">
      <dgm:prSet presAssocID="{383588C0-F3D6-4387-9745-AF0A396A87F1}" presName="parTx" presStyleLbl="revTx" presStyleIdx="1" presStyleCnt="5">
        <dgm:presLayoutVars>
          <dgm:chMax val="0"/>
          <dgm:chPref val="0"/>
        </dgm:presLayoutVars>
      </dgm:prSet>
      <dgm:spPr/>
    </dgm:pt>
    <dgm:pt modelId="{1B3A618F-CF52-4848-AB60-26A5E7DDD333}" type="pres">
      <dgm:prSet presAssocID="{4CB6F8AF-A078-416E-99CD-40F3A8825F25}" presName="sibTrans" presStyleCnt="0"/>
      <dgm:spPr/>
    </dgm:pt>
    <dgm:pt modelId="{33780F64-5C3C-4A42-9D66-DB95E49E4B24}" type="pres">
      <dgm:prSet presAssocID="{1D53A6B8-BC83-42BF-A150-C4DB732F177D}" presName="compNode" presStyleCnt="0"/>
      <dgm:spPr/>
    </dgm:pt>
    <dgm:pt modelId="{A28968DB-7210-45D6-AE0E-8B712F91A324}" type="pres">
      <dgm:prSet presAssocID="{1D53A6B8-BC83-42BF-A150-C4DB732F177D}" presName="bgRect" presStyleLbl="bgShp" presStyleIdx="2" presStyleCnt="5"/>
      <dgm:spPr/>
    </dgm:pt>
    <dgm:pt modelId="{0011F419-D0D0-4AF8-B72A-02710A1FB159}" type="pres">
      <dgm:prSet presAssocID="{1D53A6B8-BC83-42BF-A150-C4DB732F177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2285086D-3B11-42E3-A033-C84467085E68}" type="pres">
      <dgm:prSet presAssocID="{1D53A6B8-BC83-42BF-A150-C4DB732F177D}" presName="spaceRect" presStyleCnt="0"/>
      <dgm:spPr/>
    </dgm:pt>
    <dgm:pt modelId="{515B2E75-A3C5-4CAB-9558-266A29FD01C8}" type="pres">
      <dgm:prSet presAssocID="{1D53A6B8-BC83-42BF-A150-C4DB732F177D}" presName="parTx" presStyleLbl="revTx" presStyleIdx="2" presStyleCnt="5">
        <dgm:presLayoutVars>
          <dgm:chMax val="0"/>
          <dgm:chPref val="0"/>
        </dgm:presLayoutVars>
      </dgm:prSet>
      <dgm:spPr/>
    </dgm:pt>
    <dgm:pt modelId="{9F7A69AE-0585-4E69-BE09-B50B956B494B}" type="pres">
      <dgm:prSet presAssocID="{B71A9D0B-92C5-4752-9007-CC9C3A6ECFB4}" presName="sibTrans" presStyleCnt="0"/>
      <dgm:spPr/>
    </dgm:pt>
    <dgm:pt modelId="{25226D3A-FE35-4386-9498-5526E4C4FA35}" type="pres">
      <dgm:prSet presAssocID="{4F40F8E4-427A-4AEF-8AF5-E204357E37AB}" presName="compNode" presStyleCnt="0"/>
      <dgm:spPr/>
    </dgm:pt>
    <dgm:pt modelId="{91F6AD42-23B3-4740-897B-99B658483C6A}" type="pres">
      <dgm:prSet presAssocID="{4F40F8E4-427A-4AEF-8AF5-E204357E37AB}" presName="bgRect" presStyleLbl="bgShp" presStyleIdx="3" presStyleCnt="5"/>
      <dgm:spPr/>
    </dgm:pt>
    <dgm:pt modelId="{D29CA82E-2EEE-4C9B-994A-75069F2D929F}" type="pres">
      <dgm:prSet presAssocID="{4F40F8E4-427A-4AEF-8AF5-E204357E37A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7AE194CD-E78F-47F5-A475-EFDD97C7957B}" type="pres">
      <dgm:prSet presAssocID="{4F40F8E4-427A-4AEF-8AF5-E204357E37AB}" presName="spaceRect" presStyleCnt="0"/>
      <dgm:spPr/>
    </dgm:pt>
    <dgm:pt modelId="{AE34CE04-0044-4F58-906F-BB0F88B044DA}" type="pres">
      <dgm:prSet presAssocID="{4F40F8E4-427A-4AEF-8AF5-E204357E37AB}" presName="parTx" presStyleLbl="revTx" presStyleIdx="3" presStyleCnt="5">
        <dgm:presLayoutVars>
          <dgm:chMax val="0"/>
          <dgm:chPref val="0"/>
        </dgm:presLayoutVars>
      </dgm:prSet>
      <dgm:spPr/>
    </dgm:pt>
    <dgm:pt modelId="{C24F9992-A8A4-4938-9073-1F4722D9136A}" type="pres">
      <dgm:prSet presAssocID="{EA522465-53FB-4B16-8B37-560CFFA65FC6}" presName="sibTrans" presStyleCnt="0"/>
      <dgm:spPr/>
    </dgm:pt>
    <dgm:pt modelId="{50A29863-AB2F-4106-BD13-85EA5630D308}" type="pres">
      <dgm:prSet presAssocID="{FD7A621D-99AE-40B6-968C-0233976BBA14}" presName="compNode" presStyleCnt="0"/>
      <dgm:spPr/>
    </dgm:pt>
    <dgm:pt modelId="{7E5A855E-2415-4A99-906F-93856DA0BF6C}" type="pres">
      <dgm:prSet presAssocID="{FD7A621D-99AE-40B6-968C-0233976BBA14}" presName="bgRect" presStyleLbl="bgShp" presStyleIdx="4" presStyleCnt="5"/>
      <dgm:spPr/>
    </dgm:pt>
    <dgm:pt modelId="{15647A8F-3C06-4898-9C74-525C636D8FD7}" type="pres">
      <dgm:prSet presAssocID="{FD7A621D-99AE-40B6-968C-0233976BBA1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A089421E-0CDF-45B7-A5D5-53C6CD6091ED}" type="pres">
      <dgm:prSet presAssocID="{FD7A621D-99AE-40B6-968C-0233976BBA14}" presName="spaceRect" presStyleCnt="0"/>
      <dgm:spPr/>
    </dgm:pt>
    <dgm:pt modelId="{2CF578A9-D13F-4565-B3E5-1867F5D9B5B7}" type="pres">
      <dgm:prSet presAssocID="{FD7A621D-99AE-40B6-968C-0233976BBA14}" presName="parTx" presStyleLbl="revTx" presStyleIdx="4" presStyleCnt="5">
        <dgm:presLayoutVars>
          <dgm:chMax val="0"/>
          <dgm:chPref val="0"/>
        </dgm:presLayoutVars>
      </dgm:prSet>
      <dgm:spPr/>
    </dgm:pt>
  </dgm:ptLst>
  <dgm:cxnLst>
    <dgm:cxn modelId="{1C893203-C9E8-4ACC-BF0C-A8372FF790C1}" type="presOf" srcId="{48B051C9-038B-4BDF-BE35-A2AD0BFE4E15}" destId="{A0DCBC5C-1204-4859-BAB9-8A0934F13154}" srcOrd="0" destOrd="0" presId="urn:microsoft.com/office/officeart/2018/2/layout/IconVerticalSolidList"/>
    <dgm:cxn modelId="{3F73553F-7D0B-48C4-939C-11E923FD329E}" type="presOf" srcId="{4F40F8E4-427A-4AEF-8AF5-E204357E37AB}" destId="{AE34CE04-0044-4F58-906F-BB0F88B044DA}" srcOrd="0" destOrd="0" presId="urn:microsoft.com/office/officeart/2018/2/layout/IconVerticalSolidList"/>
    <dgm:cxn modelId="{F591DD40-0AC4-4C7D-B3D5-72FD2ED6A5A0}" type="presOf" srcId="{30DDA481-886C-4AD0-BC5C-A1E8E3B57A77}" destId="{7AAEBC28-A70D-4A5A-8BF3-6D7895F17F3F}" srcOrd="0" destOrd="0" presId="urn:microsoft.com/office/officeart/2018/2/layout/IconVerticalSolidList"/>
    <dgm:cxn modelId="{07C43A6C-2C1A-439A-AF24-8BF71C3A143E}" srcId="{48B051C9-038B-4BDF-BE35-A2AD0BFE4E15}" destId="{1D53A6B8-BC83-42BF-A150-C4DB732F177D}" srcOrd="2" destOrd="0" parTransId="{1EF16608-073B-4592-9150-D7837D2E0A96}" sibTransId="{B71A9D0B-92C5-4752-9007-CC9C3A6ECFB4}"/>
    <dgm:cxn modelId="{D3663253-9D5E-40EB-8ACC-E9F34BB8F708}" type="presOf" srcId="{FD7A621D-99AE-40B6-968C-0233976BBA14}" destId="{2CF578A9-D13F-4565-B3E5-1867F5D9B5B7}" srcOrd="0" destOrd="0" presId="urn:microsoft.com/office/officeart/2018/2/layout/IconVerticalSolidList"/>
    <dgm:cxn modelId="{4A66E054-F57C-40DA-89A7-69C77194093A}" type="presOf" srcId="{383588C0-F3D6-4387-9745-AF0A396A87F1}" destId="{C7BFE7DB-1312-42E7-904A-91B3F031CF0F}" srcOrd="0" destOrd="0" presId="urn:microsoft.com/office/officeart/2018/2/layout/IconVerticalSolidList"/>
    <dgm:cxn modelId="{5C088878-4F10-4971-9430-D260B9A16B61}" srcId="{48B051C9-038B-4BDF-BE35-A2AD0BFE4E15}" destId="{FD7A621D-99AE-40B6-968C-0233976BBA14}" srcOrd="4" destOrd="0" parTransId="{54BAF9D7-A81F-40B0-85E0-8901CB719A5E}" sibTransId="{BBC2B628-4FC9-4563-9A68-2268ACD4F8BC}"/>
    <dgm:cxn modelId="{98B35294-77AF-4B96-A618-D3B094D239ED}" type="presOf" srcId="{1D53A6B8-BC83-42BF-A150-C4DB732F177D}" destId="{515B2E75-A3C5-4CAB-9558-266A29FD01C8}" srcOrd="0" destOrd="0" presId="urn:microsoft.com/office/officeart/2018/2/layout/IconVerticalSolidList"/>
    <dgm:cxn modelId="{5399C994-3418-47B6-9443-A35F794D0312}" srcId="{48B051C9-038B-4BDF-BE35-A2AD0BFE4E15}" destId="{4F40F8E4-427A-4AEF-8AF5-E204357E37AB}" srcOrd="3" destOrd="0" parTransId="{2FC29CD5-F08E-4538-989E-099241B684B1}" sibTransId="{EA522465-53FB-4B16-8B37-560CFFA65FC6}"/>
    <dgm:cxn modelId="{ADCF7096-E780-4EF1-A678-5D91DF6E4482}" srcId="{48B051C9-038B-4BDF-BE35-A2AD0BFE4E15}" destId="{30DDA481-886C-4AD0-BC5C-A1E8E3B57A77}" srcOrd="0" destOrd="0" parTransId="{A00392BD-E1FC-4235-AD41-D31CBF19D3EF}" sibTransId="{B1F62A02-B332-4C55-960A-F6C64D0D65A9}"/>
    <dgm:cxn modelId="{7327FFBE-E357-40EE-866B-B92277AFB70B}" srcId="{48B051C9-038B-4BDF-BE35-A2AD0BFE4E15}" destId="{383588C0-F3D6-4387-9745-AF0A396A87F1}" srcOrd="1" destOrd="0" parTransId="{0D46C63B-963C-4BBC-A7E1-8CC6816EC570}" sibTransId="{4CB6F8AF-A078-416E-99CD-40F3A8825F25}"/>
    <dgm:cxn modelId="{AB5EAF12-80C3-43A7-AFDD-222AEA9CB1C8}" type="presParOf" srcId="{A0DCBC5C-1204-4859-BAB9-8A0934F13154}" destId="{FD17333C-3D0F-4AE4-9C4E-0A0BEE915FFD}" srcOrd="0" destOrd="0" presId="urn:microsoft.com/office/officeart/2018/2/layout/IconVerticalSolidList"/>
    <dgm:cxn modelId="{6CA7E1A6-6726-4766-BFA7-C1153D0BFF1D}" type="presParOf" srcId="{FD17333C-3D0F-4AE4-9C4E-0A0BEE915FFD}" destId="{07880518-2CA5-4B47-B185-D6D9F6835881}" srcOrd="0" destOrd="0" presId="urn:microsoft.com/office/officeart/2018/2/layout/IconVerticalSolidList"/>
    <dgm:cxn modelId="{45FFA645-F7D2-4021-80F9-A200597101DF}" type="presParOf" srcId="{FD17333C-3D0F-4AE4-9C4E-0A0BEE915FFD}" destId="{24FF3618-1193-4D17-AA01-DB65B021BF39}" srcOrd="1" destOrd="0" presId="urn:microsoft.com/office/officeart/2018/2/layout/IconVerticalSolidList"/>
    <dgm:cxn modelId="{E382D8F6-2819-44E0-885A-F39E6B7AA052}" type="presParOf" srcId="{FD17333C-3D0F-4AE4-9C4E-0A0BEE915FFD}" destId="{CF4B8636-A17E-4983-8F77-953A1DCDAC2B}" srcOrd="2" destOrd="0" presId="urn:microsoft.com/office/officeart/2018/2/layout/IconVerticalSolidList"/>
    <dgm:cxn modelId="{368A3AEA-D663-4A1A-8EB3-395E005C6F53}" type="presParOf" srcId="{FD17333C-3D0F-4AE4-9C4E-0A0BEE915FFD}" destId="{7AAEBC28-A70D-4A5A-8BF3-6D7895F17F3F}" srcOrd="3" destOrd="0" presId="urn:microsoft.com/office/officeart/2018/2/layout/IconVerticalSolidList"/>
    <dgm:cxn modelId="{2C28F212-8FCE-4D34-BADB-555E5EE788C0}" type="presParOf" srcId="{A0DCBC5C-1204-4859-BAB9-8A0934F13154}" destId="{B0854160-FF19-43CD-9F68-88320902A7BE}" srcOrd="1" destOrd="0" presId="urn:microsoft.com/office/officeart/2018/2/layout/IconVerticalSolidList"/>
    <dgm:cxn modelId="{27E5BBEE-EC1D-4A5D-9DAA-3C5CA056ECF8}" type="presParOf" srcId="{A0DCBC5C-1204-4859-BAB9-8A0934F13154}" destId="{A394B52F-9289-4D9A-81E2-6783602B00E1}" srcOrd="2" destOrd="0" presId="urn:microsoft.com/office/officeart/2018/2/layout/IconVerticalSolidList"/>
    <dgm:cxn modelId="{190820BF-D6AA-462D-9099-15E99269EA1D}" type="presParOf" srcId="{A394B52F-9289-4D9A-81E2-6783602B00E1}" destId="{19DF41E2-6234-4CE0-922D-CBA1B77FAF44}" srcOrd="0" destOrd="0" presId="urn:microsoft.com/office/officeart/2018/2/layout/IconVerticalSolidList"/>
    <dgm:cxn modelId="{CB057925-12A2-487D-B458-927DF82D030C}" type="presParOf" srcId="{A394B52F-9289-4D9A-81E2-6783602B00E1}" destId="{2C792085-ADDE-4998-90D4-644DE89750D5}" srcOrd="1" destOrd="0" presId="urn:microsoft.com/office/officeart/2018/2/layout/IconVerticalSolidList"/>
    <dgm:cxn modelId="{B60891D0-F162-4BF7-ABA2-F0A43BECEFAA}" type="presParOf" srcId="{A394B52F-9289-4D9A-81E2-6783602B00E1}" destId="{23F26182-8BB0-42F5-A1AC-4E3A3059B20B}" srcOrd="2" destOrd="0" presId="urn:microsoft.com/office/officeart/2018/2/layout/IconVerticalSolidList"/>
    <dgm:cxn modelId="{10934BA4-F2B2-4531-8B72-9D78F946A896}" type="presParOf" srcId="{A394B52F-9289-4D9A-81E2-6783602B00E1}" destId="{C7BFE7DB-1312-42E7-904A-91B3F031CF0F}" srcOrd="3" destOrd="0" presId="urn:microsoft.com/office/officeart/2018/2/layout/IconVerticalSolidList"/>
    <dgm:cxn modelId="{7D0C6D19-6B8D-4AC4-9575-1AB3A2F278E6}" type="presParOf" srcId="{A0DCBC5C-1204-4859-BAB9-8A0934F13154}" destId="{1B3A618F-CF52-4848-AB60-26A5E7DDD333}" srcOrd="3" destOrd="0" presId="urn:microsoft.com/office/officeart/2018/2/layout/IconVerticalSolidList"/>
    <dgm:cxn modelId="{07659FE2-1413-43F5-9537-920F68A4E06E}" type="presParOf" srcId="{A0DCBC5C-1204-4859-BAB9-8A0934F13154}" destId="{33780F64-5C3C-4A42-9D66-DB95E49E4B24}" srcOrd="4" destOrd="0" presId="urn:microsoft.com/office/officeart/2018/2/layout/IconVerticalSolidList"/>
    <dgm:cxn modelId="{FA9A8704-855E-45B2-9F58-AC86B4710953}" type="presParOf" srcId="{33780F64-5C3C-4A42-9D66-DB95E49E4B24}" destId="{A28968DB-7210-45D6-AE0E-8B712F91A324}" srcOrd="0" destOrd="0" presId="urn:microsoft.com/office/officeart/2018/2/layout/IconVerticalSolidList"/>
    <dgm:cxn modelId="{14805E61-2EAC-427E-9426-641CF934837A}" type="presParOf" srcId="{33780F64-5C3C-4A42-9D66-DB95E49E4B24}" destId="{0011F419-D0D0-4AF8-B72A-02710A1FB159}" srcOrd="1" destOrd="0" presId="urn:microsoft.com/office/officeart/2018/2/layout/IconVerticalSolidList"/>
    <dgm:cxn modelId="{22F292CB-AEE9-4107-9EF9-A72BB4469FAD}" type="presParOf" srcId="{33780F64-5C3C-4A42-9D66-DB95E49E4B24}" destId="{2285086D-3B11-42E3-A033-C84467085E68}" srcOrd="2" destOrd="0" presId="urn:microsoft.com/office/officeart/2018/2/layout/IconVerticalSolidList"/>
    <dgm:cxn modelId="{BA277E48-4FE3-46E3-A007-12F062F0F232}" type="presParOf" srcId="{33780F64-5C3C-4A42-9D66-DB95E49E4B24}" destId="{515B2E75-A3C5-4CAB-9558-266A29FD01C8}" srcOrd="3" destOrd="0" presId="urn:microsoft.com/office/officeart/2018/2/layout/IconVerticalSolidList"/>
    <dgm:cxn modelId="{6844C455-4A75-40C4-B21D-CD0D4CB906B6}" type="presParOf" srcId="{A0DCBC5C-1204-4859-BAB9-8A0934F13154}" destId="{9F7A69AE-0585-4E69-BE09-B50B956B494B}" srcOrd="5" destOrd="0" presId="urn:microsoft.com/office/officeart/2018/2/layout/IconVerticalSolidList"/>
    <dgm:cxn modelId="{0A0CEB95-0057-4A76-98C2-F73F560AEEC3}" type="presParOf" srcId="{A0DCBC5C-1204-4859-BAB9-8A0934F13154}" destId="{25226D3A-FE35-4386-9498-5526E4C4FA35}" srcOrd="6" destOrd="0" presId="urn:microsoft.com/office/officeart/2018/2/layout/IconVerticalSolidList"/>
    <dgm:cxn modelId="{BEBC283B-5557-490E-A22F-3B3357A0A1E1}" type="presParOf" srcId="{25226D3A-FE35-4386-9498-5526E4C4FA35}" destId="{91F6AD42-23B3-4740-897B-99B658483C6A}" srcOrd="0" destOrd="0" presId="urn:microsoft.com/office/officeart/2018/2/layout/IconVerticalSolidList"/>
    <dgm:cxn modelId="{EBE1870C-2122-4135-B921-80A6C98BEC7C}" type="presParOf" srcId="{25226D3A-FE35-4386-9498-5526E4C4FA35}" destId="{D29CA82E-2EEE-4C9B-994A-75069F2D929F}" srcOrd="1" destOrd="0" presId="urn:microsoft.com/office/officeart/2018/2/layout/IconVerticalSolidList"/>
    <dgm:cxn modelId="{2D30B22D-0080-4A65-8C5D-D7AEBE827871}" type="presParOf" srcId="{25226D3A-FE35-4386-9498-5526E4C4FA35}" destId="{7AE194CD-E78F-47F5-A475-EFDD97C7957B}" srcOrd="2" destOrd="0" presId="urn:microsoft.com/office/officeart/2018/2/layout/IconVerticalSolidList"/>
    <dgm:cxn modelId="{71DA5FB8-85A7-4C29-861D-F95495C43A28}" type="presParOf" srcId="{25226D3A-FE35-4386-9498-5526E4C4FA35}" destId="{AE34CE04-0044-4F58-906F-BB0F88B044DA}" srcOrd="3" destOrd="0" presId="urn:microsoft.com/office/officeart/2018/2/layout/IconVerticalSolidList"/>
    <dgm:cxn modelId="{3AB64766-3051-46D2-BB63-8682F0601250}" type="presParOf" srcId="{A0DCBC5C-1204-4859-BAB9-8A0934F13154}" destId="{C24F9992-A8A4-4938-9073-1F4722D9136A}" srcOrd="7" destOrd="0" presId="urn:microsoft.com/office/officeart/2018/2/layout/IconVerticalSolidList"/>
    <dgm:cxn modelId="{025EF834-F5AB-4C27-9883-8DF6556A8DD8}" type="presParOf" srcId="{A0DCBC5C-1204-4859-BAB9-8A0934F13154}" destId="{50A29863-AB2F-4106-BD13-85EA5630D308}" srcOrd="8" destOrd="0" presId="urn:microsoft.com/office/officeart/2018/2/layout/IconVerticalSolidList"/>
    <dgm:cxn modelId="{7559C9C5-C8EC-42A4-BA10-A7779337C427}" type="presParOf" srcId="{50A29863-AB2F-4106-BD13-85EA5630D308}" destId="{7E5A855E-2415-4A99-906F-93856DA0BF6C}" srcOrd="0" destOrd="0" presId="urn:microsoft.com/office/officeart/2018/2/layout/IconVerticalSolidList"/>
    <dgm:cxn modelId="{1A85EBBE-FD13-4ABB-A915-78646FECF057}" type="presParOf" srcId="{50A29863-AB2F-4106-BD13-85EA5630D308}" destId="{15647A8F-3C06-4898-9C74-525C636D8FD7}" srcOrd="1" destOrd="0" presId="urn:microsoft.com/office/officeart/2018/2/layout/IconVerticalSolidList"/>
    <dgm:cxn modelId="{600FFFF5-D86C-4B27-A032-F7D10095C24E}" type="presParOf" srcId="{50A29863-AB2F-4106-BD13-85EA5630D308}" destId="{A089421E-0CDF-45B7-A5D5-53C6CD6091ED}" srcOrd="2" destOrd="0" presId="urn:microsoft.com/office/officeart/2018/2/layout/IconVerticalSolidList"/>
    <dgm:cxn modelId="{8D5C88C1-97BC-4178-AA06-25383CA51EBE}" type="presParOf" srcId="{50A29863-AB2F-4106-BD13-85EA5630D308}" destId="{2CF578A9-D13F-4565-B3E5-1867F5D9B5B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345BD5-E602-467A-84CE-132D1B1BB33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2E1C8C3-276F-4B14-AEFA-3608F3AF2C0D}">
      <dgm:prSet/>
      <dgm:spPr/>
      <dgm:t>
        <a:bodyPr/>
        <a:lstStyle/>
        <a:p>
          <a:r>
            <a:rPr lang="en-US" baseline="0" dirty="0"/>
            <a:t>Vast Movie Library: The rental company has a wide variety of movies new and old that is constantly being added to and updated. This data needs to be organized efficiently so it can be accessed for user recommendations.</a:t>
          </a:r>
          <a:endParaRPr lang="en-US" dirty="0"/>
        </a:p>
      </dgm:t>
    </dgm:pt>
    <dgm:pt modelId="{3255E5F8-E42E-4D4F-B32F-85A62A0C4E39}" type="parTrans" cxnId="{35AFDC7D-0248-4404-9B0E-4A91D32494B9}">
      <dgm:prSet/>
      <dgm:spPr/>
      <dgm:t>
        <a:bodyPr/>
        <a:lstStyle/>
        <a:p>
          <a:endParaRPr lang="en-US"/>
        </a:p>
      </dgm:t>
    </dgm:pt>
    <dgm:pt modelId="{9F95DED0-B1D0-4CC7-B181-79C1E776EC99}" type="sibTrans" cxnId="{35AFDC7D-0248-4404-9B0E-4A91D32494B9}">
      <dgm:prSet/>
      <dgm:spPr/>
      <dgm:t>
        <a:bodyPr/>
        <a:lstStyle/>
        <a:p>
          <a:endParaRPr lang="en-US"/>
        </a:p>
      </dgm:t>
    </dgm:pt>
    <dgm:pt modelId="{38FD5A82-F08E-4A0A-9E35-8770808FB6A2}">
      <dgm:prSet/>
      <dgm:spPr/>
      <dgm:t>
        <a:bodyPr/>
        <a:lstStyle/>
        <a:p>
          <a:r>
            <a:rPr lang="en-US" baseline="0" dirty="0"/>
            <a:t>Growing Customer Information: The rental company has many users of its platform and this is constantly growing. The data includes demographics information along with information about their memberships and rental history. </a:t>
          </a:r>
          <a:endParaRPr lang="en-US" dirty="0"/>
        </a:p>
      </dgm:t>
    </dgm:pt>
    <dgm:pt modelId="{CB76B2E2-5550-45A5-A5D0-FD4EEFFAFED7}" type="parTrans" cxnId="{FD96262D-392F-47A0-9F16-CB48B840309B}">
      <dgm:prSet/>
      <dgm:spPr/>
      <dgm:t>
        <a:bodyPr/>
        <a:lstStyle/>
        <a:p>
          <a:endParaRPr lang="en-US"/>
        </a:p>
      </dgm:t>
    </dgm:pt>
    <dgm:pt modelId="{4AD8D5EE-B684-42CA-87DD-332C46D329B6}" type="sibTrans" cxnId="{FD96262D-392F-47A0-9F16-CB48B840309B}">
      <dgm:prSet/>
      <dgm:spPr/>
      <dgm:t>
        <a:bodyPr/>
        <a:lstStyle/>
        <a:p>
          <a:endParaRPr lang="en-US"/>
        </a:p>
      </dgm:t>
    </dgm:pt>
    <dgm:pt modelId="{6A4EEF25-B75A-49B7-A39B-2E79D25EDC53}">
      <dgm:prSet/>
      <dgm:spPr/>
      <dgm:t>
        <a:bodyPr/>
        <a:lstStyle/>
        <a:p>
          <a:r>
            <a:rPr lang="en-US" baseline="0" dirty="0"/>
            <a:t>Changing Customer Preferences: The company hopes to stay on top of trends and changing customer preferences by better utilizing the data the company has on its users and movie library to have more informed business decisions on things like content and inventory management. </a:t>
          </a:r>
          <a:endParaRPr lang="en-US" dirty="0"/>
        </a:p>
      </dgm:t>
    </dgm:pt>
    <dgm:pt modelId="{B8C10F5A-13A7-4892-94D8-031673D2DE20}" type="parTrans" cxnId="{D59A1F78-5E93-40EC-BFAA-9CFA0EBBA1F2}">
      <dgm:prSet/>
      <dgm:spPr/>
      <dgm:t>
        <a:bodyPr/>
        <a:lstStyle/>
        <a:p>
          <a:endParaRPr lang="en-US"/>
        </a:p>
      </dgm:t>
    </dgm:pt>
    <dgm:pt modelId="{EDA29DE9-8ACC-4E30-82AB-21D2061B98EC}" type="sibTrans" cxnId="{D59A1F78-5E93-40EC-BFAA-9CFA0EBBA1F2}">
      <dgm:prSet/>
      <dgm:spPr/>
      <dgm:t>
        <a:bodyPr/>
        <a:lstStyle/>
        <a:p>
          <a:endParaRPr lang="en-US"/>
        </a:p>
      </dgm:t>
    </dgm:pt>
    <dgm:pt modelId="{93EE0367-03E6-46FD-BBA1-A43F202C7C5C}" type="pres">
      <dgm:prSet presAssocID="{65345BD5-E602-467A-84CE-132D1B1BB33D}" presName="root" presStyleCnt="0">
        <dgm:presLayoutVars>
          <dgm:dir/>
          <dgm:resizeHandles val="exact"/>
        </dgm:presLayoutVars>
      </dgm:prSet>
      <dgm:spPr/>
    </dgm:pt>
    <dgm:pt modelId="{7218229D-9C79-4F8F-91A3-AFBD4A86F00A}" type="pres">
      <dgm:prSet presAssocID="{02E1C8C3-276F-4B14-AEFA-3608F3AF2C0D}" presName="compNode" presStyleCnt="0"/>
      <dgm:spPr/>
    </dgm:pt>
    <dgm:pt modelId="{1B05DC00-BDFF-4EA6-8375-236A36F943A3}" type="pres">
      <dgm:prSet presAssocID="{02E1C8C3-276F-4B14-AEFA-3608F3AF2C0D}" presName="bgRect" presStyleLbl="bgShp" presStyleIdx="0" presStyleCnt="3"/>
      <dgm:spPr/>
    </dgm:pt>
    <dgm:pt modelId="{B1E2B149-F613-405E-ACE2-B621289FF854}" type="pres">
      <dgm:prSet presAssocID="{02E1C8C3-276F-4B14-AEFA-3608F3AF2C0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on Shelf"/>
        </a:ext>
      </dgm:extLst>
    </dgm:pt>
    <dgm:pt modelId="{B197AF43-ABC1-40FC-9A1D-1F6C31379B4C}" type="pres">
      <dgm:prSet presAssocID="{02E1C8C3-276F-4B14-AEFA-3608F3AF2C0D}" presName="spaceRect" presStyleCnt="0"/>
      <dgm:spPr/>
    </dgm:pt>
    <dgm:pt modelId="{271C8AA0-830C-442B-A173-6B2D54476458}" type="pres">
      <dgm:prSet presAssocID="{02E1C8C3-276F-4B14-AEFA-3608F3AF2C0D}" presName="parTx" presStyleLbl="revTx" presStyleIdx="0" presStyleCnt="3">
        <dgm:presLayoutVars>
          <dgm:chMax val="0"/>
          <dgm:chPref val="0"/>
        </dgm:presLayoutVars>
      </dgm:prSet>
      <dgm:spPr/>
    </dgm:pt>
    <dgm:pt modelId="{0F5ED5F9-6A01-4C31-89E5-2F60A49A0573}" type="pres">
      <dgm:prSet presAssocID="{9F95DED0-B1D0-4CC7-B181-79C1E776EC99}" presName="sibTrans" presStyleCnt="0"/>
      <dgm:spPr/>
    </dgm:pt>
    <dgm:pt modelId="{B49CD2C1-276B-438C-8904-C0F30A55E5A0}" type="pres">
      <dgm:prSet presAssocID="{38FD5A82-F08E-4A0A-9E35-8770808FB6A2}" presName="compNode" presStyleCnt="0"/>
      <dgm:spPr/>
    </dgm:pt>
    <dgm:pt modelId="{19A4FE92-AE8A-4948-B527-6CF5FC613BD5}" type="pres">
      <dgm:prSet presAssocID="{38FD5A82-F08E-4A0A-9E35-8770808FB6A2}" presName="bgRect" presStyleLbl="bgShp" presStyleIdx="1" presStyleCnt="3"/>
      <dgm:spPr/>
    </dgm:pt>
    <dgm:pt modelId="{0BF68B01-0403-479E-9BD5-CABCECB4F125}" type="pres">
      <dgm:prSet presAssocID="{38FD5A82-F08E-4A0A-9E35-8770808FB6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ty"/>
        </a:ext>
      </dgm:extLst>
    </dgm:pt>
    <dgm:pt modelId="{55F1387A-14CB-4483-9EE5-DA8958E634A8}" type="pres">
      <dgm:prSet presAssocID="{38FD5A82-F08E-4A0A-9E35-8770808FB6A2}" presName="spaceRect" presStyleCnt="0"/>
      <dgm:spPr/>
    </dgm:pt>
    <dgm:pt modelId="{EC49CB29-91E4-471C-B4CD-D07B661FF727}" type="pres">
      <dgm:prSet presAssocID="{38FD5A82-F08E-4A0A-9E35-8770808FB6A2}" presName="parTx" presStyleLbl="revTx" presStyleIdx="1" presStyleCnt="3">
        <dgm:presLayoutVars>
          <dgm:chMax val="0"/>
          <dgm:chPref val="0"/>
        </dgm:presLayoutVars>
      </dgm:prSet>
      <dgm:spPr/>
    </dgm:pt>
    <dgm:pt modelId="{316431FC-6EBE-4FE1-99CA-D913B08ACC8A}" type="pres">
      <dgm:prSet presAssocID="{4AD8D5EE-B684-42CA-87DD-332C46D329B6}" presName="sibTrans" presStyleCnt="0"/>
      <dgm:spPr/>
    </dgm:pt>
    <dgm:pt modelId="{74E9D94D-339D-428E-89A5-B537624D3AC0}" type="pres">
      <dgm:prSet presAssocID="{6A4EEF25-B75A-49B7-A39B-2E79D25EDC53}" presName="compNode" presStyleCnt="0"/>
      <dgm:spPr/>
    </dgm:pt>
    <dgm:pt modelId="{41E3CE14-16B7-4646-BF89-CC0542CC1BD2}" type="pres">
      <dgm:prSet presAssocID="{6A4EEF25-B75A-49B7-A39B-2E79D25EDC53}" presName="bgRect" presStyleLbl="bgShp" presStyleIdx="2" presStyleCnt="3"/>
      <dgm:spPr/>
    </dgm:pt>
    <dgm:pt modelId="{BE73353F-514A-4FAE-8C39-8601B69E7BB3}" type="pres">
      <dgm:prSet presAssocID="{6A4EEF25-B75A-49B7-A39B-2E79D25EDC5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93FFB8A5-9C1A-4B28-AD69-0136E3C2D6A4}" type="pres">
      <dgm:prSet presAssocID="{6A4EEF25-B75A-49B7-A39B-2E79D25EDC53}" presName="spaceRect" presStyleCnt="0"/>
      <dgm:spPr/>
    </dgm:pt>
    <dgm:pt modelId="{55F34E48-4481-4ADD-B904-80A8CFAB91F3}" type="pres">
      <dgm:prSet presAssocID="{6A4EEF25-B75A-49B7-A39B-2E79D25EDC53}" presName="parTx" presStyleLbl="revTx" presStyleIdx="2" presStyleCnt="3">
        <dgm:presLayoutVars>
          <dgm:chMax val="0"/>
          <dgm:chPref val="0"/>
        </dgm:presLayoutVars>
      </dgm:prSet>
      <dgm:spPr/>
    </dgm:pt>
  </dgm:ptLst>
  <dgm:cxnLst>
    <dgm:cxn modelId="{FD96262D-392F-47A0-9F16-CB48B840309B}" srcId="{65345BD5-E602-467A-84CE-132D1B1BB33D}" destId="{38FD5A82-F08E-4A0A-9E35-8770808FB6A2}" srcOrd="1" destOrd="0" parTransId="{CB76B2E2-5550-45A5-A5D0-FD4EEFFAFED7}" sibTransId="{4AD8D5EE-B684-42CA-87DD-332C46D329B6}"/>
    <dgm:cxn modelId="{148FEF6D-8C06-4F0D-B7AE-D287ADF07026}" type="presOf" srcId="{65345BD5-E602-467A-84CE-132D1B1BB33D}" destId="{93EE0367-03E6-46FD-BBA1-A43F202C7C5C}" srcOrd="0" destOrd="0" presId="urn:microsoft.com/office/officeart/2018/2/layout/IconVerticalSolidList"/>
    <dgm:cxn modelId="{D59A1F78-5E93-40EC-BFAA-9CFA0EBBA1F2}" srcId="{65345BD5-E602-467A-84CE-132D1B1BB33D}" destId="{6A4EEF25-B75A-49B7-A39B-2E79D25EDC53}" srcOrd="2" destOrd="0" parTransId="{B8C10F5A-13A7-4892-94D8-031673D2DE20}" sibTransId="{EDA29DE9-8ACC-4E30-82AB-21D2061B98EC}"/>
    <dgm:cxn modelId="{35AFDC7D-0248-4404-9B0E-4A91D32494B9}" srcId="{65345BD5-E602-467A-84CE-132D1B1BB33D}" destId="{02E1C8C3-276F-4B14-AEFA-3608F3AF2C0D}" srcOrd="0" destOrd="0" parTransId="{3255E5F8-E42E-4D4F-B32F-85A62A0C4E39}" sibTransId="{9F95DED0-B1D0-4CC7-B181-79C1E776EC99}"/>
    <dgm:cxn modelId="{7BAECFA0-0B39-4BB4-ADAB-247244150151}" type="presOf" srcId="{38FD5A82-F08E-4A0A-9E35-8770808FB6A2}" destId="{EC49CB29-91E4-471C-B4CD-D07B661FF727}" srcOrd="0" destOrd="0" presId="urn:microsoft.com/office/officeart/2018/2/layout/IconVerticalSolidList"/>
    <dgm:cxn modelId="{009F20B5-172A-43F4-96C9-CDC7B1546024}" type="presOf" srcId="{6A4EEF25-B75A-49B7-A39B-2E79D25EDC53}" destId="{55F34E48-4481-4ADD-B904-80A8CFAB91F3}" srcOrd="0" destOrd="0" presId="urn:microsoft.com/office/officeart/2018/2/layout/IconVerticalSolidList"/>
    <dgm:cxn modelId="{422D82E8-C5ED-4B0D-BAB2-7531F1500597}" type="presOf" srcId="{02E1C8C3-276F-4B14-AEFA-3608F3AF2C0D}" destId="{271C8AA0-830C-442B-A173-6B2D54476458}" srcOrd="0" destOrd="0" presId="urn:microsoft.com/office/officeart/2018/2/layout/IconVerticalSolidList"/>
    <dgm:cxn modelId="{44086CFC-1AB1-499B-AB0E-789223FA1D40}" type="presParOf" srcId="{93EE0367-03E6-46FD-BBA1-A43F202C7C5C}" destId="{7218229D-9C79-4F8F-91A3-AFBD4A86F00A}" srcOrd="0" destOrd="0" presId="urn:microsoft.com/office/officeart/2018/2/layout/IconVerticalSolidList"/>
    <dgm:cxn modelId="{40AF6170-FD66-41B3-BF71-C8AD85E69A3F}" type="presParOf" srcId="{7218229D-9C79-4F8F-91A3-AFBD4A86F00A}" destId="{1B05DC00-BDFF-4EA6-8375-236A36F943A3}" srcOrd="0" destOrd="0" presId="urn:microsoft.com/office/officeart/2018/2/layout/IconVerticalSolidList"/>
    <dgm:cxn modelId="{BA177A60-40AF-45BA-8F1C-F78109178C1A}" type="presParOf" srcId="{7218229D-9C79-4F8F-91A3-AFBD4A86F00A}" destId="{B1E2B149-F613-405E-ACE2-B621289FF854}" srcOrd="1" destOrd="0" presId="urn:microsoft.com/office/officeart/2018/2/layout/IconVerticalSolidList"/>
    <dgm:cxn modelId="{0C1D6084-0E4D-40FB-A47F-3A40962709D2}" type="presParOf" srcId="{7218229D-9C79-4F8F-91A3-AFBD4A86F00A}" destId="{B197AF43-ABC1-40FC-9A1D-1F6C31379B4C}" srcOrd="2" destOrd="0" presId="urn:microsoft.com/office/officeart/2018/2/layout/IconVerticalSolidList"/>
    <dgm:cxn modelId="{EC54FDCE-1E5F-43E1-8247-C836878711F9}" type="presParOf" srcId="{7218229D-9C79-4F8F-91A3-AFBD4A86F00A}" destId="{271C8AA0-830C-442B-A173-6B2D54476458}" srcOrd="3" destOrd="0" presId="urn:microsoft.com/office/officeart/2018/2/layout/IconVerticalSolidList"/>
    <dgm:cxn modelId="{54BB001C-FF93-4FCA-8B84-53B25E36DEA6}" type="presParOf" srcId="{93EE0367-03E6-46FD-BBA1-A43F202C7C5C}" destId="{0F5ED5F9-6A01-4C31-89E5-2F60A49A0573}" srcOrd="1" destOrd="0" presId="urn:microsoft.com/office/officeart/2018/2/layout/IconVerticalSolidList"/>
    <dgm:cxn modelId="{BEF343C2-A16C-45EC-B16B-8E2569B9B12F}" type="presParOf" srcId="{93EE0367-03E6-46FD-BBA1-A43F202C7C5C}" destId="{B49CD2C1-276B-438C-8904-C0F30A55E5A0}" srcOrd="2" destOrd="0" presId="urn:microsoft.com/office/officeart/2018/2/layout/IconVerticalSolidList"/>
    <dgm:cxn modelId="{3D59F311-5243-4D68-90E6-2CBD60017B97}" type="presParOf" srcId="{B49CD2C1-276B-438C-8904-C0F30A55E5A0}" destId="{19A4FE92-AE8A-4948-B527-6CF5FC613BD5}" srcOrd="0" destOrd="0" presId="urn:microsoft.com/office/officeart/2018/2/layout/IconVerticalSolidList"/>
    <dgm:cxn modelId="{E105C423-BB57-49AA-A162-652ED00175C0}" type="presParOf" srcId="{B49CD2C1-276B-438C-8904-C0F30A55E5A0}" destId="{0BF68B01-0403-479E-9BD5-CABCECB4F125}" srcOrd="1" destOrd="0" presId="urn:microsoft.com/office/officeart/2018/2/layout/IconVerticalSolidList"/>
    <dgm:cxn modelId="{D13D3BBF-D246-4952-85B1-DF5549763D9F}" type="presParOf" srcId="{B49CD2C1-276B-438C-8904-C0F30A55E5A0}" destId="{55F1387A-14CB-4483-9EE5-DA8958E634A8}" srcOrd="2" destOrd="0" presId="urn:microsoft.com/office/officeart/2018/2/layout/IconVerticalSolidList"/>
    <dgm:cxn modelId="{D88F6F31-EA7F-45AA-B750-1620A5342D62}" type="presParOf" srcId="{B49CD2C1-276B-438C-8904-C0F30A55E5A0}" destId="{EC49CB29-91E4-471C-B4CD-D07B661FF727}" srcOrd="3" destOrd="0" presId="urn:microsoft.com/office/officeart/2018/2/layout/IconVerticalSolidList"/>
    <dgm:cxn modelId="{77E3C299-39AF-4875-BBC8-0E6DFD2C862E}" type="presParOf" srcId="{93EE0367-03E6-46FD-BBA1-A43F202C7C5C}" destId="{316431FC-6EBE-4FE1-99CA-D913B08ACC8A}" srcOrd="3" destOrd="0" presId="urn:microsoft.com/office/officeart/2018/2/layout/IconVerticalSolidList"/>
    <dgm:cxn modelId="{0E197F0B-CC85-4BBC-BF21-5DD5803D45FE}" type="presParOf" srcId="{93EE0367-03E6-46FD-BBA1-A43F202C7C5C}" destId="{74E9D94D-339D-428E-89A5-B537624D3AC0}" srcOrd="4" destOrd="0" presId="urn:microsoft.com/office/officeart/2018/2/layout/IconVerticalSolidList"/>
    <dgm:cxn modelId="{CDBDFD43-B753-4CD0-B9B6-56F5C3F68805}" type="presParOf" srcId="{74E9D94D-339D-428E-89A5-B537624D3AC0}" destId="{41E3CE14-16B7-4646-BF89-CC0542CC1BD2}" srcOrd="0" destOrd="0" presId="urn:microsoft.com/office/officeart/2018/2/layout/IconVerticalSolidList"/>
    <dgm:cxn modelId="{CBB7F2B6-1C79-4B55-98DE-2030754C9AFC}" type="presParOf" srcId="{74E9D94D-339D-428E-89A5-B537624D3AC0}" destId="{BE73353F-514A-4FAE-8C39-8601B69E7BB3}" srcOrd="1" destOrd="0" presId="urn:microsoft.com/office/officeart/2018/2/layout/IconVerticalSolidList"/>
    <dgm:cxn modelId="{EE13ECB0-667E-4294-8DEA-750B153980CF}" type="presParOf" srcId="{74E9D94D-339D-428E-89A5-B537624D3AC0}" destId="{93FFB8A5-9C1A-4B28-AD69-0136E3C2D6A4}" srcOrd="2" destOrd="0" presId="urn:microsoft.com/office/officeart/2018/2/layout/IconVerticalSolidList"/>
    <dgm:cxn modelId="{1F5E7D4F-253A-4BA2-82BE-06F2073E639C}" type="presParOf" srcId="{74E9D94D-339D-428E-89A5-B537624D3AC0}" destId="{55F34E48-4481-4ADD-B904-80A8CFAB91F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F3482D-743F-4554-8817-C377A2DD19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4ABF1A8-8F80-420F-B587-C997E04D04FC}">
      <dgm:prSet/>
      <dgm:spPr/>
      <dgm:t>
        <a:bodyPr/>
        <a:lstStyle/>
        <a:p>
          <a:pPr>
            <a:lnSpc>
              <a:spcPct val="100000"/>
            </a:lnSpc>
          </a:pPr>
          <a:r>
            <a:rPr lang="en-US" baseline="0" dirty="0"/>
            <a:t>We will be adding security to our ecosystem in 5 key ways to ensure we have total security coverage and minimizing the chance for leaks or theft.</a:t>
          </a:r>
          <a:endParaRPr lang="en-US" dirty="0"/>
        </a:p>
      </dgm:t>
    </dgm:pt>
    <dgm:pt modelId="{19E910B8-FB8F-4576-8517-BCB2226DF333}" type="parTrans" cxnId="{28144F8E-DE3B-43A7-9DDB-86BFEC60D46C}">
      <dgm:prSet/>
      <dgm:spPr/>
      <dgm:t>
        <a:bodyPr/>
        <a:lstStyle/>
        <a:p>
          <a:endParaRPr lang="en-US"/>
        </a:p>
      </dgm:t>
    </dgm:pt>
    <dgm:pt modelId="{8F54845C-3D79-4F51-9B4B-B1740BD1847D}" type="sibTrans" cxnId="{28144F8E-DE3B-43A7-9DDB-86BFEC60D46C}">
      <dgm:prSet/>
      <dgm:spPr/>
      <dgm:t>
        <a:bodyPr/>
        <a:lstStyle/>
        <a:p>
          <a:endParaRPr lang="en-US"/>
        </a:p>
      </dgm:t>
    </dgm:pt>
    <dgm:pt modelId="{48C5C246-1460-44F9-AB0E-B865AB24C40F}">
      <dgm:prSet/>
      <dgm:spPr/>
      <dgm:t>
        <a:bodyPr/>
        <a:lstStyle/>
        <a:p>
          <a:pPr>
            <a:lnSpc>
              <a:spcPct val="100000"/>
            </a:lnSpc>
          </a:pPr>
          <a:r>
            <a:rPr lang="en-US" baseline="0"/>
            <a:t>Private subnets – we can store the actual data in a private subnet in our cloud network away from public access.</a:t>
          </a:r>
          <a:endParaRPr lang="en-US"/>
        </a:p>
      </dgm:t>
    </dgm:pt>
    <dgm:pt modelId="{B8245EF0-B628-4BDE-8E86-0315F964D53D}" type="parTrans" cxnId="{9D900861-1308-48CB-9C22-F8E000516261}">
      <dgm:prSet/>
      <dgm:spPr/>
      <dgm:t>
        <a:bodyPr/>
        <a:lstStyle/>
        <a:p>
          <a:endParaRPr lang="en-US"/>
        </a:p>
      </dgm:t>
    </dgm:pt>
    <dgm:pt modelId="{502168BA-E841-471E-8E51-962857EB003A}" type="sibTrans" cxnId="{9D900861-1308-48CB-9C22-F8E000516261}">
      <dgm:prSet/>
      <dgm:spPr/>
      <dgm:t>
        <a:bodyPr/>
        <a:lstStyle/>
        <a:p>
          <a:endParaRPr lang="en-US"/>
        </a:p>
      </dgm:t>
    </dgm:pt>
    <dgm:pt modelId="{571C36D1-84C5-46E6-96C0-B317A91817DB}">
      <dgm:prSet/>
      <dgm:spPr/>
      <dgm:t>
        <a:bodyPr/>
        <a:lstStyle/>
        <a:p>
          <a:pPr>
            <a:lnSpc>
              <a:spcPct val="100000"/>
            </a:lnSpc>
          </a:pPr>
          <a:r>
            <a:rPr lang="en-US" baseline="0"/>
            <a:t>Identity Access Management – we can use access controls and Multifactor authentication for user access as well as giving granular control to our AI models.</a:t>
          </a:r>
          <a:endParaRPr lang="en-US"/>
        </a:p>
      </dgm:t>
    </dgm:pt>
    <dgm:pt modelId="{41E4F8EA-8C4D-40F0-BDA5-94B4BCD4BE50}" type="parTrans" cxnId="{357F0449-FA31-48F5-99E6-B8FB3A9871FC}">
      <dgm:prSet/>
      <dgm:spPr/>
      <dgm:t>
        <a:bodyPr/>
        <a:lstStyle/>
        <a:p>
          <a:endParaRPr lang="en-US"/>
        </a:p>
      </dgm:t>
    </dgm:pt>
    <dgm:pt modelId="{88E69E73-9D68-4BEB-BC51-E52804707EC4}" type="sibTrans" cxnId="{357F0449-FA31-48F5-99E6-B8FB3A9871FC}">
      <dgm:prSet/>
      <dgm:spPr/>
      <dgm:t>
        <a:bodyPr/>
        <a:lstStyle/>
        <a:p>
          <a:endParaRPr lang="en-US"/>
        </a:p>
      </dgm:t>
    </dgm:pt>
    <dgm:pt modelId="{3109BDC2-F28E-4A28-A837-B2AEC3390232}">
      <dgm:prSet/>
      <dgm:spPr/>
      <dgm:t>
        <a:bodyPr/>
        <a:lstStyle/>
        <a:p>
          <a:pPr>
            <a:lnSpc>
              <a:spcPct val="100000"/>
            </a:lnSpc>
          </a:pPr>
          <a:r>
            <a:rPr lang="en-US" baseline="0"/>
            <a:t>Encryption – we will use secure socket layer and transit socket layer protocols to encrypt the data at rest and in transit.</a:t>
          </a:r>
          <a:endParaRPr lang="en-US"/>
        </a:p>
      </dgm:t>
    </dgm:pt>
    <dgm:pt modelId="{89D3442B-AD79-4370-9A5D-E41E1EF43B3B}" type="parTrans" cxnId="{5615B6C4-F49D-4A0C-BF9C-1419B5092A14}">
      <dgm:prSet/>
      <dgm:spPr/>
      <dgm:t>
        <a:bodyPr/>
        <a:lstStyle/>
        <a:p>
          <a:endParaRPr lang="en-US"/>
        </a:p>
      </dgm:t>
    </dgm:pt>
    <dgm:pt modelId="{17575A30-69DB-4529-801A-0AA3E72289CB}" type="sibTrans" cxnId="{5615B6C4-F49D-4A0C-BF9C-1419B5092A14}">
      <dgm:prSet/>
      <dgm:spPr/>
      <dgm:t>
        <a:bodyPr/>
        <a:lstStyle/>
        <a:p>
          <a:endParaRPr lang="en-US"/>
        </a:p>
      </dgm:t>
    </dgm:pt>
    <dgm:pt modelId="{236BE164-E1B7-4ABB-AEAB-C161A12D8D43}">
      <dgm:prSet/>
      <dgm:spPr/>
      <dgm:t>
        <a:bodyPr/>
        <a:lstStyle/>
        <a:p>
          <a:pPr>
            <a:lnSpc>
              <a:spcPct val="100000"/>
            </a:lnSpc>
          </a:pPr>
          <a:r>
            <a:rPr lang="en-US" baseline="0"/>
            <a:t>Security groups – we can further secure our network by creating security groups to direct traffic and create specific inbound and outbound rules for our databases. </a:t>
          </a:r>
          <a:endParaRPr lang="en-US"/>
        </a:p>
      </dgm:t>
    </dgm:pt>
    <dgm:pt modelId="{66EDA81D-6374-4B4E-AD96-8D07154B6294}" type="parTrans" cxnId="{E840AF95-4088-4245-8C32-5E14898EAAB7}">
      <dgm:prSet/>
      <dgm:spPr/>
      <dgm:t>
        <a:bodyPr/>
        <a:lstStyle/>
        <a:p>
          <a:endParaRPr lang="en-US"/>
        </a:p>
      </dgm:t>
    </dgm:pt>
    <dgm:pt modelId="{4A16EE7C-8C3E-44C6-A46B-840F8759271A}" type="sibTrans" cxnId="{E840AF95-4088-4245-8C32-5E14898EAAB7}">
      <dgm:prSet/>
      <dgm:spPr/>
      <dgm:t>
        <a:bodyPr/>
        <a:lstStyle/>
        <a:p>
          <a:endParaRPr lang="en-US"/>
        </a:p>
      </dgm:t>
    </dgm:pt>
    <dgm:pt modelId="{9272A590-B315-468C-A065-9F4563C4810F}">
      <dgm:prSet/>
      <dgm:spPr/>
      <dgm:t>
        <a:bodyPr/>
        <a:lstStyle/>
        <a:p>
          <a:pPr>
            <a:lnSpc>
              <a:spcPct val="100000"/>
            </a:lnSpc>
          </a:pPr>
          <a:r>
            <a:rPr lang="en-US" baseline="0"/>
            <a:t>Tokenization – we can use the concept of tokenization to replace sensitive customer data (ie. Credit card info) in the database so even if data is queried it needs to be decrypted to see that information.</a:t>
          </a:r>
          <a:endParaRPr lang="en-US"/>
        </a:p>
      </dgm:t>
    </dgm:pt>
    <dgm:pt modelId="{12656FE9-8949-4C46-974B-5EEF88D9C72B}" type="parTrans" cxnId="{047AE583-CF8A-4D9E-BF22-4D226615720D}">
      <dgm:prSet/>
      <dgm:spPr/>
      <dgm:t>
        <a:bodyPr/>
        <a:lstStyle/>
        <a:p>
          <a:endParaRPr lang="en-US"/>
        </a:p>
      </dgm:t>
    </dgm:pt>
    <dgm:pt modelId="{E7DAD76E-62A8-4574-BF4D-5F7000B17754}" type="sibTrans" cxnId="{047AE583-CF8A-4D9E-BF22-4D226615720D}">
      <dgm:prSet/>
      <dgm:spPr/>
      <dgm:t>
        <a:bodyPr/>
        <a:lstStyle/>
        <a:p>
          <a:endParaRPr lang="en-US"/>
        </a:p>
      </dgm:t>
    </dgm:pt>
    <dgm:pt modelId="{433C64B2-8729-4D3E-811A-EBF28F4B2F8B}" type="pres">
      <dgm:prSet presAssocID="{43F3482D-743F-4554-8817-C377A2DD19DF}" presName="root" presStyleCnt="0">
        <dgm:presLayoutVars>
          <dgm:dir/>
          <dgm:resizeHandles val="exact"/>
        </dgm:presLayoutVars>
      </dgm:prSet>
      <dgm:spPr/>
    </dgm:pt>
    <dgm:pt modelId="{7F8438A4-7AD6-48FB-B614-B588BCF27B77}" type="pres">
      <dgm:prSet presAssocID="{94ABF1A8-8F80-420F-B587-C997E04D04FC}" presName="compNode" presStyleCnt="0"/>
      <dgm:spPr/>
    </dgm:pt>
    <dgm:pt modelId="{92E5EC52-975B-4628-82D1-8CAB796CB8ED}" type="pres">
      <dgm:prSet presAssocID="{94ABF1A8-8F80-420F-B587-C997E04D04FC}" presName="bgRect" presStyleLbl="bgShp" presStyleIdx="0" presStyleCnt="6"/>
      <dgm:spPr/>
    </dgm:pt>
    <dgm:pt modelId="{B0200AAF-3003-461A-8E32-4052948D5BA0}" type="pres">
      <dgm:prSet presAssocID="{94ABF1A8-8F80-420F-B587-C997E04D04F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ck"/>
        </a:ext>
      </dgm:extLst>
    </dgm:pt>
    <dgm:pt modelId="{F9C291FA-B37C-4C01-A6A7-2469E386518E}" type="pres">
      <dgm:prSet presAssocID="{94ABF1A8-8F80-420F-B587-C997E04D04FC}" presName="spaceRect" presStyleCnt="0"/>
      <dgm:spPr/>
    </dgm:pt>
    <dgm:pt modelId="{523B392C-4801-4065-9E4F-A56A62539AF3}" type="pres">
      <dgm:prSet presAssocID="{94ABF1A8-8F80-420F-B587-C997E04D04FC}" presName="parTx" presStyleLbl="revTx" presStyleIdx="0" presStyleCnt="6">
        <dgm:presLayoutVars>
          <dgm:chMax val="0"/>
          <dgm:chPref val="0"/>
        </dgm:presLayoutVars>
      </dgm:prSet>
      <dgm:spPr/>
    </dgm:pt>
    <dgm:pt modelId="{B7B862DB-8D2A-4D93-9EB4-870140A6C860}" type="pres">
      <dgm:prSet presAssocID="{8F54845C-3D79-4F51-9B4B-B1740BD1847D}" presName="sibTrans" presStyleCnt="0"/>
      <dgm:spPr/>
    </dgm:pt>
    <dgm:pt modelId="{3ACF5EB0-AAAA-4562-9E59-A798DDE53150}" type="pres">
      <dgm:prSet presAssocID="{48C5C246-1460-44F9-AB0E-B865AB24C40F}" presName="compNode" presStyleCnt="0"/>
      <dgm:spPr/>
    </dgm:pt>
    <dgm:pt modelId="{74B1734E-CF88-452A-8A9B-5A8A0ECF98AD}" type="pres">
      <dgm:prSet presAssocID="{48C5C246-1460-44F9-AB0E-B865AB24C40F}" presName="bgRect" presStyleLbl="bgShp" presStyleIdx="1" presStyleCnt="6"/>
      <dgm:spPr/>
    </dgm:pt>
    <dgm:pt modelId="{3A5FAF00-7294-4B2C-BF79-E249649BA4DE}" type="pres">
      <dgm:prSet presAssocID="{48C5C246-1460-44F9-AB0E-B865AB24C40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owser Window"/>
        </a:ext>
      </dgm:extLst>
    </dgm:pt>
    <dgm:pt modelId="{83EB618A-044B-48F1-9B8C-DAE0B9DC321F}" type="pres">
      <dgm:prSet presAssocID="{48C5C246-1460-44F9-AB0E-B865AB24C40F}" presName="spaceRect" presStyleCnt="0"/>
      <dgm:spPr/>
    </dgm:pt>
    <dgm:pt modelId="{DBC31A6C-7ECE-4B31-84DE-0AF6C53B765C}" type="pres">
      <dgm:prSet presAssocID="{48C5C246-1460-44F9-AB0E-B865AB24C40F}" presName="parTx" presStyleLbl="revTx" presStyleIdx="1" presStyleCnt="6">
        <dgm:presLayoutVars>
          <dgm:chMax val="0"/>
          <dgm:chPref val="0"/>
        </dgm:presLayoutVars>
      </dgm:prSet>
      <dgm:spPr/>
    </dgm:pt>
    <dgm:pt modelId="{217B53AC-B56B-45FE-BEF4-300C48528BDA}" type="pres">
      <dgm:prSet presAssocID="{502168BA-E841-471E-8E51-962857EB003A}" presName="sibTrans" presStyleCnt="0"/>
      <dgm:spPr/>
    </dgm:pt>
    <dgm:pt modelId="{D7CE3BD2-183B-4FDB-8D42-D7A5B4288344}" type="pres">
      <dgm:prSet presAssocID="{571C36D1-84C5-46E6-96C0-B317A91817DB}" presName="compNode" presStyleCnt="0"/>
      <dgm:spPr/>
    </dgm:pt>
    <dgm:pt modelId="{86C7AB93-F7C7-46D2-8C6D-1FDB73D6D816}" type="pres">
      <dgm:prSet presAssocID="{571C36D1-84C5-46E6-96C0-B317A91817DB}" presName="bgRect" presStyleLbl="bgShp" presStyleIdx="2" presStyleCnt="6"/>
      <dgm:spPr/>
    </dgm:pt>
    <dgm:pt modelId="{C4E36FF0-2EAF-4C17-A2DD-DE63483B8099}" type="pres">
      <dgm:prSet presAssocID="{571C36D1-84C5-46E6-96C0-B317A91817D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116E1380-66A7-4E1C-AF8B-A23D270C904C}" type="pres">
      <dgm:prSet presAssocID="{571C36D1-84C5-46E6-96C0-B317A91817DB}" presName="spaceRect" presStyleCnt="0"/>
      <dgm:spPr/>
    </dgm:pt>
    <dgm:pt modelId="{C95EFC6F-EA82-416B-9969-2345B4B6EB0B}" type="pres">
      <dgm:prSet presAssocID="{571C36D1-84C5-46E6-96C0-B317A91817DB}" presName="parTx" presStyleLbl="revTx" presStyleIdx="2" presStyleCnt="6">
        <dgm:presLayoutVars>
          <dgm:chMax val="0"/>
          <dgm:chPref val="0"/>
        </dgm:presLayoutVars>
      </dgm:prSet>
      <dgm:spPr/>
    </dgm:pt>
    <dgm:pt modelId="{09D3CAEB-FAD2-4491-8CF1-9CEFFBE71B6B}" type="pres">
      <dgm:prSet presAssocID="{88E69E73-9D68-4BEB-BC51-E52804707EC4}" presName="sibTrans" presStyleCnt="0"/>
      <dgm:spPr/>
    </dgm:pt>
    <dgm:pt modelId="{9AB059AF-B7EF-40B4-A0CD-FF5A0460A650}" type="pres">
      <dgm:prSet presAssocID="{3109BDC2-F28E-4A28-A837-B2AEC3390232}" presName="compNode" presStyleCnt="0"/>
      <dgm:spPr/>
    </dgm:pt>
    <dgm:pt modelId="{A3F36EB0-B907-415F-9F83-B490BB342DD9}" type="pres">
      <dgm:prSet presAssocID="{3109BDC2-F28E-4A28-A837-B2AEC3390232}" presName="bgRect" presStyleLbl="bgShp" presStyleIdx="3" presStyleCnt="6"/>
      <dgm:spPr/>
    </dgm:pt>
    <dgm:pt modelId="{B32F7121-98AD-4ABB-8BAE-EEE9593EEF35}" type="pres">
      <dgm:prSet presAssocID="{3109BDC2-F28E-4A28-A837-B2AEC339023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Key"/>
        </a:ext>
      </dgm:extLst>
    </dgm:pt>
    <dgm:pt modelId="{75D4D273-941C-417D-9F15-CEEC3CA8DA3B}" type="pres">
      <dgm:prSet presAssocID="{3109BDC2-F28E-4A28-A837-B2AEC3390232}" presName="spaceRect" presStyleCnt="0"/>
      <dgm:spPr/>
    </dgm:pt>
    <dgm:pt modelId="{CA1198B1-5229-46F3-8180-0EEB4F6AD051}" type="pres">
      <dgm:prSet presAssocID="{3109BDC2-F28E-4A28-A837-B2AEC3390232}" presName="parTx" presStyleLbl="revTx" presStyleIdx="3" presStyleCnt="6">
        <dgm:presLayoutVars>
          <dgm:chMax val="0"/>
          <dgm:chPref val="0"/>
        </dgm:presLayoutVars>
      </dgm:prSet>
      <dgm:spPr/>
    </dgm:pt>
    <dgm:pt modelId="{35DAC0CC-CCD8-43F8-9826-E2DE570BD1A6}" type="pres">
      <dgm:prSet presAssocID="{17575A30-69DB-4529-801A-0AA3E72289CB}" presName="sibTrans" presStyleCnt="0"/>
      <dgm:spPr/>
    </dgm:pt>
    <dgm:pt modelId="{833F52D5-3B0C-41C9-ADDF-676F760A36D4}" type="pres">
      <dgm:prSet presAssocID="{236BE164-E1B7-4ABB-AEAB-C161A12D8D43}" presName="compNode" presStyleCnt="0"/>
      <dgm:spPr/>
    </dgm:pt>
    <dgm:pt modelId="{AE2A54BA-10EA-4BA7-B10B-7622562429CD}" type="pres">
      <dgm:prSet presAssocID="{236BE164-E1B7-4ABB-AEAB-C161A12D8D43}" presName="bgRect" presStyleLbl="bgShp" presStyleIdx="4" presStyleCnt="6"/>
      <dgm:spPr/>
    </dgm:pt>
    <dgm:pt modelId="{C47ACE44-DF82-4AAE-81DD-A0D8F9C3A4DC}" type="pres">
      <dgm:prSet presAssocID="{236BE164-E1B7-4ABB-AEAB-C161A12D8D4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93D1FA6D-385F-4A90-AAFF-F3B672B2C7D2}" type="pres">
      <dgm:prSet presAssocID="{236BE164-E1B7-4ABB-AEAB-C161A12D8D43}" presName="spaceRect" presStyleCnt="0"/>
      <dgm:spPr/>
    </dgm:pt>
    <dgm:pt modelId="{85549204-95DD-4A9F-8DDB-868064D1D097}" type="pres">
      <dgm:prSet presAssocID="{236BE164-E1B7-4ABB-AEAB-C161A12D8D43}" presName="parTx" presStyleLbl="revTx" presStyleIdx="4" presStyleCnt="6">
        <dgm:presLayoutVars>
          <dgm:chMax val="0"/>
          <dgm:chPref val="0"/>
        </dgm:presLayoutVars>
      </dgm:prSet>
      <dgm:spPr/>
    </dgm:pt>
    <dgm:pt modelId="{9F492152-0645-4C51-A3A2-907329CB15C2}" type="pres">
      <dgm:prSet presAssocID="{4A16EE7C-8C3E-44C6-A46B-840F8759271A}" presName="sibTrans" presStyleCnt="0"/>
      <dgm:spPr/>
    </dgm:pt>
    <dgm:pt modelId="{AD3325AF-48C7-40AC-A756-DD5F0E90ADD5}" type="pres">
      <dgm:prSet presAssocID="{9272A590-B315-468C-A065-9F4563C4810F}" presName="compNode" presStyleCnt="0"/>
      <dgm:spPr/>
    </dgm:pt>
    <dgm:pt modelId="{F2240E2E-21B4-4F2D-9DD8-6FA4E02C052B}" type="pres">
      <dgm:prSet presAssocID="{9272A590-B315-468C-A065-9F4563C4810F}" presName="bgRect" presStyleLbl="bgShp" presStyleIdx="5" presStyleCnt="6"/>
      <dgm:spPr/>
    </dgm:pt>
    <dgm:pt modelId="{1BD484F6-FB15-47F1-B6A5-75B695D20A91}" type="pres">
      <dgm:prSet presAssocID="{9272A590-B315-468C-A065-9F4563C4810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redit card"/>
        </a:ext>
      </dgm:extLst>
    </dgm:pt>
    <dgm:pt modelId="{DFBA99C5-6935-4E79-BD2A-F6EE2F3FD248}" type="pres">
      <dgm:prSet presAssocID="{9272A590-B315-468C-A065-9F4563C4810F}" presName="spaceRect" presStyleCnt="0"/>
      <dgm:spPr/>
    </dgm:pt>
    <dgm:pt modelId="{7EFF80E9-23BF-4059-932E-359628F2464F}" type="pres">
      <dgm:prSet presAssocID="{9272A590-B315-468C-A065-9F4563C4810F}" presName="parTx" presStyleLbl="revTx" presStyleIdx="5" presStyleCnt="6">
        <dgm:presLayoutVars>
          <dgm:chMax val="0"/>
          <dgm:chPref val="0"/>
        </dgm:presLayoutVars>
      </dgm:prSet>
      <dgm:spPr/>
    </dgm:pt>
  </dgm:ptLst>
  <dgm:cxnLst>
    <dgm:cxn modelId="{78EFD206-A37D-44A7-B6F9-0684B4EF6046}" type="presOf" srcId="{43F3482D-743F-4554-8817-C377A2DD19DF}" destId="{433C64B2-8729-4D3E-811A-EBF28F4B2F8B}" srcOrd="0" destOrd="0" presId="urn:microsoft.com/office/officeart/2018/2/layout/IconVerticalSolidList"/>
    <dgm:cxn modelId="{32397127-E14C-489C-ADBC-A8184D0490B8}" type="presOf" srcId="{571C36D1-84C5-46E6-96C0-B317A91817DB}" destId="{C95EFC6F-EA82-416B-9969-2345B4B6EB0B}" srcOrd="0" destOrd="0" presId="urn:microsoft.com/office/officeart/2018/2/layout/IconVerticalSolidList"/>
    <dgm:cxn modelId="{C2942228-C4D8-4419-BF19-CA78F3E9B547}" type="presOf" srcId="{48C5C246-1460-44F9-AB0E-B865AB24C40F}" destId="{DBC31A6C-7ECE-4B31-84DE-0AF6C53B765C}" srcOrd="0" destOrd="0" presId="urn:microsoft.com/office/officeart/2018/2/layout/IconVerticalSolidList"/>
    <dgm:cxn modelId="{9D900861-1308-48CB-9C22-F8E000516261}" srcId="{43F3482D-743F-4554-8817-C377A2DD19DF}" destId="{48C5C246-1460-44F9-AB0E-B865AB24C40F}" srcOrd="1" destOrd="0" parTransId="{B8245EF0-B628-4BDE-8E86-0315F964D53D}" sibTransId="{502168BA-E841-471E-8E51-962857EB003A}"/>
    <dgm:cxn modelId="{357F0449-FA31-48F5-99E6-B8FB3A9871FC}" srcId="{43F3482D-743F-4554-8817-C377A2DD19DF}" destId="{571C36D1-84C5-46E6-96C0-B317A91817DB}" srcOrd="2" destOrd="0" parTransId="{41E4F8EA-8C4D-40F0-BDA5-94B4BCD4BE50}" sibTransId="{88E69E73-9D68-4BEB-BC51-E52804707EC4}"/>
    <dgm:cxn modelId="{0959AD76-28A5-481E-8296-4BBEECAFF614}" type="presOf" srcId="{9272A590-B315-468C-A065-9F4563C4810F}" destId="{7EFF80E9-23BF-4059-932E-359628F2464F}" srcOrd="0" destOrd="0" presId="urn:microsoft.com/office/officeart/2018/2/layout/IconVerticalSolidList"/>
    <dgm:cxn modelId="{86B44E81-30A2-4F01-B4E5-3481F52941D1}" type="presOf" srcId="{236BE164-E1B7-4ABB-AEAB-C161A12D8D43}" destId="{85549204-95DD-4A9F-8DDB-868064D1D097}" srcOrd="0" destOrd="0" presId="urn:microsoft.com/office/officeart/2018/2/layout/IconVerticalSolidList"/>
    <dgm:cxn modelId="{047AE583-CF8A-4D9E-BF22-4D226615720D}" srcId="{43F3482D-743F-4554-8817-C377A2DD19DF}" destId="{9272A590-B315-468C-A065-9F4563C4810F}" srcOrd="5" destOrd="0" parTransId="{12656FE9-8949-4C46-974B-5EEF88D9C72B}" sibTransId="{E7DAD76E-62A8-4574-BF4D-5F7000B17754}"/>
    <dgm:cxn modelId="{28144F8E-DE3B-43A7-9DDB-86BFEC60D46C}" srcId="{43F3482D-743F-4554-8817-C377A2DD19DF}" destId="{94ABF1A8-8F80-420F-B587-C997E04D04FC}" srcOrd="0" destOrd="0" parTransId="{19E910B8-FB8F-4576-8517-BCB2226DF333}" sibTransId="{8F54845C-3D79-4F51-9B4B-B1740BD1847D}"/>
    <dgm:cxn modelId="{E840AF95-4088-4245-8C32-5E14898EAAB7}" srcId="{43F3482D-743F-4554-8817-C377A2DD19DF}" destId="{236BE164-E1B7-4ABB-AEAB-C161A12D8D43}" srcOrd="4" destOrd="0" parTransId="{66EDA81D-6374-4B4E-AD96-8D07154B6294}" sibTransId="{4A16EE7C-8C3E-44C6-A46B-840F8759271A}"/>
    <dgm:cxn modelId="{C57EEFBB-AA87-43E2-912D-B4D9E8209B63}" type="presOf" srcId="{94ABF1A8-8F80-420F-B587-C997E04D04FC}" destId="{523B392C-4801-4065-9E4F-A56A62539AF3}" srcOrd="0" destOrd="0" presId="urn:microsoft.com/office/officeart/2018/2/layout/IconVerticalSolidList"/>
    <dgm:cxn modelId="{5615B6C4-F49D-4A0C-BF9C-1419B5092A14}" srcId="{43F3482D-743F-4554-8817-C377A2DD19DF}" destId="{3109BDC2-F28E-4A28-A837-B2AEC3390232}" srcOrd="3" destOrd="0" parTransId="{89D3442B-AD79-4370-9A5D-E41E1EF43B3B}" sibTransId="{17575A30-69DB-4529-801A-0AA3E72289CB}"/>
    <dgm:cxn modelId="{A1CE80FF-62C5-4BF0-AFF6-DBBC81F5C13B}" type="presOf" srcId="{3109BDC2-F28E-4A28-A837-B2AEC3390232}" destId="{CA1198B1-5229-46F3-8180-0EEB4F6AD051}" srcOrd="0" destOrd="0" presId="urn:microsoft.com/office/officeart/2018/2/layout/IconVerticalSolidList"/>
    <dgm:cxn modelId="{58A28214-53E3-422B-B916-F53B00ECCD3B}" type="presParOf" srcId="{433C64B2-8729-4D3E-811A-EBF28F4B2F8B}" destId="{7F8438A4-7AD6-48FB-B614-B588BCF27B77}" srcOrd="0" destOrd="0" presId="urn:microsoft.com/office/officeart/2018/2/layout/IconVerticalSolidList"/>
    <dgm:cxn modelId="{8F6AD3C8-C596-4F2F-B8FB-E20BFA5997AE}" type="presParOf" srcId="{7F8438A4-7AD6-48FB-B614-B588BCF27B77}" destId="{92E5EC52-975B-4628-82D1-8CAB796CB8ED}" srcOrd="0" destOrd="0" presId="urn:microsoft.com/office/officeart/2018/2/layout/IconVerticalSolidList"/>
    <dgm:cxn modelId="{FE73B008-0354-43A1-8F56-29C811AE0AB9}" type="presParOf" srcId="{7F8438A4-7AD6-48FB-B614-B588BCF27B77}" destId="{B0200AAF-3003-461A-8E32-4052948D5BA0}" srcOrd="1" destOrd="0" presId="urn:microsoft.com/office/officeart/2018/2/layout/IconVerticalSolidList"/>
    <dgm:cxn modelId="{0100ECDB-F72C-4273-B9DC-D0F1876BBD34}" type="presParOf" srcId="{7F8438A4-7AD6-48FB-B614-B588BCF27B77}" destId="{F9C291FA-B37C-4C01-A6A7-2469E386518E}" srcOrd="2" destOrd="0" presId="urn:microsoft.com/office/officeart/2018/2/layout/IconVerticalSolidList"/>
    <dgm:cxn modelId="{B4561750-8F0D-4DB3-8A32-47AE2296C33C}" type="presParOf" srcId="{7F8438A4-7AD6-48FB-B614-B588BCF27B77}" destId="{523B392C-4801-4065-9E4F-A56A62539AF3}" srcOrd="3" destOrd="0" presId="urn:microsoft.com/office/officeart/2018/2/layout/IconVerticalSolidList"/>
    <dgm:cxn modelId="{75C3D93E-52A3-4D27-BD55-61C494546434}" type="presParOf" srcId="{433C64B2-8729-4D3E-811A-EBF28F4B2F8B}" destId="{B7B862DB-8D2A-4D93-9EB4-870140A6C860}" srcOrd="1" destOrd="0" presId="urn:microsoft.com/office/officeart/2018/2/layout/IconVerticalSolidList"/>
    <dgm:cxn modelId="{0F5542FC-702C-44C0-BE8B-E7A58B3A71F7}" type="presParOf" srcId="{433C64B2-8729-4D3E-811A-EBF28F4B2F8B}" destId="{3ACF5EB0-AAAA-4562-9E59-A798DDE53150}" srcOrd="2" destOrd="0" presId="urn:microsoft.com/office/officeart/2018/2/layout/IconVerticalSolidList"/>
    <dgm:cxn modelId="{41A07774-0198-485C-B20E-774AA1BFBB7F}" type="presParOf" srcId="{3ACF5EB0-AAAA-4562-9E59-A798DDE53150}" destId="{74B1734E-CF88-452A-8A9B-5A8A0ECF98AD}" srcOrd="0" destOrd="0" presId="urn:microsoft.com/office/officeart/2018/2/layout/IconVerticalSolidList"/>
    <dgm:cxn modelId="{10EC9391-C8EE-48AA-8973-0112B394BAE7}" type="presParOf" srcId="{3ACF5EB0-AAAA-4562-9E59-A798DDE53150}" destId="{3A5FAF00-7294-4B2C-BF79-E249649BA4DE}" srcOrd="1" destOrd="0" presId="urn:microsoft.com/office/officeart/2018/2/layout/IconVerticalSolidList"/>
    <dgm:cxn modelId="{6A088E6B-6B01-4755-9482-27C8BF5A00E2}" type="presParOf" srcId="{3ACF5EB0-AAAA-4562-9E59-A798DDE53150}" destId="{83EB618A-044B-48F1-9B8C-DAE0B9DC321F}" srcOrd="2" destOrd="0" presId="urn:microsoft.com/office/officeart/2018/2/layout/IconVerticalSolidList"/>
    <dgm:cxn modelId="{53E490AC-C586-44F0-B40F-9A988E36D5A6}" type="presParOf" srcId="{3ACF5EB0-AAAA-4562-9E59-A798DDE53150}" destId="{DBC31A6C-7ECE-4B31-84DE-0AF6C53B765C}" srcOrd="3" destOrd="0" presId="urn:microsoft.com/office/officeart/2018/2/layout/IconVerticalSolidList"/>
    <dgm:cxn modelId="{AD773DCC-15C0-4BEF-B3DC-D8CF22B43048}" type="presParOf" srcId="{433C64B2-8729-4D3E-811A-EBF28F4B2F8B}" destId="{217B53AC-B56B-45FE-BEF4-300C48528BDA}" srcOrd="3" destOrd="0" presId="urn:microsoft.com/office/officeart/2018/2/layout/IconVerticalSolidList"/>
    <dgm:cxn modelId="{9FABF498-F446-4659-9830-D5317F9B3FAB}" type="presParOf" srcId="{433C64B2-8729-4D3E-811A-EBF28F4B2F8B}" destId="{D7CE3BD2-183B-4FDB-8D42-D7A5B4288344}" srcOrd="4" destOrd="0" presId="urn:microsoft.com/office/officeart/2018/2/layout/IconVerticalSolidList"/>
    <dgm:cxn modelId="{97454FB3-9B41-4A49-9944-77D9DC6CB0AF}" type="presParOf" srcId="{D7CE3BD2-183B-4FDB-8D42-D7A5B4288344}" destId="{86C7AB93-F7C7-46D2-8C6D-1FDB73D6D816}" srcOrd="0" destOrd="0" presId="urn:microsoft.com/office/officeart/2018/2/layout/IconVerticalSolidList"/>
    <dgm:cxn modelId="{27E69219-4B46-4432-8940-17321E9DDE1E}" type="presParOf" srcId="{D7CE3BD2-183B-4FDB-8D42-D7A5B4288344}" destId="{C4E36FF0-2EAF-4C17-A2DD-DE63483B8099}" srcOrd="1" destOrd="0" presId="urn:microsoft.com/office/officeart/2018/2/layout/IconVerticalSolidList"/>
    <dgm:cxn modelId="{47E44973-8566-403A-800E-8DC88B38EA7A}" type="presParOf" srcId="{D7CE3BD2-183B-4FDB-8D42-D7A5B4288344}" destId="{116E1380-66A7-4E1C-AF8B-A23D270C904C}" srcOrd="2" destOrd="0" presId="urn:microsoft.com/office/officeart/2018/2/layout/IconVerticalSolidList"/>
    <dgm:cxn modelId="{2CAEEBDE-7DAB-493F-B570-1D3B321C6E6D}" type="presParOf" srcId="{D7CE3BD2-183B-4FDB-8D42-D7A5B4288344}" destId="{C95EFC6F-EA82-416B-9969-2345B4B6EB0B}" srcOrd="3" destOrd="0" presId="urn:microsoft.com/office/officeart/2018/2/layout/IconVerticalSolidList"/>
    <dgm:cxn modelId="{12D03E21-F6F3-47F4-A4CC-84FCB5383A86}" type="presParOf" srcId="{433C64B2-8729-4D3E-811A-EBF28F4B2F8B}" destId="{09D3CAEB-FAD2-4491-8CF1-9CEFFBE71B6B}" srcOrd="5" destOrd="0" presId="urn:microsoft.com/office/officeart/2018/2/layout/IconVerticalSolidList"/>
    <dgm:cxn modelId="{B251A09B-2B67-4739-A0CE-72731191F664}" type="presParOf" srcId="{433C64B2-8729-4D3E-811A-EBF28F4B2F8B}" destId="{9AB059AF-B7EF-40B4-A0CD-FF5A0460A650}" srcOrd="6" destOrd="0" presId="urn:microsoft.com/office/officeart/2018/2/layout/IconVerticalSolidList"/>
    <dgm:cxn modelId="{525C542A-4742-4859-AA36-BC93608B3B9B}" type="presParOf" srcId="{9AB059AF-B7EF-40B4-A0CD-FF5A0460A650}" destId="{A3F36EB0-B907-415F-9F83-B490BB342DD9}" srcOrd="0" destOrd="0" presId="urn:microsoft.com/office/officeart/2018/2/layout/IconVerticalSolidList"/>
    <dgm:cxn modelId="{FA9CB90A-D3B5-4237-9592-2D32795179C2}" type="presParOf" srcId="{9AB059AF-B7EF-40B4-A0CD-FF5A0460A650}" destId="{B32F7121-98AD-4ABB-8BAE-EEE9593EEF35}" srcOrd="1" destOrd="0" presId="urn:microsoft.com/office/officeart/2018/2/layout/IconVerticalSolidList"/>
    <dgm:cxn modelId="{6CA41215-A7AB-40DF-A42B-183075292408}" type="presParOf" srcId="{9AB059AF-B7EF-40B4-A0CD-FF5A0460A650}" destId="{75D4D273-941C-417D-9F15-CEEC3CA8DA3B}" srcOrd="2" destOrd="0" presId="urn:microsoft.com/office/officeart/2018/2/layout/IconVerticalSolidList"/>
    <dgm:cxn modelId="{6A6F7893-183D-46B1-8C64-D214D0ECCBC4}" type="presParOf" srcId="{9AB059AF-B7EF-40B4-A0CD-FF5A0460A650}" destId="{CA1198B1-5229-46F3-8180-0EEB4F6AD051}" srcOrd="3" destOrd="0" presId="urn:microsoft.com/office/officeart/2018/2/layout/IconVerticalSolidList"/>
    <dgm:cxn modelId="{A1FCA7E0-FBCA-4CE1-9C55-236CFEBCCFB3}" type="presParOf" srcId="{433C64B2-8729-4D3E-811A-EBF28F4B2F8B}" destId="{35DAC0CC-CCD8-43F8-9826-E2DE570BD1A6}" srcOrd="7" destOrd="0" presId="urn:microsoft.com/office/officeart/2018/2/layout/IconVerticalSolidList"/>
    <dgm:cxn modelId="{AA4AD983-6AD4-498B-B950-D7364CD21985}" type="presParOf" srcId="{433C64B2-8729-4D3E-811A-EBF28F4B2F8B}" destId="{833F52D5-3B0C-41C9-ADDF-676F760A36D4}" srcOrd="8" destOrd="0" presId="urn:microsoft.com/office/officeart/2018/2/layout/IconVerticalSolidList"/>
    <dgm:cxn modelId="{DA6EEE89-8B76-4206-8F39-0373A2A92CB4}" type="presParOf" srcId="{833F52D5-3B0C-41C9-ADDF-676F760A36D4}" destId="{AE2A54BA-10EA-4BA7-B10B-7622562429CD}" srcOrd="0" destOrd="0" presId="urn:microsoft.com/office/officeart/2018/2/layout/IconVerticalSolidList"/>
    <dgm:cxn modelId="{92C7AF11-BF74-479B-B5FE-27CE0151B4A3}" type="presParOf" srcId="{833F52D5-3B0C-41C9-ADDF-676F760A36D4}" destId="{C47ACE44-DF82-4AAE-81DD-A0D8F9C3A4DC}" srcOrd="1" destOrd="0" presId="urn:microsoft.com/office/officeart/2018/2/layout/IconVerticalSolidList"/>
    <dgm:cxn modelId="{8D0E491E-50A6-41FB-9648-CF4BEAF34F2E}" type="presParOf" srcId="{833F52D5-3B0C-41C9-ADDF-676F760A36D4}" destId="{93D1FA6D-385F-4A90-AAFF-F3B672B2C7D2}" srcOrd="2" destOrd="0" presId="urn:microsoft.com/office/officeart/2018/2/layout/IconVerticalSolidList"/>
    <dgm:cxn modelId="{A671960D-CE77-4246-8B44-2943636DB3CA}" type="presParOf" srcId="{833F52D5-3B0C-41C9-ADDF-676F760A36D4}" destId="{85549204-95DD-4A9F-8DDB-868064D1D097}" srcOrd="3" destOrd="0" presId="urn:microsoft.com/office/officeart/2018/2/layout/IconVerticalSolidList"/>
    <dgm:cxn modelId="{CA095774-E5C6-4E84-9BC0-CF38736D3FA7}" type="presParOf" srcId="{433C64B2-8729-4D3E-811A-EBF28F4B2F8B}" destId="{9F492152-0645-4C51-A3A2-907329CB15C2}" srcOrd="9" destOrd="0" presId="urn:microsoft.com/office/officeart/2018/2/layout/IconVerticalSolidList"/>
    <dgm:cxn modelId="{5AA68BB5-2FEC-4DA7-A76D-F078977337C6}" type="presParOf" srcId="{433C64B2-8729-4D3E-811A-EBF28F4B2F8B}" destId="{AD3325AF-48C7-40AC-A756-DD5F0E90ADD5}" srcOrd="10" destOrd="0" presId="urn:microsoft.com/office/officeart/2018/2/layout/IconVerticalSolidList"/>
    <dgm:cxn modelId="{446A1C95-8655-4D85-AD41-AFFE5864A33E}" type="presParOf" srcId="{AD3325AF-48C7-40AC-A756-DD5F0E90ADD5}" destId="{F2240E2E-21B4-4F2D-9DD8-6FA4E02C052B}" srcOrd="0" destOrd="0" presId="urn:microsoft.com/office/officeart/2018/2/layout/IconVerticalSolidList"/>
    <dgm:cxn modelId="{9E92B191-C70F-48E4-84D1-3F8DE039D74B}" type="presParOf" srcId="{AD3325AF-48C7-40AC-A756-DD5F0E90ADD5}" destId="{1BD484F6-FB15-47F1-B6A5-75B695D20A91}" srcOrd="1" destOrd="0" presId="urn:microsoft.com/office/officeart/2018/2/layout/IconVerticalSolidList"/>
    <dgm:cxn modelId="{E9A55527-DE55-4675-9A46-489496CF85F4}" type="presParOf" srcId="{AD3325AF-48C7-40AC-A756-DD5F0E90ADD5}" destId="{DFBA99C5-6935-4E79-BD2A-F6EE2F3FD248}" srcOrd="2" destOrd="0" presId="urn:microsoft.com/office/officeart/2018/2/layout/IconVerticalSolidList"/>
    <dgm:cxn modelId="{26BE99DD-28A9-4748-ACB8-65D983EA1A27}" type="presParOf" srcId="{AD3325AF-48C7-40AC-A756-DD5F0E90ADD5}" destId="{7EFF80E9-23BF-4059-932E-359628F2464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80518-2CA5-4B47-B185-D6D9F6835881}">
      <dsp:nvSpPr>
        <dsp:cNvPr id="0" name=""/>
        <dsp:cNvSpPr/>
      </dsp:nvSpPr>
      <dsp:spPr>
        <a:xfrm>
          <a:off x="0" y="3786"/>
          <a:ext cx="5759656" cy="806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FF3618-1193-4D17-AA01-DB65B021BF39}">
      <dsp:nvSpPr>
        <dsp:cNvPr id="0" name=""/>
        <dsp:cNvSpPr/>
      </dsp:nvSpPr>
      <dsp:spPr>
        <a:xfrm>
          <a:off x="243986" y="185263"/>
          <a:ext cx="443611" cy="4436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AEBC28-A70D-4A5A-8BF3-6D7895F17F3F}">
      <dsp:nvSpPr>
        <dsp:cNvPr id="0" name=""/>
        <dsp:cNvSpPr/>
      </dsp:nvSpPr>
      <dsp:spPr>
        <a:xfrm>
          <a:off x="931583" y="3786"/>
          <a:ext cx="4828072" cy="80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62" tIns="85362" rIns="85362" bIns="85362" numCol="1" spcCol="1270" anchor="ctr" anchorCtr="0">
          <a:noAutofit/>
        </a:bodyPr>
        <a:lstStyle/>
        <a:p>
          <a:pPr marL="0" lvl="0" indent="0" algn="l" defTabSz="844550">
            <a:lnSpc>
              <a:spcPct val="90000"/>
            </a:lnSpc>
            <a:spcBef>
              <a:spcPct val="0"/>
            </a:spcBef>
            <a:spcAft>
              <a:spcPct val="35000"/>
            </a:spcAft>
            <a:buNone/>
          </a:pPr>
          <a:r>
            <a:rPr lang="en-US" sz="1900" kern="1200"/>
            <a:t>Movie Rental Company Analysis</a:t>
          </a:r>
        </a:p>
      </dsp:txBody>
      <dsp:txXfrm>
        <a:off x="931583" y="3786"/>
        <a:ext cx="4828072" cy="806565"/>
      </dsp:txXfrm>
    </dsp:sp>
    <dsp:sp modelId="{19DF41E2-6234-4CE0-922D-CBA1B77FAF44}">
      <dsp:nvSpPr>
        <dsp:cNvPr id="0" name=""/>
        <dsp:cNvSpPr/>
      </dsp:nvSpPr>
      <dsp:spPr>
        <a:xfrm>
          <a:off x="0" y="1011993"/>
          <a:ext cx="5759656" cy="806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792085-ADDE-4998-90D4-644DE89750D5}">
      <dsp:nvSpPr>
        <dsp:cNvPr id="0" name=""/>
        <dsp:cNvSpPr/>
      </dsp:nvSpPr>
      <dsp:spPr>
        <a:xfrm>
          <a:off x="243986" y="1193470"/>
          <a:ext cx="443611" cy="4436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BFE7DB-1312-42E7-904A-91B3F031CF0F}">
      <dsp:nvSpPr>
        <dsp:cNvPr id="0" name=""/>
        <dsp:cNvSpPr/>
      </dsp:nvSpPr>
      <dsp:spPr>
        <a:xfrm>
          <a:off x="931583" y="1011993"/>
          <a:ext cx="4828072" cy="80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62" tIns="85362" rIns="85362" bIns="85362" numCol="1" spcCol="1270" anchor="ctr" anchorCtr="0">
          <a:noAutofit/>
        </a:bodyPr>
        <a:lstStyle/>
        <a:p>
          <a:pPr marL="0" lvl="0" indent="0" algn="l" defTabSz="844550">
            <a:lnSpc>
              <a:spcPct val="90000"/>
            </a:lnSpc>
            <a:spcBef>
              <a:spcPct val="0"/>
            </a:spcBef>
            <a:spcAft>
              <a:spcPct val="35000"/>
            </a:spcAft>
            <a:buNone/>
          </a:pPr>
          <a:r>
            <a:rPr lang="en-US" sz="1900" kern="1200" dirty="0"/>
            <a:t>Database Selection and Connectivity</a:t>
          </a:r>
        </a:p>
      </dsp:txBody>
      <dsp:txXfrm>
        <a:off x="931583" y="1011993"/>
        <a:ext cx="4828072" cy="806565"/>
      </dsp:txXfrm>
    </dsp:sp>
    <dsp:sp modelId="{A28968DB-7210-45D6-AE0E-8B712F91A324}">
      <dsp:nvSpPr>
        <dsp:cNvPr id="0" name=""/>
        <dsp:cNvSpPr/>
      </dsp:nvSpPr>
      <dsp:spPr>
        <a:xfrm>
          <a:off x="0" y="2020200"/>
          <a:ext cx="5759656" cy="806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11F419-D0D0-4AF8-B72A-02710A1FB159}">
      <dsp:nvSpPr>
        <dsp:cNvPr id="0" name=""/>
        <dsp:cNvSpPr/>
      </dsp:nvSpPr>
      <dsp:spPr>
        <a:xfrm>
          <a:off x="243986" y="2201677"/>
          <a:ext cx="443611" cy="4436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5B2E75-A3C5-4CAB-9558-266A29FD01C8}">
      <dsp:nvSpPr>
        <dsp:cNvPr id="0" name=""/>
        <dsp:cNvSpPr/>
      </dsp:nvSpPr>
      <dsp:spPr>
        <a:xfrm>
          <a:off x="931583" y="2020200"/>
          <a:ext cx="4828072" cy="80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62" tIns="85362" rIns="85362" bIns="85362" numCol="1" spcCol="1270" anchor="ctr" anchorCtr="0">
          <a:noAutofit/>
        </a:bodyPr>
        <a:lstStyle/>
        <a:p>
          <a:pPr marL="0" lvl="0" indent="0" algn="l" defTabSz="844550">
            <a:lnSpc>
              <a:spcPct val="90000"/>
            </a:lnSpc>
            <a:spcBef>
              <a:spcPct val="0"/>
            </a:spcBef>
            <a:spcAft>
              <a:spcPct val="35000"/>
            </a:spcAft>
            <a:buNone/>
          </a:pPr>
          <a:r>
            <a:rPr lang="en-US" sz="1900" kern="1200" dirty="0"/>
            <a:t>Database Security and Administration</a:t>
          </a:r>
        </a:p>
      </dsp:txBody>
      <dsp:txXfrm>
        <a:off x="931583" y="2020200"/>
        <a:ext cx="4828072" cy="806565"/>
      </dsp:txXfrm>
    </dsp:sp>
    <dsp:sp modelId="{91F6AD42-23B3-4740-897B-99B658483C6A}">
      <dsp:nvSpPr>
        <dsp:cNvPr id="0" name=""/>
        <dsp:cNvSpPr/>
      </dsp:nvSpPr>
      <dsp:spPr>
        <a:xfrm>
          <a:off x="0" y="3028407"/>
          <a:ext cx="5759656" cy="806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9CA82E-2EEE-4C9B-994A-75069F2D929F}">
      <dsp:nvSpPr>
        <dsp:cNvPr id="0" name=""/>
        <dsp:cNvSpPr/>
      </dsp:nvSpPr>
      <dsp:spPr>
        <a:xfrm>
          <a:off x="243986" y="3209884"/>
          <a:ext cx="443611" cy="4436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34CE04-0044-4F58-906F-BB0F88B044DA}">
      <dsp:nvSpPr>
        <dsp:cNvPr id="0" name=""/>
        <dsp:cNvSpPr/>
      </dsp:nvSpPr>
      <dsp:spPr>
        <a:xfrm>
          <a:off x="931583" y="3028407"/>
          <a:ext cx="4828072" cy="80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62" tIns="85362" rIns="85362" bIns="85362" numCol="1" spcCol="1270" anchor="ctr" anchorCtr="0">
          <a:noAutofit/>
        </a:bodyPr>
        <a:lstStyle/>
        <a:p>
          <a:pPr marL="0" lvl="0" indent="0" algn="l" defTabSz="844550">
            <a:lnSpc>
              <a:spcPct val="90000"/>
            </a:lnSpc>
            <a:spcBef>
              <a:spcPct val="0"/>
            </a:spcBef>
            <a:spcAft>
              <a:spcPct val="35000"/>
            </a:spcAft>
            <a:buNone/>
          </a:pPr>
          <a:r>
            <a:rPr lang="en-US" sz="1900" kern="1200" dirty="0"/>
            <a:t>AI Database Integration and Optimization</a:t>
          </a:r>
        </a:p>
      </dsp:txBody>
      <dsp:txXfrm>
        <a:off x="931583" y="3028407"/>
        <a:ext cx="4828072" cy="806565"/>
      </dsp:txXfrm>
    </dsp:sp>
    <dsp:sp modelId="{7E5A855E-2415-4A99-906F-93856DA0BF6C}">
      <dsp:nvSpPr>
        <dsp:cNvPr id="0" name=""/>
        <dsp:cNvSpPr/>
      </dsp:nvSpPr>
      <dsp:spPr>
        <a:xfrm>
          <a:off x="0" y="4036614"/>
          <a:ext cx="5759656" cy="806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647A8F-3C06-4898-9C74-525C636D8FD7}">
      <dsp:nvSpPr>
        <dsp:cNvPr id="0" name=""/>
        <dsp:cNvSpPr/>
      </dsp:nvSpPr>
      <dsp:spPr>
        <a:xfrm>
          <a:off x="243986" y="4218091"/>
          <a:ext cx="443611" cy="44361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F578A9-D13F-4565-B3E5-1867F5D9B5B7}">
      <dsp:nvSpPr>
        <dsp:cNvPr id="0" name=""/>
        <dsp:cNvSpPr/>
      </dsp:nvSpPr>
      <dsp:spPr>
        <a:xfrm>
          <a:off x="931583" y="4036614"/>
          <a:ext cx="4828072" cy="80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62" tIns="85362" rIns="85362" bIns="85362" numCol="1" spcCol="1270" anchor="ctr" anchorCtr="0">
          <a:noAutofit/>
        </a:bodyPr>
        <a:lstStyle/>
        <a:p>
          <a:pPr marL="0" lvl="0" indent="0" algn="l" defTabSz="844550">
            <a:lnSpc>
              <a:spcPct val="90000"/>
            </a:lnSpc>
            <a:spcBef>
              <a:spcPct val="0"/>
            </a:spcBef>
            <a:spcAft>
              <a:spcPct val="35000"/>
            </a:spcAft>
            <a:buNone/>
          </a:pPr>
          <a:r>
            <a:rPr lang="en-US" sz="1900" kern="1200" dirty="0"/>
            <a:t>Data Analytics and Business Intelligence</a:t>
          </a:r>
        </a:p>
      </dsp:txBody>
      <dsp:txXfrm>
        <a:off x="931583" y="4036614"/>
        <a:ext cx="4828072" cy="806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05DC00-BDFF-4EA6-8375-236A36F943A3}">
      <dsp:nvSpPr>
        <dsp:cNvPr id="0" name=""/>
        <dsp:cNvSpPr/>
      </dsp:nvSpPr>
      <dsp:spPr>
        <a:xfrm>
          <a:off x="0" y="477"/>
          <a:ext cx="10793412" cy="11164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2B149-F613-405E-ACE2-B621289FF854}">
      <dsp:nvSpPr>
        <dsp:cNvPr id="0" name=""/>
        <dsp:cNvSpPr/>
      </dsp:nvSpPr>
      <dsp:spPr>
        <a:xfrm>
          <a:off x="337717" y="251671"/>
          <a:ext cx="614031" cy="6140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1C8AA0-830C-442B-A173-6B2D54476458}">
      <dsp:nvSpPr>
        <dsp:cNvPr id="0" name=""/>
        <dsp:cNvSpPr/>
      </dsp:nvSpPr>
      <dsp:spPr>
        <a:xfrm>
          <a:off x="1289465" y="477"/>
          <a:ext cx="9503947" cy="111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54" tIns="118154" rIns="118154" bIns="118154" numCol="1" spcCol="1270" anchor="ctr" anchorCtr="0">
          <a:noAutofit/>
        </a:bodyPr>
        <a:lstStyle/>
        <a:p>
          <a:pPr marL="0" lvl="0" indent="0" algn="l" defTabSz="800100">
            <a:lnSpc>
              <a:spcPct val="90000"/>
            </a:lnSpc>
            <a:spcBef>
              <a:spcPct val="0"/>
            </a:spcBef>
            <a:spcAft>
              <a:spcPct val="35000"/>
            </a:spcAft>
            <a:buNone/>
          </a:pPr>
          <a:r>
            <a:rPr lang="en-US" sz="1800" kern="1200" baseline="0" dirty="0"/>
            <a:t>Vast Movie Library: The rental company has a wide variety of movies new and old that is constantly being added to and updated. This data needs to be organized efficiently so it can be accessed for user recommendations.</a:t>
          </a:r>
          <a:endParaRPr lang="en-US" sz="1800" kern="1200" dirty="0"/>
        </a:p>
      </dsp:txBody>
      <dsp:txXfrm>
        <a:off x="1289465" y="477"/>
        <a:ext cx="9503947" cy="1116420"/>
      </dsp:txXfrm>
    </dsp:sp>
    <dsp:sp modelId="{19A4FE92-AE8A-4948-B527-6CF5FC613BD5}">
      <dsp:nvSpPr>
        <dsp:cNvPr id="0" name=""/>
        <dsp:cNvSpPr/>
      </dsp:nvSpPr>
      <dsp:spPr>
        <a:xfrm>
          <a:off x="0" y="1396002"/>
          <a:ext cx="10793412" cy="11164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F68B01-0403-479E-9BD5-CABCECB4F125}">
      <dsp:nvSpPr>
        <dsp:cNvPr id="0" name=""/>
        <dsp:cNvSpPr/>
      </dsp:nvSpPr>
      <dsp:spPr>
        <a:xfrm>
          <a:off x="337717" y="1647196"/>
          <a:ext cx="614031" cy="6140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49CB29-91E4-471C-B4CD-D07B661FF727}">
      <dsp:nvSpPr>
        <dsp:cNvPr id="0" name=""/>
        <dsp:cNvSpPr/>
      </dsp:nvSpPr>
      <dsp:spPr>
        <a:xfrm>
          <a:off x="1289465" y="1396002"/>
          <a:ext cx="9503947" cy="111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54" tIns="118154" rIns="118154" bIns="118154" numCol="1" spcCol="1270" anchor="ctr" anchorCtr="0">
          <a:noAutofit/>
        </a:bodyPr>
        <a:lstStyle/>
        <a:p>
          <a:pPr marL="0" lvl="0" indent="0" algn="l" defTabSz="800100">
            <a:lnSpc>
              <a:spcPct val="90000"/>
            </a:lnSpc>
            <a:spcBef>
              <a:spcPct val="0"/>
            </a:spcBef>
            <a:spcAft>
              <a:spcPct val="35000"/>
            </a:spcAft>
            <a:buNone/>
          </a:pPr>
          <a:r>
            <a:rPr lang="en-US" sz="1800" kern="1200" baseline="0" dirty="0"/>
            <a:t>Growing Customer Information: The rental company has many users of its platform and this is constantly growing. The data includes demographics information along with information about their memberships and rental history. </a:t>
          </a:r>
          <a:endParaRPr lang="en-US" sz="1800" kern="1200" dirty="0"/>
        </a:p>
      </dsp:txBody>
      <dsp:txXfrm>
        <a:off x="1289465" y="1396002"/>
        <a:ext cx="9503947" cy="1116420"/>
      </dsp:txXfrm>
    </dsp:sp>
    <dsp:sp modelId="{41E3CE14-16B7-4646-BF89-CC0542CC1BD2}">
      <dsp:nvSpPr>
        <dsp:cNvPr id="0" name=""/>
        <dsp:cNvSpPr/>
      </dsp:nvSpPr>
      <dsp:spPr>
        <a:xfrm>
          <a:off x="0" y="2791527"/>
          <a:ext cx="10793412" cy="11164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73353F-514A-4FAE-8C39-8601B69E7BB3}">
      <dsp:nvSpPr>
        <dsp:cNvPr id="0" name=""/>
        <dsp:cNvSpPr/>
      </dsp:nvSpPr>
      <dsp:spPr>
        <a:xfrm>
          <a:off x="337717" y="3042722"/>
          <a:ext cx="614031" cy="6140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F34E48-4481-4ADD-B904-80A8CFAB91F3}">
      <dsp:nvSpPr>
        <dsp:cNvPr id="0" name=""/>
        <dsp:cNvSpPr/>
      </dsp:nvSpPr>
      <dsp:spPr>
        <a:xfrm>
          <a:off x="1289465" y="2791527"/>
          <a:ext cx="9503947" cy="111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54" tIns="118154" rIns="118154" bIns="118154" numCol="1" spcCol="1270" anchor="ctr" anchorCtr="0">
          <a:noAutofit/>
        </a:bodyPr>
        <a:lstStyle/>
        <a:p>
          <a:pPr marL="0" lvl="0" indent="0" algn="l" defTabSz="800100">
            <a:lnSpc>
              <a:spcPct val="90000"/>
            </a:lnSpc>
            <a:spcBef>
              <a:spcPct val="0"/>
            </a:spcBef>
            <a:spcAft>
              <a:spcPct val="35000"/>
            </a:spcAft>
            <a:buNone/>
          </a:pPr>
          <a:r>
            <a:rPr lang="en-US" sz="1800" kern="1200" baseline="0" dirty="0"/>
            <a:t>Changing Customer Preferences: The company hopes to stay on top of trends and changing customer preferences by better utilizing the data the company has on its users and movie library to have more informed business decisions on things like content and inventory management. </a:t>
          </a:r>
          <a:endParaRPr lang="en-US" sz="1800" kern="1200" dirty="0"/>
        </a:p>
      </dsp:txBody>
      <dsp:txXfrm>
        <a:off x="1289465" y="2791527"/>
        <a:ext cx="9503947" cy="11164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5EC52-975B-4628-82D1-8CAB796CB8ED}">
      <dsp:nvSpPr>
        <dsp:cNvPr id="0" name=""/>
        <dsp:cNvSpPr/>
      </dsp:nvSpPr>
      <dsp:spPr>
        <a:xfrm>
          <a:off x="0" y="2971"/>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200AAF-3003-461A-8E32-4052948D5BA0}">
      <dsp:nvSpPr>
        <dsp:cNvPr id="0" name=""/>
        <dsp:cNvSpPr/>
      </dsp:nvSpPr>
      <dsp:spPr>
        <a:xfrm>
          <a:off x="139485" y="106721"/>
          <a:ext cx="253857" cy="2536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3B392C-4801-4065-9E4F-A56A62539AF3}">
      <dsp:nvSpPr>
        <dsp:cNvPr id="0" name=""/>
        <dsp:cNvSpPr/>
      </dsp:nvSpPr>
      <dsp:spPr>
        <a:xfrm>
          <a:off x="532827" y="2971"/>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dirty="0"/>
            <a:t>We will be adding security to our ecosystem in 5 key ways to ensure we have total security coverage and minimizing the chance for leaks or theft.</a:t>
          </a:r>
          <a:endParaRPr lang="en-US" sz="1400" kern="1200" dirty="0"/>
        </a:p>
      </dsp:txBody>
      <dsp:txXfrm>
        <a:off x="532827" y="2971"/>
        <a:ext cx="9837807" cy="504337"/>
      </dsp:txXfrm>
    </dsp:sp>
    <dsp:sp modelId="{74B1734E-CF88-452A-8A9B-5A8A0ECF98AD}">
      <dsp:nvSpPr>
        <dsp:cNvPr id="0" name=""/>
        <dsp:cNvSpPr/>
      </dsp:nvSpPr>
      <dsp:spPr>
        <a:xfrm>
          <a:off x="0" y="633393"/>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5FAF00-7294-4B2C-BF79-E249649BA4DE}">
      <dsp:nvSpPr>
        <dsp:cNvPr id="0" name=""/>
        <dsp:cNvSpPr/>
      </dsp:nvSpPr>
      <dsp:spPr>
        <a:xfrm>
          <a:off x="139485" y="737142"/>
          <a:ext cx="253857" cy="2536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C31A6C-7ECE-4B31-84DE-0AF6C53B765C}">
      <dsp:nvSpPr>
        <dsp:cNvPr id="0" name=""/>
        <dsp:cNvSpPr/>
      </dsp:nvSpPr>
      <dsp:spPr>
        <a:xfrm>
          <a:off x="532827" y="633393"/>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a:t>Private subnets – we can store the actual data in a private subnet in our cloud network away from public access.</a:t>
          </a:r>
          <a:endParaRPr lang="en-US" sz="1400" kern="1200"/>
        </a:p>
      </dsp:txBody>
      <dsp:txXfrm>
        <a:off x="532827" y="633393"/>
        <a:ext cx="9837807" cy="504337"/>
      </dsp:txXfrm>
    </dsp:sp>
    <dsp:sp modelId="{86C7AB93-F7C7-46D2-8C6D-1FDB73D6D816}">
      <dsp:nvSpPr>
        <dsp:cNvPr id="0" name=""/>
        <dsp:cNvSpPr/>
      </dsp:nvSpPr>
      <dsp:spPr>
        <a:xfrm>
          <a:off x="0" y="1263814"/>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E36FF0-2EAF-4C17-A2DD-DE63483B8099}">
      <dsp:nvSpPr>
        <dsp:cNvPr id="0" name=""/>
        <dsp:cNvSpPr/>
      </dsp:nvSpPr>
      <dsp:spPr>
        <a:xfrm>
          <a:off x="139485" y="1367563"/>
          <a:ext cx="253857" cy="2536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5EFC6F-EA82-416B-9969-2345B4B6EB0B}">
      <dsp:nvSpPr>
        <dsp:cNvPr id="0" name=""/>
        <dsp:cNvSpPr/>
      </dsp:nvSpPr>
      <dsp:spPr>
        <a:xfrm>
          <a:off x="532827" y="1263814"/>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a:t>Identity Access Management – we can use access controls and Multifactor authentication for user access as well as giving granular control to our AI models.</a:t>
          </a:r>
          <a:endParaRPr lang="en-US" sz="1400" kern="1200"/>
        </a:p>
      </dsp:txBody>
      <dsp:txXfrm>
        <a:off x="532827" y="1263814"/>
        <a:ext cx="9837807" cy="504337"/>
      </dsp:txXfrm>
    </dsp:sp>
    <dsp:sp modelId="{A3F36EB0-B907-415F-9F83-B490BB342DD9}">
      <dsp:nvSpPr>
        <dsp:cNvPr id="0" name=""/>
        <dsp:cNvSpPr/>
      </dsp:nvSpPr>
      <dsp:spPr>
        <a:xfrm>
          <a:off x="0" y="1894235"/>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F7121-98AD-4ABB-8BAE-EEE9593EEF35}">
      <dsp:nvSpPr>
        <dsp:cNvPr id="0" name=""/>
        <dsp:cNvSpPr/>
      </dsp:nvSpPr>
      <dsp:spPr>
        <a:xfrm>
          <a:off x="139485" y="1997984"/>
          <a:ext cx="253857" cy="2536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1198B1-5229-46F3-8180-0EEB4F6AD051}">
      <dsp:nvSpPr>
        <dsp:cNvPr id="0" name=""/>
        <dsp:cNvSpPr/>
      </dsp:nvSpPr>
      <dsp:spPr>
        <a:xfrm>
          <a:off x="532827" y="1894235"/>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a:t>Encryption – we will use secure socket layer and transit socket layer protocols to encrypt the data at rest and in transit.</a:t>
          </a:r>
          <a:endParaRPr lang="en-US" sz="1400" kern="1200"/>
        </a:p>
      </dsp:txBody>
      <dsp:txXfrm>
        <a:off x="532827" y="1894235"/>
        <a:ext cx="9837807" cy="504337"/>
      </dsp:txXfrm>
    </dsp:sp>
    <dsp:sp modelId="{AE2A54BA-10EA-4BA7-B10B-7622562429CD}">
      <dsp:nvSpPr>
        <dsp:cNvPr id="0" name=""/>
        <dsp:cNvSpPr/>
      </dsp:nvSpPr>
      <dsp:spPr>
        <a:xfrm>
          <a:off x="0" y="2524656"/>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7ACE44-DF82-4AAE-81DD-A0D8F9C3A4DC}">
      <dsp:nvSpPr>
        <dsp:cNvPr id="0" name=""/>
        <dsp:cNvSpPr/>
      </dsp:nvSpPr>
      <dsp:spPr>
        <a:xfrm>
          <a:off x="139485" y="2628406"/>
          <a:ext cx="253857" cy="2536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549204-95DD-4A9F-8DDB-868064D1D097}">
      <dsp:nvSpPr>
        <dsp:cNvPr id="0" name=""/>
        <dsp:cNvSpPr/>
      </dsp:nvSpPr>
      <dsp:spPr>
        <a:xfrm>
          <a:off x="532827" y="2524656"/>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a:t>Security groups – we can further secure our network by creating security groups to direct traffic and create specific inbound and outbound rules for our databases. </a:t>
          </a:r>
          <a:endParaRPr lang="en-US" sz="1400" kern="1200"/>
        </a:p>
      </dsp:txBody>
      <dsp:txXfrm>
        <a:off x="532827" y="2524656"/>
        <a:ext cx="9837807" cy="504337"/>
      </dsp:txXfrm>
    </dsp:sp>
    <dsp:sp modelId="{F2240E2E-21B4-4F2D-9DD8-6FA4E02C052B}">
      <dsp:nvSpPr>
        <dsp:cNvPr id="0" name=""/>
        <dsp:cNvSpPr/>
      </dsp:nvSpPr>
      <dsp:spPr>
        <a:xfrm>
          <a:off x="0" y="3155078"/>
          <a:ext cx="10394707" cy="4611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D484F6-FB15-47F1-B6A5-75B695D20A91}">
      <dsp:nvSpPr>
        <dsp:cNvPr id="0" name=""/>
        <dsp:cNvSpPr/>
      </dsp:nvSpPr>
      <dsp:spPr>
        <a:xfrm>
          <a:off x="139485" y="3258827"/>
          <a:ext cx="253857" cy="25360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FF80E9-23BF-4059-932E-359628F2464F}">
      <dsp:nvSpPr>
        <dsp:cNvPr id="0" name=""/>
        <dsp:cNvSpPr/>
      </dsp:nvSpPr>
      <dsp:spPr>
        <a:xfrm>
          <a:off x="532827" y="3155078"/>
          <a:ext cx="9837807" cy="50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76" tIns="53376" rIns="53376" bIns="53376" numCol="1" spcCol="1270" anchor="ctr" anchorCtr="0">
          <a:noAutofit/>
        </a:bodyPr>
        <a:lstStyle/>
        <a:p>
          <a:pPr marL="0" lvl="0" indent="0" algn="l" defTabSz="622300">
            <a:lnSpc>
              <a:spcPct val="100000"/>
            </a:lnSpc>
            <a:spcBef>
              <a:spcPct val="0"/>
            </a:spcBef>
            <a:spcAft>
              <a:spcPct val="35000"/>
            </a:spcAft>
            <a:buNone/>
          </a:pPr>
          <a:r>
            <a:rPr lang="en-US" sz="1400" kern="1200" baseline="0"/>
            <a:t>Tokenization – we can use the concept of tokenization to replace sensitive customer data (ie. Credit card info) in the database so even if data is queried it needs to be decrypted to see that information.</a:t>
          </a:r>
          <a:endParaRPr lang="en-US" sz="1400" kern="1200"/>
        </a:p>
      </dsp:txBody>
      <dsp:txXfrm>
        <a:off x="532827" y="3155078"/>
        <a:ext cx="9837807" cy="50433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D101B-4CF2-4D36-95C8-79ABD4589B8F}" type="datetimeFigureOut">
              <a:rPr lang="en-US" smtClean="0"/>
              <a:t>6/22/2025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87419-3F03-4198-A957-D441C68EA72A}" type="slidenum">
              <a:rPr lang="en-US" smtClean="0"/>
              <a:t>‹#›</a:t>
            </a:fld>
            <a:endParaRPr lang="en-US"/>
          </a:p>
        </p:txBody>
      </p:sp>
    </p:spTree>
    <p:extLst>
      <p:ext uri="{BB962C8B-B14F-4D97-AF65-F5344CB8AC3E}">
        <p14:creationId xmlns:p14="http://schemas.microsoft.com/office/powerpoint/2010/main" val="820934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2</a:t>
            </a:fld>
            <a:endParaRPr lang="en-US"/>
          </a:p>
        </p:txBody>
      </p:sp>
    </p:spTree>
    <p:extLst>
      <p:ext uri="{BB962C8B-B14F-4D97-AF65-F5344CB8AC3E}">
        <p14:creationId xmlns:p14="http://schemas.microsoft.com/office/powerpoint/2010/main" val="759226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overview of the company.</a:t>
            </a:r>
          </a:p>
        </p:txBody>
      </p:sp>
      <p:sp>
        <p:nvSpPr>
          <p:cNvPr id="4" name="Slide Number Placeholder 3"/>
          <p:cNvSpPr>
            <a:spLocks noGrp="1"/>
          </p:cNvSpPr>
          <p:nvPr>
            <p:ph type="sldNum" sz="quarter" idx="5"/>
          </p:nvPr>
        </p:nvSpPr>
        <p:spPr/>
        <p:txBody>
          <a:bodyPr/>
          <a:lstStyle/>
          <a:p>
            <a:fld id="{40C87419-3F03-4198-A957-D441C68EA72A}" type="slidenum">
              <a:rPr lang="en-US" smtClean="0"/>
              <a:t>4</a:t>
            </a:fld>
            <a:endParaRPr lang="en-US"/>
          </a:p>
        </p:txBody>
      </p:sp>
    </p:spTree>
    <p:extLst>
      <p:ext uri="{BB962C8B-B14F-4D97-AF65-F5344CB8AC3E}">
        <p14:creationId xmlns:p14="http://schemas.microsoft.com/office/powerpoint/2010/main" val="1663747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discusses specific problem areas that the company is experiencing and breaks them down into three areas.</a:t>
            </a:r>
          </a:p>
        </p:txBody>
      </p:sp>
      <p:sp>
        <p:nvSpPr>
          <p:cNvPr id="4" name="Slide Number Placeholder 3"/>
          <p:cNvSpPr>
            <a:spLocks noGrp="1"/>
          </p:cNvSpPr>
          <p:nvPr>
            <p:ph type="sldNum" sz="quarter" idx="5"/>
          </p:nvPr>
        </p:nvSpPr>
        <p:spPr/>
        <p:txBody>
          <a:bodyPr/>
          <a:lstStyle/>
          <a:p>
            <a:fld id="{40C87419-3F03-4198-A957-D441C68EA72A}" type="slidenum">
              <a:rPr lang="en-US" smtClean="0"/>
              <a:t>5</a:t>
            </a:fld>
            <a:endParaRPr lang="en-US"/>
          </a:p>
        </p:txBody>
      </p:sp>
    </p:spTree>
    <p:extLst>
      <p:ext uri="{BB962C8B-B14F-4D97-AF65-F5344CB8AC3E}">
        <p14:creationId xmlns:p14="http://schemas.microsoft.com/office/powerpoint/2010/main" val="3735098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talks about the AI integration the company is looking to achieve with its new database ecosystem.</a:t>
            </a:r>
          </a:p>
        </p:txBody>
      </p:sp>
      <p:sp>
        <p:nvSpPr>
          <p:cNvPr id="4" name="Slide Number Placeholder 3"/>
          <p:cNvSpPr>
            <a:spLocks noGrp="1"/>
          </p:cNvSpPr>
          <p:nvPr>
            <p:ph type="sldNum" sz="quarter" idx="5"/>
          </p:nvPr>
        </p:nvSpPr>
        <p:spPr/>
        <p:txBody>
          <a:bodyPr/>
          <a:lstStyle/>
          <a:p>
            <a:fld id="{40C87419-3F03-4198-A957-D441C68EA72A}" type="slidenum">
              <a:rPr lang="en-US" smtClean="0"/>
              <a:t>6</a:t>
            </a:fld>
            <a:endParaRPr lang="en-US"/>
          </a:p>
        </p:txBody>
      </p:sp>
    </p:spTree>
    <p:extLst>
      <p:ext uri="{BB962C8B-B14F-4D97-AF65-F5344CB8AC3E}">
        <p14:creationId xmlns:p14="http://schemas.microsoft.com/office/powerpoint/2010/main" val="41335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diagram of the high level overview of what the company needs for its databases. </a:t>
            </a:r>
          </a:p>
        </p:txBody>
      </p:sp>
      <p:sp>
        <p:nvSpPr>
          <p:cNvPr id="4" name="Slide Number Placeholder 3"/>
          <p:cNvSpPr>
            <a:spLocks noGrp="1"/>
          </p:cNvSpPr>
          <p:nvPr>
            <p:ph type="sldNum" sz="quarter" idx="5"/>
          </p:nvPr>
        </p:nvSpPr>
        <p:spPr/>
        <p:txBody>
          <a:bodyPr/>
          <a:lstStyle/>
          <a:p>
            <a:fld id="{40C87419-3F03-4198-A957-D441C68EA72A}" type="slidenum">
              <a:rPr lang="en-US" smtClean="0"/>
              <a:t>8</a:t>
            </a:fld>
            <a:endParaRPr lang="en-US"/>
          </a:p>
        </p:txBody>
      </p:sp>
    </p:spTree>
    <p:extLst>
      <p:ext uri="{BB962C8B-B14F-4D97-AF65-F5344CB8AC3E}">
        <p14:creationId xmlns:p14="http://schemas.microsoft.com/office/powerpoint/2010/main" val="2553065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selection of a NOSQL database for the movie library. </a:t>
            </a:r>
          </a:p>
        </p:txBody>
      </p:sp>
      <p:sp>
        <p:nvSpPr>
          <p:cNvPr id="4" name="Slide Number Placeholder 3"/>
          <p:cNvSpPr>
            <a:spLocks noGrp="1"/>
          </p:cNvSpPr>
          <p:nvPr>
            <p:ph type="sldNum" sz="quarter" idx="5"/>
          </p:nvPr>
        </p:nvSpPr>
        <p:spPr/>
        <p:txBody>
          <a:bodyPr/>
          <a:lstStyle/>
          <a:p>
            <a:fld id="{40C87419-3F03-4198-A957-D441C68EA72A}" type="slidenum">
              <a:rPr lang="en-US" smtClean="0"/>
              <a:t>9</a:t>
            </a:fld>
            <a:endParaRPr lang="en-US"/>
          </a:p>
        </p:txBody>
      </p:sp>
    </p:spTree>
    <p:extLst>
      <p:ext uri="{BB962C8B-B14F-4D97-AF65-F5344CB8AC3E}">
        <p14:creationId xmlns:p14="http://schemas.microsoft.com/office/powerpoint/2010/main" val="672550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selection of a traditional relational database for the customer information.</a:t>
            </a:r>
          </a:p>
        </p:txBody>
      </p:sp>
      <p:sp>
        <p:nvSpPr>
          <p:cNvPr id="4" name="Slide Number Placeholder 3"/>
          <p:cNvSpPr>
            <a:spLocks noGrp="1"/>
          </p:cNvSpPr>
          <p:nvPr>
            <p:ph type="sldNum" sz="quarter" idx="5"/>
          </p:nvPr>
        </p:nvSpPr>
        <p:spPr/>
        <p:txBody>
          <a:bodyPr/>
          <a:lstStyle/>
          <a:p>
            <a:fld id="{40C87419-3F03-4198-A957-D441C68EA72A}" type="slidenum">
              <a:rPr lang="en-US" smtClean="0"/>
              <a:t>10</a:t>
            </a:fld>
            <a:endParaRPr lang="en-US"/>
          </a:p>
        </p:txBody>
      </p:sp>
    </p:spTree>
    <p:extLst>
      <p:ext uri="{BB962C8B-B14F-4D97-AF65-F5344CB8AC3E}">
        <p14:creationId xmlns:p14="http://schemas.microsoft.com/office/powerpoint/2010/main" val="1538718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selection of a graph database for the customer preferences and relationship information. </a:t>
            </a:r>
          </a:p>
        </p:txBody>
      </p:sp>
      <p:sp>
        <p:nvSpPr>
          <p:cNvPr id="4" name="Slide Number Placeholder 3"/>
          <p:cNvSpPr>
            <a:spLocks noGrp="1"/>
          </p:cNvSpPr>
          <p:nvPr>
            <p:ph type="sldNum" sz="quarter" idx="5"/>
          </p:nvPr>
        </p:nvSpPr>
        <p:spPr/>
        <p:txBody>
          <a:bodyPr/>
          <a:lstStyle/>
          <a:p>
            <a:fld id="{40C87419-3F03-4198-A957-D441C68EA72A}" type="slidenum">
              <a:rPr lang="en-US" smtClean="0"/>
              <a:t>11</a:t>
            </a:fld>
            <a:endParaRPr lang="en-US"/>
          </a:p>
        </p:txBody>
      </p:sp>
    </p:spTree>
    <p:extLst>
      <p:ext uri="{BB962C8B-B14F-4D97-AF65-F5344CB8AC3E}">
        <p14:creationId xmlns:p14="http://schemas.microsoft.com/office/powerpoint/2010/main" val="1815012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addition of a search engine database to further improve the movie rental app. </a:t>
            </a:r>
          </a:p>
        </p:txBody>
      </p:sp>
      <p:sp>
        <p:nvSpPr>
          <p:cNvPr id="4" name="Slide Number Placeholder 3"/>
          <p:cNvSpPr>
            <a:spLocks noGrp="1"/>
          </p:cNvSpPr>
          <p:nvPr>
            <p:ph type="sldNum" sz="quarter" idx="5"/>
          </p:nvPr>
        </p:nvSpPr>
        <p:spPr/>
        <p:txBody>
          <a:bodyPr/>
          <a:lstStyle/>
          <a:p>
            <a:fld id="{40C87419-3F03-4198-A957-D441C68EA72A}" type="slidenum">
              <a:rPr lang="en-US" smtClean="0"/>
              <a:t>12</a:t>
            </a:fld>
            <a:endParaRPr lang="en-US"/>
          </a:p>
        </p:txBody>
      </p:sp>
    </p:spTree>
    <p:extLst>
      <p:ext uri="{BB962C8B-B14F-4D97-AF65-F5344CB8AC3E}">
        <p14:creationId xmlns:p14="http://schemas.microsoft.com/office/powerpoint/2010/main" val="70363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selection of a time series database for analysis and real time reporting. </a:t>
            </a:r>
          </a:p>
        </p:txBody>
      </p:sp>
      <p:sp>
        <p:nvSpPr>
          <p:cNvPr id="4" name="Slide Number Placeholder 3"/>
          <p:cNvSpPr>
            <a:spLocks noGrp="1"/>
          </p:cNvSpPr>
          <p:nvPr>
            <p:ph type="sldNum" sz="quarter" idx="5"/>
          </p:nvPr>
        </p:nvSpPr>
        <p:spPr/>
        <p:txBody>
          <a:bodyPr/>
          <a:lstStyle/>
          <a:p>
            <a:fld id="{40C87419-3F03-4198-A957-D441C68EA72A}" type="slidenum">
              <a:rPr lang="en-US" smtClean="0"/>
              <a:t>13</a:t>
            </a:fld>
            <a:endParaRPr lang="en-US"/>
          </a:p>
        </p:txBody>
      </p:sp>
    </p:spTree>
    <p:extLst>
      <p:ext uri="{BB962C8B-B14F-4D97-AF65-F5344CB8AC3E}">
        <p14:creationId xmlns:p14="http://schemas.microsoft.com/office/powerpoint/2010/main" val="461572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discusses hosting the database ecosystem on AWS for simplicity and native integration.</a:t>
            </a:r>
          </a:p>
        </p:txBody>
      </p:sp>
      <p:sp>
        <p:nvSpPr>
          <p:cNvPr id="4" name="Slide Number Placeholder 3"/>
          <p:cNvSpPr>
            <a:spLocks noGrp="1"/>
          </p:cNvSpPr>
          <p:nvPr>
            <p:ph type="sldNum" sz="quarter" idx="5"/>
          </p:nvPr>
        </p:nvSpPr>
        <p:spPr/>
        <p:txBody>
          <a:bodyPr/>
          <a:lstStyle/>
          <a:p>
            <a:fld id="{40C87419-3F03-4198-A957-D441C68EA72A}" type="slidenum">
              <a:rPr lang="en-US" smtClean="0"/>
              <a:t>14</a:t>
            </a:fld>
            <a:endParaRPr lang="en-US"/>
          </a:p>
        </p:txBody>
      </p:sp>
    </p:spTree>
    <p:extLst>
      <p:ext uri="{BB962C8B-B14F-4D97-AF65-F5344CB8AC3E}">
        <p14:creationId xmlns:p14="http://schemas.microsoft.com/office/powerpoint/2010/main" val="700906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visual of the ecosystem as discussed so far.</a:t>
            </a:r>
          </a:p>
        </p:txBody>
      </p:sp>
      <p:sp>
        <p:nvSpPr>
          <p:cNvPr id="4" name="Slide Number Placeholder 3"/>
          <p:cNvSpPr>
            <a:spLocks noGrp="1"/>
          </p:cNvSpPr>
          <p:nvPr>
            <p:ph type="sldNum" sz="quarter" idx="5"/>
          </p:nvPr>
        </p:nvSpPr>
        <p:spPr/>
        <p:txBody>
          <a:bodyPr/>
          <a:lstStyle/>
          <a:p>
            <a:fld id="{40C87419-3F03-4198-A957-D441C68EA72A}" type="slidenum">
              <a:rPr lang="en-US" smtClean="0"/>
              <a:t>15</a:t>
            </a:fld>
            <a:endParaRPr lang="en-US"/>
          </a:p>
        </p:txBody>
      </p:sp>
    </p:spTree>
    <p:extLst>
      <p:ext uri="{BB962C8B-B14F-4D97-AF65-F5344CB8AC3E}">
        <p14:creationId xmlns:p14="http://schemas.microsoft.com/office/powerpoint/2010/main" val="2978560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discusses the security protocols that we will put into place.</a:t>
            </a:r>
          </a:p>
        </p:txBody>
      </p:sp>
      <p:sp>
        <p:nvSpPr>
          <p:cNvPr id="4" name="Slide Number Placeholder 3"/>
          <p:cNvSpPr>
            <a:spLocks noGrp="1"/>
          </p:cNvSpPr>
          <p:nvPr>
            <p:ph type="sldNum" sz="quarter" idx="5"/>
          </p:nvPr>
        </p:nvSpPr>
        <p:spPr/>
        <p:txBody>
          <a:bodyPr/>
          <a:lstStyle/>
          <a:p>
            <a:fld id="{40C87419-3F03-4198-A957-D441C68EA72A}" type="slidenum">
              <a:rPr lang="en-US" smtClean="0"/>
              <a:t>17</a:t>
            </a:fld>
            <a:endParaRPr lang="en-US"/>
          </a:p>
        </p:txBody>
      </p:sp>
    </p:spTree>
    <p:extLst>
      <p:ext uri="{BB962C8B-B14F-4D97-AF65-F5344CB8AC3E}">
        <p14:creationId xmlns:p14="http://schemas.microsoft.com/office/powerpoint/2010/main" val="1016737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visual of the ecosystem with the added security layers.</a:t>
            </a:r>
          </a:p>
        </p:txBody>
      </p:sp>
      <p:sp>
        <p:nvSpPr>
          <p:cNvPr id="4" name="Slide Number Placeholder 3"/>
          <p:cNvSpPr>
            <a:spLocks noGrp="1"/>
          </p:cNvSpPr>
          <p:nvPr>
            <p:ph type="sldNum" sz="quarter" idx="5"/>
          </p:nvPr>
        </p:nvSpPr>
        <p:spPr/>
        <p:txBody>
          <a:bodyPr/>
          <a:lstStyle/>
          <a:p>
            <a:fld id="{40C87419-3F03-4198-A957-D441C68EA72A}" type="slidenum">
              <a:rPr lang="en-US" smtClean="0"/>
              <a:t>18</a:t>
            </a:fld>
            <a:endParaRPr lang="en-US"/>
          </a:p>
        </p:txBody>
      </p:sp>
    </p:spTree>
    <p:extLst>
      <p:ext uri="{BB962C8B-B14F-4D97-AF65-F5344CB8AC3E}">
        <p14:creationId xmlns:p14="http://schemas.microsoft.com/office/powerpoint/2010/main" val="1627822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database and tables to be created in RDS.</a:t>
            </a:r>
          </a:p>
        </p:txBody>
      </p:sp>
      <p:sp>
        <p:nvSpPr>
          <p:cNvPr id="4" name="Slide Number Placeholder 3"/>
          <p:cNvSpPr>
            <a:spLocks noGrp="1"/>
          </p:cNvSpPr>
          <p:nvPr>
            <p:ph type="sldNum" sz="quarter" idx="5"/>
          </p:nvPr>
        </p:nvSpPr>
        <p:spPr/>
        <p:txBody>
          <a:bodyPr/>
          <a:lstStyle/>
          <a:p>
            <a:fld id="{40C87419-3F03-4198-A957-D441C68EA72A}" type="slidenum">
              <a:rPr lang="en-US" smtClean="0"/>
              <a:t>19</a:t>
            </a:fld>
            <a:endParaRPr lang="en-US"/>
          </a:p>
        </p:txBody>
      </p:sp>
    </p:spTree>
    <p:extLst>
      <p:ext uri="{BB962C8B-B14F-4D97-AF65-F5344CB8AC3E}">
        <p14:creationId xmlns:p14="http://schemas.microsoft.com/office/powerpoint/2010/main" val="260262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ER diagram of the RDS.</a:t>
            </a:r>
          </a:p>
        </p:txBody>
      </p:sp>
      <p:sp>
        <p:nvSpPr>
          <p:cNvPr id="4" name="Slide Number Placeholder 3"/>
          <p:cNvSpPr>
            <a:spLocks noGrp="1"/>
          </p:cNvSpPr>
          <p:nvPr>
            <p:ph type="sldNum" sz="quarter" idx="5"/>
          </p:nvPr>
        </p:nvSpPr>
        <p:spPr/>
        <p:txBody>
          <a:bodyPr/>
          <a:lstStyle/>
          <a:p>
            <a:fld id="{40C87419-3F03-4198-A957-D441C68EA72A}" type="slidenum">
              <a:rPr lang="en-US" smtClean="0"/>
              <a:t>20</a:t>
            </a:fld>
            <a:endParaRPr lang="en-US"/>
          </a:p>
        </p:txBody>
      </p:sp>
    </p:spTree>
    <p:extLst>
      <p:ext uri="{BB962C8B-B14F-4D97-AF65-F5344CB8AC3E}">
        <p14:creationId xmlns:p14="http://schemas.microsoft.com/office/powerpoint/2010/main" val="99699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table creation in DynamoDB.</a:t>
            </a:r>
          </a:p>
        </p:txBody>
      </p:sp>
      <p:sp>
        <p:nvSpPr>
          <p:cNvPr id="4" name="Slide Number Placeholder 3"/>
          <p:cNvSpPr>
            <a:spLocks noGrp="1"/>
          </p:cNvSpPr>
          <p:nvPr>
            <p:ph type="sldNum" sz="quarter" idx="5"/>
          </p:nvPr>
        </p:nvSpPr>
        <p:spPr/>
        <p:txBody>
          <a:bodyPr/>
          <a:lstStyle/>
          <a:p>
            <a:fld id="{40C87419-3F03-4198-A957-D441C68EA72A}" type="slidenum">
              <a:rPr lang="en-US" smtClean="0"/>
              <a:t>21</a:t>
            </a:fld>
            <a:endParaRPr lang="en-US"/>
          </a:p>
        </p:txBody>
      </p:sp>
    </p:spTree>
    <p:extLst>
      <p:ext uri="{BB962C8B-B14F-4D97-AF65-F5344CB8AC3E}">
        <p14:creationId xmlns:p14="http://schemas.microsoft.com/office/powerpoint/2010/main" val="2193973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visual of the table in DynamoDB. It was created using the NoSQL workbench.</a:t>
            </a:r>
          </a:p>
        </p:txBody>
      </p:sp>
      <p:sp>
        <p:nvSpPr>
          <p:cNvPr id="4" name="Slide Number Placeholder 3"/>
          <p:cNvSpPr>
            <a:spLocks noGrp="1"/>
          </p:cNvSpPr>
          <p:nvPr>
            <p:ph type="sldNum" sz="quarter" idx="5"/>
          </p:nvPr>
        </p:nvSpPr>
        <p:spPr/>
        <p:txBody>
          <a:bodyPr/>
          <a:lstStyle/>
          <a:p>
            <a:fld id="{40C87419-3F03-4198-A957-D441C68EA72A}" type="slidenum">
              <a:rPr lang="en-US" smtClean="0"/>
              <a:t>22</a:t>
            </a:fld>
            <a:endParaRPr lang="en-US"/>
          </a:p>
        </p:txBody>
      </p:sp>
    </p:spTree>
    <p:extLst>
      <p:ext uri="{BB962C8B-B14F-4D97-AF65-F5344CB8AC3E}">
        <p14:creationId xmlns:p14="http://schemas.microsoft.com/office/powerpoint/2010/main" val="1093331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graph creation in Neptune by defining vertices and edges. </a:t>
            </a:r>
          </a:p>
        </p:txBody>
      </p:sp>
      <p:sp>
        <p:nvSpPr>
          <p:cNvPr id="4" name="Slide Number Placeholder 3"/>
          <p:cNvSpPr>
            <a:spLocks noGrp="1"/>
          </p:cNvSpPr>
          <p:nvPr>
            <p:ph type="sldNum" sz="quarter" idx="5"/>
          </p:nvPr>
        </p:nvSpPr>
        <p:spPr/>
        <p:txBody>
          <a:bodyPr/>
          <a:lstStyle/>
          <a:p>
            <a:fld id="{40C87419-3F03-4198-A957-D441C68EA72A}" type="slidenum">
              <a:rPr lang="en-US" smtClean="0"/>
              <a:t>23</a:t>
            </a:fld>
            <a:endParaRPr lang="en-US"/>
          </a:p>
        </p:txBody>
      </p:sp>
    </p:spTree>
    <p:extLst>
      <p:ext uri="{BB962C8B-B14F-4D97-AF65-F5344CB8AC3E}">
        <p14:creationId xmlns:p14="http://schemas.microsoft.com/office/powerpoint/2010/main" val="3829997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visual of the graph database at a very basic level.</a:t>
            </a:r>
          </a:p>
        </p:txBody>
      </p:sp>
      <p:sp>
        <p:nvSpPr>
          <p:cNvPr id="4" name="Slide Number Placeholder 3"/>
          <p:cNvSpPr>
            <a:spLocks noGrp="1"/>
          </p:cNvSpPr>
          <p:nvPr>
            <p:ph type="sldNum" sz="quarter" idx="5"/>
          </p:nvPr>
        </p:nvSpPr>
        <p:spPr/>
        <p:txBody>
          <a:bodyPr/>
          <a:lstStyle/>
          <a:p>
            <a:fld id="{40C87419-3F03-4198-A957-D441C68EA72A}" type="slidenum">
              <a:rPr lang="en-US" smtClean="0"/>
              <a:t>24</a:t>
            </a:fld>
            <a:endParaRPr lang="en-US"/>
          </a:p>
        </p:txBody>
      </p:sp>
    </p:spTree>
    <p:extLst>
      <p:ext uri="{BB962C8B-B14F-4D97-AF65-F5344CB8AC3E}">
        <p14:creationId xmlns:p14="http://schemas.microsoft.com/office/powerpoint/2010/main" val="3971640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table creation in Timestream for our temporal data.</a:t>
            </a:r>
          </a:p>
        </p:txBody>
      </p:sp>
      <p:sp>
        <p:nvSpPr>
          <p:cNvPr id="4" name="Slide Number Placeholder 3"/>
          <p:cNvSpPr>
            <a:spLocks noGrp="1"/>
          </p:cNvSpPr>
          <p:nvPr>
            <p:ph type="sldNum" sz="quarter" idx="5"/>
          </p:nvPr>
        </p:nvSpPr>
        <p:spPr/>
        <p:txBody>
          <a:bodyPr/>
          <a:lstStyle/>
          <a:p>
            <a:fld id="{40C87419-3F03-4198-A957-D441C68EA72A}" type="slidenum">
              <a:rPr lang="en-US" smtClean="0"/>
              <a:t>25</a:t>
            </a:fld>
            <a:endParaRPr lang="en-US"/>
          </a:p>
        </p:txBody>
      </p:sp>
    </p:spTree>
    <p:extLst>
      <p:ext uri="{BB962C8B-B14F-4D97-AF65-F5344CB8AC3E}">
        <p14:creationId xmlns:p14="http://schemas.microsoft.com/office/powerpoint/2010/main" val="4218936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discusses the use of AWS native AI tools to further simplify our ecosystem, but still get the benefits that the company is looking for.</a:t>
            </a:r>
          </a:p>
        </p:txBody>
      </p:sp>
      <p:sp>
        <p:nvSpPr>
          <p:cNvPr id="4" name="Slide Number Placeholder 3"/>
          <p:cNvSpPr>
            <a:spLocks noGrp="1"/>
          </p:cNvSpPr>
          <p:nvPr>
            <p:ph type="sldNum" sz="quarter" idx="5"/>
          </p:nvPr>
        </p:nvSpPr>
        <p:spPr/>
        <p:txBody>
          <a:bodyPr/>
          <a:lstStyle/>
          <a:p>
            <a:fld id="{40C87419-3F03-4198-A957-D441C68EA72A}" type="slidenum">
              <a:rPr lang="en-US" smtClean="0"/>
              <a:t>27</a:t>
            </a:fld>
            <a:endParaRPr lang="en-US"/>
          </a:p>
        </p:txBody>
      </p:sp>
    </p:spTree>
    <p:extLst>
      <p:ext uri="{BB962C8B-B14F-4D97-AF65-F5344CB8AC3E}">
        <p14:creationId xmlns:p14="http://schemas.microsoft.com/office/powerpoint/2010/main" val="1605794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deeper look at our ecosystem with our AI tools now being defined.</a:t>
            </a:r>
          </a:p>
        </p:txBody>
      </p:sp>
      <p:sp>
        <p:nvSpPr>
          <p:cNvPr id="4" name="Slide Number Placeholder 3"/>
          <p:cNvSpPr>
            <a:spLocks noGrp="1"/>
          </p:cNvSpPr>
          <p:nvPr>
            <p:ph type="sldNum" sz="quarter" idx="5"/>
          </p:nvPr>
        </p:nvSpPr>
        <p:spPr/>
        <p:txBody>
          <a:bodyPr/>
          <a:lstStyle/>
          <a:p>
            <a:fld id="{40C87419-3F03-4198-A957-D441C68EA72A}" type="slidenum">
              <a:rPr lang="en-US" smtClean="0"/>
              <a:t>28</a:t>
            </a:fld>
            <a:endParaRPr lang="en-US"/>
          </a:p>
        </p:txBody>
      </p:sp>
    </p:spTree>
    <p:extLst>
      <p:ext uri="{BB962C8B-B14F-4D97-AF65-F5344CB8AC3E}">
        <p14:creationId xmlns:p14="http://schemas.microsoft.com/office/powerpoint/2010/main" val="674265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a basic query in SQL.</a:t>
            </a:r>
          </a:p>
        </p:txBody>
      </p:sp>
      <p:sp>
        <p:nvSpPr>
          <p:cNvPr id="4" name="Slide Number Placeholder 3"/>
          <p:cNvSpPr>
            <a:spLocks noGrp="1"/>
          </p:cNvSpPr>
          <p:nvPr>
            <p:ph type="sldNum" sz="quarter" idx="5"/>
          </p:nvPr>
        </p:nvSpPr>
        <p:spPr/>
        <p:txBody>
          <a:bodyPr/>
          <a:lstStyle/>
          <a:p>
            <a:fld id="{40C87419-3F03-4198-A957-D441C68EA72A}" type="slidenum">
              <a:rPr lang="en-US" smtClean="0"/>
              <a:t>29</a:t>
            </a:fld>
            <a:endParaRPr lang="en-US"/>
          </a:p>
        </p:txBody>
      </p:sp>
    </p:spTree>
    <p:extLst>
      <p:ext uri="{BB962C8B-B14F-4D97-AF65-F5344CB8AC3E}">
        <p14:creationId xmlns:p14="http://schemas.microsoft.com/office/powerpoint/2010/main" val="4277054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 basic query in DynamoDB.</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30</a:t>
            </a:fld>
            <a:endParaRPr lang="en-US"/>
          </a:p>
        </p:txBody>
      </p:sp>
    </p:spTree>
    <p:extLst>
      <p:ext uri="{BB962C8B-B14F-4D97-AF65-F5344CB8AC3E}">
        <p14:creationId xmlns:p14="http://schemas.microsoft.com/office/powerpoint/2010/main" val="3019383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 basic query in Neptune.</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31</a:t>
            </a:fld>
            <a:endParaRPr lang="en-US"/>
          </a:p>
        </p:txBody>
      </p:sp>
    </p:spTree>
    <p:extLst>
      <p:ext uri="{BB962C8B-B14F-4D97-AF65-F5344CB8AC3E}">
        <p14:creationId xmlns:p14="http://schemas.microsoft.com/office/powerpoint/2010/main" val="10058741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 basic query in Timestream.</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32</a:t>
            </a:fld>
            <a:endParaRPr lang="en-US"/>
          </a:p>
        </p:txBody>
      </p:sp>
    </p:spTree>
    <p:extLst>
      <p:ext uri="{BB962C8B-B14F-4D97-AF65-F5344CB8AC3E}">
        <p14:creationId xmlns:p14="http://schemas.microsoft.com/office/powerpoint/2010/main" val="1467413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an advanced query in SQL.</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34</a:t>
            </a:fld>
            <a:endParaRPr lang="en-US"/>
          </a:p>
        </p:txBody>
      </p:sp>
    </p:spTree>
    <p:extLst>
      <p:ext uri="{BB962C8B-B14F-4D97-AF65-F5344CB8AC3E}">
        <p14:creationId xmlns:p14="http://schemas.microsoft.com/office/powerpoint/2010/main" val="874616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an advanced query in DynamoDB.</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35</a:t>
            </a:fld>
            <a:endParaRPr lang="en-US"/>
          </a:p>
        </p:txBody>
      </p:sp>
    </p:spTree>
    <p:extLst>
      <p:ext uri="{BB962C8B-B14F-4D97-AF65-F5344CB8AC3E}">
        <p14:creationId xmlns:p14="http://schemas.microsoft.com/office/powerpoint/2010/main" val="31107167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an advanced query in Neptune.</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36</a:t>
            </a:fld>
            <a:endParaRPr lang="en-US"/>
          </a:p>
        </p:txBody>
      </p:sp>
    </p:spTree>
    <p:extLst>
      <p:ext uri="{BB962C8B-B14F-4D97-AF65-F5344CB8AC3E}">
        <p14:creationId xmlns:p14="http://schemas.microsoft.com/office/powerpoint/2010/main" val="3911815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an advanced query in Timestream.</a:t>
            </a:r>
          </a:p>
          <a:p>
            <a:endParaRPr lang="en-US" dirty="0"/>
          </a:p>
        </p:txBody>
      </p:sp>
      <p:sp>
        <p:nvSpPr>
          <p:cNvPr id="4" name="Slide Number Placeholder 3"/>
          <p:cNvSpPr>
            <a:spLocks noGrp="1"/>
          </p:cNvSpPr>
          <p:nvPr>
            <p:ph type="sldNum" sz="quarter" idx="5"/>
          </p:nvPr>
        </p:nvSpPr>
        <p:spPr/>
        <p:txBody>
          <a:bodyPr/>
          <a:lstStyle/>
          <a:p>
            <a:fld id="{40C87419-3F03-4198-A957-D441C68EA72A}" type="slidenum">
              <a:rPr lang="en-US" smtClean="0"/>
              <a:t>37</a:t>
            </a:fld>
            <a:endParaRPr lang="en-US"/>
          </a:p>
        </p:txBody>
      </p:sp>
    </p:spTree>
    <p:extLst>
      <p:ext uri="{BB962C8B-B14F-4D97-AF65-F5344CB8AC3E}">
        <p14:creationId xmlns:p14="http://schemas.microsoft.com/office/powerpoint/2010/main" val="2721592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165C6150-1489-4C77-AD5D-BE517B4E80AE}" type="datetimeFigureOut">
              <a:rPr lang="en-US" smtClean="0"/>
              <a:t>6/22/2025</a:t>
            </a:fld>
            <a:endParaRPr 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F856C235-6C4F-4AE4-93A9-5189F22A2BAC}" type="slidenum">
              <a:rPr lang="en-US" smtClean="0"/>
              <a:t>‹#›</a:t>
            </a:fld>
            <a:endParaRPr 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41347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C6150-1489-4C77-AD5D-BE517B4E80AE}" type="datetimeFigureOut">
              <a:rPr lang="en-US" smtClean="0"/>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413006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C6150-1489-4C77-AD5D-BE517B4E80AE}" type="datetimeFigureOut">
              <a:rPr lang="en-US" smtClean="0"/>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336505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533441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5C6150-1489-4C77-AD5D-BE517B4E80AE}" type="datetimeFigureOut">
              <a:rPr lang="en-US" smtClean="0"/>
              <a:t>6/22/2025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2690064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5C6150-1489-4C77-AD5D-BE517B4E80AE}" type="datetimeFigureOut">
              <a:rPr lang="en-US" smtClean="0"/>
              <a:t>6/22/2025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1199566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5C6150-1489-4C77-AD5D-BE517B4E80AE}" type="datetimeFigureOut">
              <a:rPr lang="en-US" smtClean="0"/>
              <a:t>6/22/2025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276185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26943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55026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3910105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2800458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00650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C6150-1489-4C77-AD5D-BE517B4E80AE}" type="datetimeFigureOut">
              <a:rPr lang="en-US" smtClean="0"/>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1128190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65C6150-1489-4C77-AD5D-BE517B4E80AE}" type="datetimeFigureOut">
              <a:rPr lang="en-US" smtClean="0"/>
              <a:t>6/22/2025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533369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65C6150-1489-4C77-AD5D-BE517B4E80AE}" type="datetimeFigureOut">
              <a:rPr lang="en-US" smtClean="0"/>
              <a:t>6/22/2025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938949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C6150-1489-4C77-AD5D-BE517B4E80AE}" type="datetimeFigureOut">
              <a:rPr lang="en-US" smtClean="0"/>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1298683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C6150-1489-4C77-AD5D-BE517B4E80AE}" type="datetimeFigureOut">
              <a:rPr lang="en-US" smtClean="0"/>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3414999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DB24-1233-FFF6-90E3-42C05227B0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58FDBF-0454-94A2-85AC-0B49F7F772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8B8CC-8901-E3ED-C364-CE53B2D65516}"/>
              </a:ext>
            </a:extLst>
          </p:cNvPr>
          <p:cNvSpPr>
            <a:spLocks noGrp="1"/>
          </p:cNvSpPr>
          <p:nvPr>
            <p:ph type="dt" sz="half" idx="10"/>
          </p:nvPr>
        </p:nvSpPr>
        <p:spPr/>
        <p:txBody>
          <a:bodyPr/>
          <a:lstStyle/>
          <a:p>
            <a:fld id="{165C6150-1489-4C77-AD5D-BE517B4E80AE}" type="datetimeFigureOut">
              <a:rPr lang="en-US" smtClean="0"/>
              <a:t>6/22/2025</a:t>
            </a:fld>
            <a:endParaRPr lang="en-US"/>
          </a:p>
        </p:txBody>
      </p:sp>
      <p:sp>
        <p:nvSpPr>
          <p:cNvPr id="5" name="Footer Placeholder 4">
            <a:extLst>
              <a:ext uri="{FF2B5EF4-FFF2-40B4-BE49-F238E27FC236}">
                <a16:creationId xmlns:a16="http://schemas.microsoft.com/office/drawing/2014/main" id="{A2F1E23B-16C0-AE25-C80C-6B2DB2393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2648C-B16F-D216-D29D-3D961E3649D7}"/>
              </a:ext>
            </a:extLst>
          </p:cNvPr>
          <p:cNvSpPr>
            <a:spLocks noGrp="1"/>
          </p:cNvSpPr>
          <p:nvPr>
            <p:ph type="sldNum" sz="quarter" idx="12"/>
          </p:nvPr>
        </p:nvSpPr>
        <p:spPr/>
        <p:txBody>
          <a:bodyPr/>
          <a:lstStyle/>
          <a:p>
            <a:fld id="{F856C235-6C4F-4AE4-93A9-5189F22A2BAC}" type="slidenum">
              <a:rPr lang="en-US" smtClean="0"/>
              <a:t>‹#›</a:t>
            </a:fld>
            <a:endParaRPr lang="en-US"/>
          </a:p>
        </p:txBody>
      </p:sp>
    </p:spTree>
    <p:extLst>
      <p:ext uri="{BB962C8B-B14F-4D97-AF65-F5344CB8AC3E}">
        <p14:creationId xmlns:p14="http://schemas.microsoft.com/office/powerpoint/2010/main" val="115990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165C6150-1489-4C77-AD5D-BE517B4E80AE}" type="datetimeFigureOut">
              <a:rPr lang="en-US" smtClean="0"/>
              <a:t>6/22/2025</a:t>
            </a:fld>
            <a:endParaRPr 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F856C235-6C4F-4AE4-93A9-5189F22A2BAC}" type="slidenum">
              <a:rPr lang="en-US" smtClean="0"/>
              <a:t>‹#›</a:t>
            </a:fld>
            <a:endParaRPr lang="en-US"/>
          </a:p>
        </p:txBody>
      </p:sp>
    </p:spTree>
    <p:extLst>
      <p:ext uri="{BB962C8B-B14F-4D97-AF65-F5344CB8AC3E}">
        <p14:creationId xmlns:p14="http://schemas.microsoft.com/office/powerpoint/2010/main" val="11064361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e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3.xml"/><Relationship Id="rId5" Type="http://schemas.openxmlformats.org/officeDocument/2006/relationships/image" Target="../media/image15.sv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25.sv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3.xml"/><Relationship Id="rId5" Type="http://schemas.openxmlformats.org/officeDocument/2006/relationships/image" Target="../media/image27.sv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influxdata.com/key-value-database/" TargetMode="External"/><Relationship Id="rId2" Type="http://schemas.openxmlformats.org/officeDocument/2006/relationships/hyperlink" Target="https://www.geeksforgeeks.org/how-to-choose-the-right-database-for-your-application/" TargetMode="External"/><Relationship Id="rId1" Type="http://schemas.openxmlformats.org/officeDocument/2006/relationships/slideLayout" Target="../slideLayouts/slideLayout2.xml"/><Relationship Id="rId6" Type="http://schemas.openxmlformats.org/officeDocument/2006/relationships/hyperlink" Target="https://neo4j.com/docs/getting-started/appendix/graphdb-concepts/" TargetMode="External"/><Relationship Id="rId5" Type="http://schemas.openxmlformats.org/officeDocument/2006/relationships/hyperlink" Target="https://www.youtube.com/watch?v=kkeFE6iRfMM" TargetMode="External"/><Relationship Id="rId4" Type="http://schemas.openxmlformats.org/officeDocument/2006/relationships/hyperlink" Target="https://www.youtube.com/watch?v=1FeBkAccobY"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influxdata.com/time-series-database/" TargetMode="External"/><Relationship Id="rId7" Type="http://schemas.openxmlformats.org/officeDocument/2006/relationships/hyperlink" Target="https://aws.amazon.com/blogs/database/data-modeling-best-practices-to-unlock-the-value-of-your-time-series-data/" TargetMode="External"/><Relationship Id="rId2" Type="http://schemas.openxmlformats.org/officeDocument/2006/relationships/hyperlink" Target="https://aws.amazon.com/nosql/search/" TargetMode="External"/><Relationship Id="rId1" Type="http://schemas.openxmlformats.org/officeDocument/2006/relationships/slideLayout" Target="../slideLayouts/slideLayout2.xml"/><Relationship Id="rId6" Type="http://schemas.openxmlformats.org/officeDocument/2006/relationships/hyperlink" Target="https://www.youtube.com/watch?v=Y6jbFC8tvVw" TargetMode="External"/><Relationship Id="rId5" Type="http://schemas.openxmlformats.org/officeDocument/2006/relationships/hyperlink" Target="https://docs.aws.amazon.com/amazondynamodb/latest/developerguide/HowItWorks.CoreComponents.html" TargetMode="External"/><Relationship Id="rId4" Type="http://schemas.openxmlformats.org/officeDocument/2006/relationships/hyperlink" Target="https://www.ibm.com/think/topics/database-security"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docs.aws.amazon.com/sagemaker/latest/dg/canvas-time-series.html" TargetMode="External"/><Relationship Id="rId2" Type="http://schemas.openxmlformats.org/officeDocument/2006/relationships/hyperlink" Target="https://docs.aws.amazon.com/personalize/latest/dg/what-is-personalize.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636FF-52C3-D853-9F61-B040E17381D6}"/>
              </a:ext>
            </a:extLst>
          </p:cNvPr>
          <p:cNvSpPr>
            <a:spLocks noGrp="1"/>
          </p:cNvSpPr>
          <p:nvPr>
            <p:ph type="ctrTitle"/>
          </p:nvPr>
        </p:nvSpPr>
        <p:spPr/>
        <p:txBody>
          <a:bodyPr>
            <a:noAutofit/>
          </a:bodyPr>
          <a:lstStyle/>
          <a:p>
            <a:r>
              <a:rPr lang="en-US" sz="6600" dirty="0"/>
              <a:t>Designing an AI-Enhanced Database Ecosystem for a Movie Rental Company</a:t>
            </a:r>
          </a:p>
        </p:txBody>
      </p:sp>
      <p:sp>
        <p:nvSpPr>
          <p:cNvPr id="3" name="Subtitle 2">
            <a:extLst>
              <a:ext uri="{FF2B5EF4-FFF2-40B4-BE49-F238E27FC236}">
                <a16:creationId xmlns:a16="http://schemas.microsoft.com/office/drawing/2014/main" id="{5A44BDE5-E852-1B2F-C8E6-11B319DA604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01597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0A9C49B-76D8-4E9B-B430-D1ADF40F1C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a:extLst>
              <a:ext uri="{FF2B5EF4-FFF2-40B4-BE49-F238E27FC236}">
                <a16:creationId xmlns:a16="http://schemas.microsoft.com/office/drawing/2014/main" id="{F88A5712-2FE0-4DD4-BDC6-099EA378A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9">
            <a:extLst>
              <a:ext uri="{FF2B5EF4-FFF2-40B4-BE49-F238E27FC236}">
                <a16:creationId xmlns:a16="http://schemas.microsoft.com/office/drawing/2014/main" id="{448E5503-E0F8-4B94-81A3-B1FA57623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5" name="Rectangle 14">
            <a:extLst>
              <a:ext uri="{FF2B5EF4-FFF2-40B4-BE49-F238E27FC236}">
                <a16:creationId xmlns:a16="http://schemas.microsoft.com/office/drawing/2014/main" id="{CE54F896-85E7-4403-9E37-1B004731F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54296"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F653668-5235-6C0F-DA1D-8218F3022889}"/>
              </a:ext>
            </a:extLst>
          </p:cNvPr>
          <p:cNvSpPr>
            <a:spLocks noGrp="1"/>
          </p:cNvSpPr>
          <p:nvPr>
            <p:ph type="title"/>
          </p:nvPr>
        </p:nvSpPr>
        <p:spPr>
          <a:xfrm>
            <a:off x="685802" y="685800"/>
            <a:ext cx="3381946" cy="4846967"/>
          </a:xfrm>
        </p:spPr>
        <p:txBody>
          <a:bodyPr>
            <a:normAutofit/>
          </a:bodyPr>
          <a:lstStyle/>
          <a:p>
            <a:r>
              <a:rPr lang="en-US" sz="4800">
                <a:solidFill>
                  <a:srgbClr val="FFFFFF"/>
                </a:solidFill>
              </a:rPr>
              <a:t>Agenda</a:t>
            </a:r>
          </a:p>
        </p:txBody>
      </p:sp>
      <p:graphicFrame>
        <p:nvGraphicFramePr>
          <p:cNvPr id="5" name="Content Placeholder 2">
            <a:extLst>
              <a:ext uri="{FF2B5EF4-FFF2-40B4-BE49-F238E27FC236}">
                <a16:creationId xmlns:a16="http://schemas.microsoft.com/office/drawing/2014/main" id="{D408F79B-69DC-1BA0-FCA4-54985DD826BC}"/>
              </a:ext>
            </a:extLst>
          </p:cNvPr>
          <p:cNvGraphicFramePr>
            <a:graphicFrameLocks noGrp="1"/>
          </p:cNvGraphicFramePr>
          <p:nvPr>
            <p:ph idx="1"/>
            <p:extLst>
              <p:ext uri="{D42A27DB-BD31-4B8C-83A1-F6EECF244321}">
                <p14:modId xmlns:p14="http://schemas.microsoft.com/office/powerpoint/2010/main" val="736179617"/>
              </p:ext>
            </p:extLst>
          </p:nvPr>
        </p:nvGraphicFramePr>
        <p:xfrm>
          <a:off x="5294108" y="685800"/>
          <a:ext cx="5759656" cy="48469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067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0"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447D77B-F611-A613-7BAC-6BAD970ABFEE}"/>
              </a:ext>
            </a:extLst>
          </p:cNvPr>
          <p:cNvSpPr>
            <a:spLocks noGrp="1"/>
          </p:cNvSpPr>
          <p:nvPr>
            <p:ph type="title"/>
          </p:nvPr>
        </p:nvSpPr>
        <p:spPr>
          <a:xfrm rot="21420000">
            <a:off x="562263" y="655592"/>
            <a:ext cx="5428489" cy="3278684"/>
          </a:xfrm>
        </p:spPr>
        <p:txBody>
          <a:bodyPr vert="horz" lIns="91440" tIns="45720" rIns="91440" bIns="45720" rtlCol="0" anchor="b">
            <a:normAutofit/>
          </a:bodyPr>
          <a:lstStyle/>
          <a:p>
            <a:pPr algn="r"/>
            <a:r>
              <a:rPr lang="en-US" sz="7400"/>
              <a:t>Movie Rental Company Analysis</a:t>
            </a:r>
          </a:p>
        </p:txBody>
      </p:sp>
      <p:sp>
        <p:nvSpPr>
          <p:cNvPr id="3" name="Text Placeholder 2">
            <a:extLst>
              <a:ext uri="{FF2B5EF4-FFF2-40B4-BE49-F238E27FC236}">
                <a16:creationId xmlns:a16="http://schemas.microsoft.com/office/drawing/2014/main" id="{CA1FE62D-95F6-700C-BCA3-EE1B4F8FEF3D}"/>
              </a:ext>
            </a:extLst>
          </p:cNvPr>
          <p:cNvSpPr>
            <a:spLocks noGrp="1"/>
          </p:cNvSpPr>
          <p:nvPr>
            <p:ph type="body" idx="1"/>
          </p:nvPr>
        </p:nvSpPr>
        <p:spPr>
          <a:xfrm rot="21420000">
            <a:off x="666685" y="3933534"/>
            <a:ext cx="5424749" cy="621792"/>
          </a:xfrm>
        </p:spPr>
        <p:txBody>
          <a:bodyPr vert="horz" lIns="91440" tIns="45720" rIns="91440" bIns="45720" rtlCol="0" anchor="t">
            <a:normAutofit/>
          </a:bodyPr>
          <a:lstStyle/>
          <a:p>
            <a:pPr algn="r"/>
            <a:endParaRPr lang="en-US" sz="2800"/>
          </a:p>
        </p:txBody>
      </p:sp>
      <p:pic>
        <p:nvPicPr>
          <p:cNvPr id="7" name="Graphic 6" descr="Video camera">
            <a:extLst>
              <a:ext uri="{FF2B5EF4-FFF2-40B4-BE49-F238E27FC236}">
                <a16:creationId xmlns:a16="http://schemas.microsoft.com/office/drawing/2014/main" id="{4AA12B58-81BC-CE77-05FB-4843B9565D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420000">
            <a:off x="6635077" y="373505"/>
            <a:ext cx="3813745" cy="3813745"/>
          </a:xfrm>
          <a:prstGeom prst="rect">
            <a:avLst/>
          </a:prstGeom>
        </p:spPr>
      </p:pic>
    </p:spTree>
    <p:extLst>
      <p:ext uri="{BB962C8B-B14F-4D97-AF65-F5344CB8AC3E}">
        <p14:creationId xmlns:p14="http://schemas.microsoft.com/office/powerpoint/2010/main" val="133547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492A138-EC4F-4F03-B497-EBDF2443F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8031E5-96F0-E7A4-668D-0D493FB8E718}"/>
              </a:ext>
            </a:extLst>
          </p:cNvPr>
          <p:cNvSpPr>
            <a:spLocks noGrp="1"/>
          </p:cNvSpPr>
          <p:nvPr>
            <p:ph type="title"/>
          </p:nvPr>
        </p:nvSpPr>
        <p:spPr>
          <a:xfrm>
            <a:off x="685800" y="685800"/>
            <a:ext cx="10792837" cy="1485900"/>
          </a:xfrm>
        </p:spPr>
        <p:txBody>
          <a:bodyPr>
            <a:normAutofit/>
          </a:bodyPr>
          <a:lstStyle/>
          <a:p>
            <a:r>
              <a:rPr lang="en-US" dirty="0"/>
              <a:t>Overview and Problem Statement</a:t>
            </a:r>
          </a:p>
        </p:txBody>
      </p:sp>
      <p:sp>
        <p:nvSpPr>
          <p:cNvPr id="3" name="Content Placeholder 2">
            <a:extLst>
              <a:ext uri="{FF2B5EF4-FFF2-40B4-BE49-F238E27FC236}">
                <a16:creationId xmlns:a16="http://schemas.microsoft.com/office/drawing/2014/main" id="{1B5C406F-FA58-5099-9133-00CC06B31CBE}"/>
              </a:ext>
            </a:extLst>
          </p:cNvPr>
          <p:cNvSpPr>
            <a:spLocks noGrp="1"/>
          </p:cNvSpPr>
          <p:nvPr>
            <p:ph idx="1"/>
          </p:nvPr>
        </p:nvSpPr>
        <p:spPr>
          <a:xfrm>
            <a:off x="685801" y="2286000"/>
            <a:ext cx="6635536" cy="4219128"/>
          </a:xfrm>
        </p:spPr>
        <p:txBody>
          <a:bodyPr anchor="t">
            <a:normAutofit/>
          </a:bodyPr>
          <a:lstStyle/>
          <a:p>
            <a:pPr>
              <a:lnSpc>
                <a:spcPct val="110000"/>
              </a:lnSpc>
            </a:pPr>
            <a:r>
              <a:rPr lang="en-US" sz="1800" dirty="0"/>
              <a:t>The Movie Rental Company has a vast collection of movies and users of different demographics with changing preferences.</a:t>
            </a:r>
          </a:p>
          <a:p>
            <a:pPr>
              <a:lnSpc>
                <a:spcPct val="110000"/>
              </a:lnSpc>
            </a:pPr>
            <a:r>
              <a:rPr lang="en-US" sz="1800" dirty="0"/>
              <a:t>The Movie Rental Company wants to implement a modern and AI driven data management ecosystem to create a personalized movie recommendation system in an effort to increase customer retention on the platform.</a:t>
            </a:r>
          </a:p>
          <a:p>
            <a:pPr>
              <a:lnSpc>
                <a:spcPct val="110000"/>
              </a:lnSpc>
            </a:pPr>
            <a:r>
              <a:rPr lang="en-US" sz="1800" dirty="0"/>
              <a:t>The goal is to store data using the appropriate database management system type so it can be properly used by AI algorithms to make better business decisions, provide insight into inventory, and provide an overall better user experience. </a:t>
            </a:r>
          </a:p>
          <a:p>
            <a:pPr>
              <a:lnSpc>
                <a:spcPct val="110000"/>
              </a:lnSpc>
            </a:pPr>
            <a:endParaRPr lang="en-US" sz="1800" dirty="0"/>
          </a:p>
        </p:txBody>
      </p:sp>
      <p:pic>
        <p:nvPicPr>
          <p:cNvPr id="13" name="Graphic 12" descr="Film strip">
            <a:extLst>
              <a:ext uri="{FF2B5EF4-FFF2-40B4-BE49-F238E27FC236}">
                <a16:creationId xmlns:a16="http://schemas.microsoft.com/office/drawing/2014/main" id="{A5433E7B-B647-7647-D2A2-DA4EBC58FD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7531" y="2286000"/>
            <a:ext cx="3800692" cy="3800692"/>
          </a:xfrm>
          <a:prstGeom prst="rect">
            <a:avLst/>
          </a:prstGeom>
        </p:spPr>
      </p:pic>
    </p:spTree>
    <p:extLst>
      <p:ext uri="{BB962C8B-B14F-4D97-AF65-F5344CB8AC3E}">
        <p14:creationId xmlns:p14="http://schemas.microsoft.com/office/powerpoint/2010/main" val="3152525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4DAAB9-1F6E-44A6-8EBD-11AA857B2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2A6C90-5E5E-F544-51D8-4B92285A6D58}"/>
              </a:ext>
            </a:extLst>
          </p:cNvPr>
          <p:cNvSpPr>
            <a:spLocks noGrp="1"/>
          </p:cNvSpPr>
          <p:nvPr>
            <p:ph type="title"/>
          </p:nvPr>
        </p:nvSpPr>
        <p:spPr>
          <a:xfrm>
            <a:off x="685800" y="685800"/>
            <a:ext cx="10792837" cy="1151965"/>
          </a:xfrm>
        </p:spPr>
        <p:txBody>
          <a:bodyPr>
            <a:normAutofit/>
          </a:bodyPr>
          <a:lstStyle/>
          <a:p>
            <a:r>
              <a:rPr lang="en-US" dirty="0"/>
              <a:t>Specific Problem Areas</a:t>
            </a:r>
          </a:p>
        </p:txBody>
      </p:sp>
      <p:graphicFrame>
        <p:nvGraphicFramePr>
          <p:cNvPr id="5" name="Content Placeholder 2">
            <a:extLst>
              <a:ext uri="{FF2B5EF4-FFF2-40B4-BE49-F238E27FC236}">
                <a16:creationId xmlns:a16="http://schemas.microsoft.com/office/drawing/2014/main" id="{E245636D-4B19-0CA0-C781-CDE1E590515F}"/>
              </a:ext>
            </a:extLst>
          </p:cNvPr>
          <p:cNvGraphicFramePr>
            <a:graphicFrameLocks noGrp="1"/>
          </p:cNvGraphicFramePr>
          <p:nvPr>
            <p:ph idx="1"/>
            <p:extLst>
              <p:ext uri="{D42A27DB-BD31-4B8C-83A1-F6EECF244321}">
                <p14:modId xmlns:p14="http://schemas.microsoft.com/office/powerpoint/2010/main" val="839831071"/>
              </p:ext>
            </p:extLst>
          </p:nvPr>
        </p:nvGraphicFramePr>
        <p:xfrm>
          <a:off x="685800" y="2063750"/>
          <a:ext cx="10793413" cy="3908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43803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92A138-EC4F-4F03-B497-EBDF2443F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B045DC-DC4A-E719-2B08-AA3FB72E56EF}"/>
              </a:ext>
            </a:extLst>
          </p:cNvPr>
          <p:cNvSpPr>
            <a:spLocks noGrp="1"/>
          </p:cNvSpPr>
          <p:nvPr>
            <p:ph type="title"/>
          </p:nvPr>
        </p:nvSpPr>
        <p:spPr>
          <a:xfrm>
            <a:off x="685800" y="685800"/>
            <a:ext cx="10792837" cy="1485900"/>
          </a:xfrm>
        </p:spPr>
        <p:txBody>
          <a:bodyPr>
            <a:normAutofit/>
          </a:bodyPr>
          <a:lstStyle/>
          <a:p>
            <a:r>
              <a:rPr lang="en-US" dirty="0"/>
              <a:t>AI Integration</a:t>
            </a:r>
          </a:p>
        </p:txBody>
      </p:sp>
      <p:sp>
        <p:nvSpPr>
          <p:cNvPr id="3" name="Content Placeholder 2">
            <a:extLst>
              <a:ext uri="{FF2B5EF4-FFF2-40B4-BE49-F238E27FC236}">
                <a16:creationId xmlns:a16="http://schemas.microsoft.com/office/drawing/2014/main" id="{A6ACA98E-34C2-80D5-3365-20B5B1F2AC92}"/>
              </a:ext>
            </a:extLst>
          </p:cNvPr>
          <p:cNvSpPr>
            <a:spLocks noGrp="1"/>
          </p:cNvSpPr>
          <p:nvPr>
            <p:ph idx="1"/>
          </p:nvPr>
        </p:nvSpPr>
        <p:spPr>
          <a:xfrm>
            <a:off x="685801" y="2286000"/>
            <a:ext cx="5326380" cy="3800693"/>
          </a:xfrm>
        </p:spPr>
        <p:txBody>
          <a:bodyPr anchor="t">
            <a:normAutofit/>
          </a:bodyPr>
          <a:lstStyle/>
          <a:p>
            <a:pPr>
              <a:lnSpc>
                <a:spcPct val="110000"/>
              </a:lnSpc>
            </a:pPr>
            <a:r>
              <a:rPr lang="en-US" sz="1400"/>
              <a:t>The Company hopes to integrate AI into its Database Management in four key ways.</a:t>
            </a:r>
          </a:p>
          <a:p>
            <a:pPr>
              <a:lnSpc>
                <a:spcPct val="110000"/>
              </a:lnSpc>
            </a:pPr>
            <a:r>
              <a:rPr lang="en-US" sz="1400"/>
              <a:t>Automated Data Management: Company wants to automatically keep and make changes to records and categorize their vast movie backlog. </a:t>
            </a:r>
          </a:p>
          <a:p>
            <a:pPr>
              <a:lnSpc>
                <a:spcPct val="110000"/>
              </a:lnSpc>
            </a:pPr>
            <a:r>
              <a:rPr lang="en-US" sz="1400"/>
              <a:t>Personal Customer experiences: create algorithms to provide analysis on rental behavior to have recommendations based on the specific user. </a:t>
            </a:r>
          </a:p>
          <a:p>
            <a:pPr>
              <a:lnSpc>
                <a:spcPct val="110000"/>
              </a:lnSpc>
            </a:pPr>
            <a:r>
              <a:rPr lang="en-US" sz="1400"/>
              <a:t>Inventory Optimization: Company wants to use AI to predict preferences and trends to help ensure that the movies people want are always available. </a:t>
            </a:r>
          </a:p>
          <a:p>
            <a:pPr>
              <a:lnSpc>
                <a:spcPct val="110000"/>
              </a:lnSpc>
            </a:pPr>
            <a:r>
              <a:rPr lang="en-US" sz="1400"/>
              <a:t>Business Intelligence: Company wants to look at historical data to improve its targeted marketing and decision making. </a:t>
            </a:r>
          </a:p>
          <a:p>
            <a:pPr>
              <a:lnSpc>
                <a:spcPct val="110000"/>
              </a:lnSpc>
            </a:pPr>
            <a:endParaRPr lang="en-US" sz="1400"/>
          </a:p>
        </p:txBody>
      </p:sp>
      <p:pic>
        <p:nvPicPr>
          <p:cNvPr id="7" name="Graphic 6" descr="Robot">
            <a:extLst>
              <a:ext uri="{FF2B5EF4-FFF2-40B4-BE49-F238E27FC236}">
                <a16:creationId xmlns:a16="http://schemas.microsoft.com/office/drawing/2014/main" id="{9B28002D-E9B2-E90A-6247-08AD9178070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7531" y="2286000"/>
            <a:ext cx="3800692" cy="3800692"/>
          </a:xfrm>
          <a:prstGeom prst="rect">
            <a:avLst/>
          </a:prstGeom>
        </p:spPr>
      </p:pic>
    </p:spTree>
    <p:extLst>
      <p:ext uri="{BB962C8B-B14F-4D97-AF65-F5344CB8AC3E}">
        <p14:creationId xmlns:p14="http://schemas.microsoft.com/office/powerpoint/2010/main" val="874289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a:extLst>
            <a:ext uri="{FF2B5EF4-FFF2-40B4-BE49-F238E27FC236}">
              <a16:creationId xmlns:a16="http://schemas.microsoft.com/office/drawing/2014/main" id="{EEE16C7A-E60A-6695-0E0C-BB62ADCFBF0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1CF4D57-5CA4-9949-405D-9A42C8E6B8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a:extLst>
              <a:ext uri="{FF2B5EF4-FFF2-40B4-BE49-F238E27FC236}">
                <a16:creationId xmlns:a16="http://schemas.microsoft.com/office/drawing/2014/main" id="{918F64BE-9389-70C2-1494-3D5C4C53A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a:extLst>
              <a:ext uri="{FF2B5EF4-FFF2-40B4-BE49-F238E27FC236}">
                <a16:creationId xmlns:a16="http://schemas.microsoft.com/office/drawing/2014/main" id="{8CBC29CF-29F9-639C-1486-2619C2BE7B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25">
            <a:extLst>
              <a:ext uri="{FF2B5EF4-FFF2-40B4-BE49-F238E27FC236}">
                <a16:creationId xmlns:a16="http://schemas.microsoft.com/office/drawing/2014/main" id="{7783C1D7-5810-F689-F72E-7C26A005F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4">
            <a:extLst>
              <a:ext uri="{FF2B5EF4-FFF2-40B4-BE49-F238E27FC236}">
                <a16:creationId xmlns:a16="http://schemas.microsoft.com/office/drawing/2014/main" id="{46BAC7F1-B06B-DB61-A1AB-93502E319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0" name="5-Point Star 24">
            <a:extLst>
              <a:ext uri="{FF2B5EF4-FFF2-40B4-BE49-F238E27FC236}">
                <a16:creationId xmlns:a16="http://schemas.microsoft.com/office/drawing/2014/main" id="{4ED365F1-0AF8-A668-2D17-BDBF143CA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5BB9171-3277-DD7D-E452-A5812FB256ED}"/>
              </a:ext>
            </a:extLst>
          </p:cNvPr>
          <p:cNvSpPr>
            <a:spLocks noGrp="1"/>
          </p:cNvSpPr>
          <p:nvPr>
            <p:ph type="title"/>
          </p:nvPr>
        </p:nvSpPr>
        <p:spPr>
          <a:xfrm rot="21420000">
            <a:off x="562263" y="655592"/>
            <a:ext cx="5428489" cy="3278684"/>
          </a:xfrm>
        </p:spPr>
        <p:txBody>
          <a:bodyPr vert="horz" lIns="91440" tIns="45720" rIns="91440" bIns="45720" rtlCol="0" anchor="b">
            <a:normAutofit fontScale="90000"/>
          </a:bodyPr>
          <a:lstStyle/>
          <a:p>
            <a:pPr algn="r"/>
            <a:r>
              <a:rPr lang="en-US" sz="7400" dirty="0"/>
              <a:t>Database Selection and Connectivity</a:t>
            </a:r>
          </a:p>
        </p:txBody>
      </p:sp>
      <p:sp>
        <p:nvSpPr>
          <p:cNvPr id="3" name="Text Placeholder 2">
            <a:extLst>
              <a:ext uri="{FF2B5EF4-FFF2-40B4-BE49-F238E27FC236}">
                <a16:creationId xmlns:a16="http://schemas.microsoft.com/office/drawing/2014/main" id="{661CCEBE-E63B-98E9-8112-9411C0126257}"/>
              </a:ext>
            </a:extLst>
          </p:cNvPr>
          <p:cNvSpPr>
            <a:spLocks noGrp="1"/>
          </p:cNvSpPr>
          <p:nvPr>
            <p:ph type="body" idx="1"/>
          </p:nvPr>
        </p:nvSpPr>
        <p:spPr>
          <a:xfrm rot="21420000">
            <a:off x="666685" y="3933534"/>
            <a:ext cx="5424749" cy="621792"/>
          </a:xfrm>
        </p:spPr>
        <p:txBody>
          <a:bodyPr vert="horz" lIns="91440" tIns="45720" rIns="91440" bIns="45720" rtlCol="0" anchor="t">
            <a:normAutofit/>
          </a:bodyPr>
          <a:lstStyle/>
          <a:p>
            <a:pPr algn="r"/>
            <a:endParaRPr lang="en-US" sz="2800"/>
          </a:p>
        </p:txBody>
      </p:sp>
      <p:pic>
        <p:nvPicPr>
          <p:cNvPr id="7" name="Graphic 6" descr="Clipboard Mixed outline">
            <a:extLst>
              <a:ext uri="{FF2B5EF4-FFF2-40B4-BE49-F238E27FC236}">
                <a16:creationId xmlns:a16="http://schemas.microsoft.com/office/drawing/2014/main" id="{4D49B881-0AA0-76CC-16E9-37D748CA9CB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rot="21420000">
            <a:off x="6635077" y="373505"/>
            <a:ext cx="3813745" cy="3813745"/>
          </a:xfrm>
          <a:prstGeom prst="rect">
            <a:avLst/>
          </a:prstGeom>
        </p:spPr>
      </p:pic>
    </p:spTree>
    <p:extLst>
      <p:ext uri="{BB962C8B-B14F-4D97-AF65-F5344CB8AC3E}">
        <p14:creationId xmlns:p14="http://schemas.microsoft.com/office/powerpoint/2010/main" val="1414434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3845EB-4C64-A3E3-C3D2-4DB27446F1EA}"/>
              </a:ext>
            </a:extLst>
          </p:cNvPr>
          <p:cNvSpPr>
            <a:spLocks noGrp="1"/>
          </p:cNvSpPr>
          <p:nvPr>
            <p:ph type="title"/>
          </p:nvPr>
        </p:nvSpPr>
        <p:spPr/>
        <p:txBody>
          <a:bodyPr/>
          <a:lstStyle/>
          <a:p>
            <a:r>
              <a:rPr lang="en-US"/>
              <a:t>Visualizing the Problem</a:t>
            </a:r>
            <a:endParaRPr lang="en-US" dirty="0"/>
          </a:p>
        </p:txBody>
      </p:sp>
      <p:pic>
        <p:nvPicPr>
          <p:cNvPr id="3" name="Picture 2">
            <a:extLst>
              <a:ext uri="{FF2B5EF4-FFF2-40B4-BE49-F238E27FC236}">
                <a16:creationId xmlns:a16="http://schemas.microsoft.com/office/drawing/2014/main" id="{AEE382A7-C371-DFFE-26C3-F75E7C423A4E}"/>
              </a:ext>
            </a:extLst>
          </p:cNvPr>
          <p:cNvPicPr>
            <a:picLocks noChangeAspect="1"/>
          </p:cNvPicPr>
          <p:nvPr/>
        </p:nvPicPr>
        <p:blipFill>
          <a:blip r:embed="rId3"/>
          <a:stretch>
            <a:fillRect/>
          </a:stretch>
        </p:blipFill>
        <p:spPr>
          <a:xfrm>
            <a:off x="2575561" y="1646937"/>
            <a:ext cx="6305938" cy="3864003"/>
          </a:xfrm>
          <a:prstGeom prst="rect">
            <a:avLst/>
          </a:prstGeom>
        </p:spPr>
      </p:pic>
    </p:spTree>
    <p:extLst>
      <p:ext uri="{BB962C8B-B14F-4D97-AF65-F5344CB8AC3E}">
        <p14:creationId xmlns:p14="http://schemas.microsoft.com/office/powerpoint/2010/main" val="2451480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492A138-EC4F-4F03-B497-EBDF2443F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7BE9DA5-D736-B543-D580-6FCCA2431937}"/>
              </a:ext>
            </a:extLst>
          </p:cNvPr>
          <p:cNvSpPr>
            <a:spLocks noGrp="1"/>
          </p:cNvSpPr>
          <p:nvPr>
            <p:ph type="title"/>
          </p:nvPr>
        </p:nvSpPr>
        <p:spPr>
          <a:xfrm>
            <a:off x="685800" y="685800"/>
            <a:ext cx="10792837" cy="1485900"/>
          </a:xfrm>
        </p:spPr>
        <p:txBody>
          <a:bodyPr>
            <a:normAutofit/>
          </a:bodyPr>
          <a:lstStyle/>
          <a:p>
            <a:r>
              <a:rPr lang="en-US" dirty="0"/>
              <a:t>Vast Movie Library Database</a:t>
            </a:r>
          </a:p>
        </p:txBody>
      </p:sp>
      <p:sp>
        <p:nvSpPr>
          <p:cNvPr id="5" name="Content Placeholder 4">
            <a:extLst>
              <a:ext uri="{FF2B5EF4-FFF2-40B4-BE49-F238E27FC236}">
                <a16:creationId xmlns:a16="http://schemas.microsoft.com/office/drawing/2014/main" id="{718A7230-664B-8293-C278-26D3464BF760}"/>
              </a:ext>
            </a:extLst>
          </p:cNvPr>
          <p:cNvSpPr>
            <a:spLocks noGrp="1"/>
          </p:cNvSpPr>
          <p:nvPr>
            <p:ph sz="quarter" idx="13"/>
          </p:nvPr>
        </p:nvSpPr>
        <p:spPr>
          <a:xfrm>
            <a:off x="685800" y="2049730"/>
            <a:ext cx="6187541" cy="4486082"/>
          </a:xfrm>
        </p:spPr>
        <p:txBody>
          <a:bodyPr anchor="t">
            <a:normAutofit fontScale="92500"/>
          </a:bodyPr>
          <a:lstStyle/>
          <a:p>
            <a:pPr>
              <a:lnSpc>
                <a:spcPct val="110000"/>
              </a:lnSpc>
            </a:pPr>
            <a:r>
              <a:rPr lang="en-US" sz="1600" dirty="0"/>
              <a:t>Vast Movie Library: The rental company has a wide variety of movies new and old that is constantly being added to and updated. This data needs to be organized efficiently so it can be accessed for user recommendations.</a:t>
            </a:r>
          </a:p>
          <a:p>
            <a:pPr>
              <a:lnSpc>
                <a:spcPct val="110000"/>
              </a:lnSpc>
            </a:pPr>
            <a:r>
              <a:rPr lang="en-US" sz="1600" dirty="0"/>
              <a:t>The movie library has so many different data types and structures.</a:t>
            </a:r>
          </a:p>
          <a:p>
            <a:pPr>
              <a:lnSpc>
                <a:spcPct val="110000"/>
              </a:lnSpc>
            </a:pPr>
            <a:r>
              <a:rPr lang="en-US" sz="1600" dirty="0"/>
              <a:t>It also is constantly changing and updating as new items get added.</a:t>
            </a:r>
          </a:p>
          <a:p>
            <a:pPr>
              <a:lnSpc>
                <a:spcPct val="110000"/>
              </a:lnSpc>
            </a:pPr>
            <a:r>
              <a:rPr lang="en-US" sz="1600" dirty="0"/>
              <a:t>Because of the varied data structure and schema changes a key value </a:t>
            </a:r>
            <a:r>
              <a:rPr lang="en-US" sz="1600" dirty="0" err="1"/>
              <a:t>nosql</a:t>
            </a:r>
            <a:r>
              <a:rPr lang="en-US" sz="1600" dirty="0"/>
              <a:t> database will work best for this section of the data. </a:t>
            </a:r>
          </a:p>
          <a:p>
            <a:pPr>
              <a:lnSpc>
                <a:spcPct val="110000"/>
              </a:lnSpc>
            </a:pPr>
            <a:r>
              <a:rPr lang="en-US" sz="1600" dirty="0"/>
              <a:t>This flexible schema will allow us to continually update the database with new movies and genres without causing too much trouble. </a:t>
            </a:r>
          </a:p>
          <a:p>
            <a:pPr>
              <a:lnSpc>
                <a:spcPct val="110000"/>
              </a:lnSpc>
            </a:pPr>
            <a:r>
              <a:rPr lang="en-US" sz="1600" dirty="0"/>
              <a:t>This also allows us to index the library better for faster queries which will be critical for searching, recommending, and AI integration.</a:t>
            </a:r>
          </a:p>
          <a:p>
            <a:pPr>
              <a:lnSpc>
                <a:spcPct val="110000"/>
              </a:lnSpc>
            </a:pPr>
            <a:endParaRPr lang="en-US" sz="1600" dirty="0"/>
          </a:p>
        </p:txBody>
      </p:sp>
      <p:pic>
        <p:nvPicPr>
          <p:cNvPr id="9" name="Graphic 8" descr="Books on Shelf">
            <a:extLst>
              <a:ext uri="{FF2B5EF4-FFF2-40B4-BE49-F238E27FC236}">
                <a16:creationId xmlns:a16="http://schemas.microsoft.com/office/drawing/2014/main" id="{9BA2E1F7-FCF2-AC87-6C62-ABE39C60A2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7531" y="2286000"/>
            <a:ext cx="3800692" cy="3800692"/>
          </a:xfrm>
          <a:prstGeom prst="rect">
            <a:avLst/>
          </a:prstGeom>
        </p:spPr>
      </p:pic>
      <p:sp>
        <p:nvSpPr>
          <p:cNvPr id="3" name="TextBox 2">
            <a:extLst>
              <a:ext uri="{FF2B5EF4-FFF2-40B4-BE49-F238E27FC236}">
                <a16:creationId xmlns:a16="http://schemas.microsoft.com/office/drawing/2014/main" id="{97EF9D47-56F3-D2EB-F3E1-60EF65BEF6FF}"/>
              </a:ext>
            </a:extLst>
          </p:cNvPr>
          <p:cNvSpPr txBox="1"/>
          <p:nvPr/>
        </p:nvSpPr>
        <p:spPr>
          <a:xfrm>
            <a:off x="6096000" y="6488668"/>
            <a:ext cx="6096000" cy="369332"/>
          </a:xfrm>
          <a:prstGeom prst="rect">
            <a:avLst/>
          </a:prstGeom>
          <a:noFill/>
        </p:spPr>
        <p:txBody>
          <a:bodyPr wrap="square">
            <a:spAutoFit/>
          </a:bodyPr>
          <a:lstStyle/>
          <a:p>
            <a:r>
              <a:rPr lang="en-US" i="1" u="sng" dirty="0"/>
              <a:t>(How to Choose the Right Database for Your Application?, 2020)</a:t>
            </a:r>
          </a:p>
        </p:txBody>
      </p:sp>
    </p:spTree>
    <p:extLst>
      <p:ext uri="{BB962C8B-B14F-4D97-AF65-F5344CB8AC3E}">
        <p14:creationId xmlns:p14="http://schemas.microsoft.com/office/powerpoint/2010/main" val="673770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3515-8AD7-D88C-8E67-CBB163DAB806}"/>
              </a:ext>
            </a:extLst>
          </p:cNvPr>
          <p:cNvSpPr>
            <a:spLocks noGrp="1"/>
          </p:cNvSpPr>
          <p:nvPr>
            <p:ph type="title"/>
          </p:nvPr>
        </p:nvSpPr>
        <p:spPr/>
        <p:txBody>
          <a:bodyPr/>
          <a:lstStyle/>
          <a:p>
            <a:r>
              <a:rPr lang="en-US" dirty="0"/>
              <a:t>Customer Information Data</a:t>
            </a:r>
          </a:p>
        </p:txBody>
      </p:sp>
      <p:sp>
        <p:nvSpPr>
          <p:cNvPr id="3" name="Content Placeholder 2">
            <a:extLst>
              <a:ext uri="{FF2B5EF4-FFF2-40B4-BE49-F238E27FC236}">
                <a16:creationId xmlns:a16="http://schemas.microsoft.com/office/drawing/2014/main" id="{EC8AC41E-C005-AED1-4CBF-43891AC35120}"/>
              </a:ext>
            </a:extLst>
          </p:cNvPr>
          <p:cNvSpPr>
            <a:spLocks noGrp="1"/>
          </p:cNvSpPr>
          <p:nvPr>
            <p:ph sz="quarter" idx="13"/>
          </p:nvPr>
        </p:nvSpPr>
        <p:spPr/>
        <p:txBody>
          <a:bodyPr>
            <a:normAutofit fontScale="85000" lnSpcReduction="10000"/>
          </a:bodyPr>
          <a:lstStyle/>
          <a:p>
            <a:r>
              <a:rPr lang="en-US" dirty="0"/>
              <a:t>Growing Customer Information: The rental company has many users of its platform and this is constantly growing. The data includes demographics information along with information about their memberships and rental history. </a:t>
            </a:r>
          </a:p>
          <a:p>
            <a:r>
              <a:rPr lang="en-US" dirty="0"/>
              <a:t>Customer data is much more static than the library of movie data. </a:t>
            </a:r>
          </a:p>
          <a:p>
            <a:r>
              <a:rPr lang="en-US" dirty="0"/>
              <a:t>Additional data integrity is needed for this for the actual transactions of renting movies.</a:t>
            </a:r>
          </a:p>
          <a:p>
            <a:r>
              <a:rPr lang="en-US" dirty="0"/>
              <a:t>We have well defined relationships between customers, rentals, and payments.</a:t>
            </a:r>
          </a:p>
          <a:p>
            <a:r>
              <a:rPr lang="en-US" dirty="0"/>
              <a:t>Because of these reasons a traditional relational database will be used still for this portion of the data. </a:t>
            </a:r>
          </a:p>
          <a:p>
            <a:r>
              <a:rPr lang="en-US" dirty="0"/>
              <a:t>This also helps keep costs and complexity down as its less data to migrate into a new system. </a:t>
            </a:r>
          </a:p>
          <a:p>
            <a:endParaRPr lang="en-US" dirty="0"/>
          </a:p>
        </p:txBody>
      </p:sp>
      <p:sp>
        <p:nvSpPr>
          <p:cNvPr id="5" name="TextBox 4">
            <a:extLst>
              <a:ext uri="{FF2B5EF4-FFF2-40B4-BE49-F238E27FC236}">
                <a16:creationId xmlns:a16="http://schemas.microsoft.com/office/drawing/2014/main" id="{179889BB-1A97-212E-BB58-F730D72E9467}"/>
              </a:ext>
            </a:extLst>
          </p:cNvPr>
          <p:cNvSpPr txBox="1"/>
          <p:nvPr/>
        </p:nvSpPr>
        <p:spPr>
          <a:xfrm>
            <a:off x="9585858" y="5230884"/>
            <a:ext cx="2113452" cy="369332"/>
          </a:xfrm>
          <a:prstGeom prst="rect">
            <a:avLst/>
          </a:prstGeom>
          <a:noFill/>
        </p:spPr>
        <p:txBody>
          <a:bodyPr wrap="square">
            <a:spAutoFit/>
          </a:bodyPr>
          <a:lstStyle/>
          <a:p>
            <a:r>
              <a:rPr lang="en-US" i="1" u="sng" dirty="0"/>
              <a:t>(</a:t>
            </a:r>
            <a:r>
              <a:rPr lang="en-US" i="1" u="sng" dirty="0" err="1"/>
              <a:t>ByteByteGo</a:t>
            </a:r>
            <a:r>
              <a:rPr lang="en-US" i="1" u="sng" dirty="0"/>
              <a:t>, 2022)</a:t>
            </a:r>
          </a:p>
        </p:txBody>
      </p:sp>
    </p:spTree>
    <p:extLst>
      <p:ext uri="{BB962C8B-B14F-4D97-AF65-F5344CB8AC3E}">
        <p14:creationId xmlns:p14="http://schemas.microsoft.com/office/powerpoint/2010/main" val="81547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2A7D-56BD-5C30-4E34-D30D14A751EC}"/>
              </a:ext>
            </a:extLst>
          </p:cNvPr>
          <p:cNvSpPr>
            <a:spLocks noGrp="1"/>
          </p:cNvSpPr>
          <p:nvPr>
            <p:ph type="title"/>
          </p:nvPr>
        </p:nvSpPr>
        <p:spPr/>
        <p:txBody>
          <a:bodyPr>
            <a:normAutofit fontScale="90000"/>
          </a:bodyPr>
          <a:lstStyle/>
          <a:p>
            <a:r>
              <a:rPr lang="en-US" dirty="0"/>
              <a:t>Customer Preferences and Relationships</a:t>
            </a:r>
          </a:p>
        </p:txBody>
      </p:sp>
      <p:sp>
        <p:nvSpPr>
          <p:cNvPr id="3" name="Content Placeholder 2">
            <a:extLst>
              <a:ext uri="{FF2B5EF4-FFF2-40B4-BE49-F238E27FC236}">
                <a16:creationId xmlns:a16="http://schemas.microsoft.com/office/drawing/2014/main" id="{21F3464F-D1BD-FC92-B542-BD85AA9F375A}"/>
              </a:ext>
            </a:extLst>
          </p:cNvPr>
          <p:cNvSpPr>
            <a:spLocks noGrp="1"/>
          </p:cNvSpPr>
          <p:nvPr>
            <p:ph sz="quarter" idx="13"/>
          </p:nvPr>
        </p:nvSpPr>
        <p:spPr>
          <a:xfrm>
            <a:off x="685801" y="2143175"/>
            <a:ext cx="10394707" cy="3311189"/>
          </a:xfrm>
        </p:spPr>
        <p:txBody>
          <a:bodyPr>
            <a:normAutofit fontScale="77500" lnSpcReduction="20000"/>
          </a:bodyPr>
          <a:lstStyle/>
          <a:p>
            <a:pPr lvl="0"/>
            <a:r>
              <a:rPr lang="en-US" dirty="0"/>
              <a:t>Changing Customer Preferences: The company hopes to stay on top of trends and changing customer preferences by better utilizing the data the company has on its users and movie library to have more informed business decisions on things like content and inventory management. </a:t>
            </a:r>
          </a:p>
          <a:p>
            <a:pPr lvl="0"/>
            <a:r>
              <a:rPr lang="en-US" dirty="0"/>
              <a:t>Because of the volume of users and movies, it can be hard to create queries and model relationships effectively with a traditional database. </a:t>
            </a:r>
          </a:p>
          <a:p>
            <a:pPr lvl="0"/>
            <a:r>
              <a:rPr lang="en-US" dirty="0"/>
              <a:t>this would require the creation of many tables with different primary and foreign keys, and even then, there is work needed to understand the relationships fully.</a:t>
            </a:r>
          </a:p>
          <a:p>
            <a:pPr lvl="0"/>
            <a:r>
              <a:rPr lang="en-US" dirty="0"/>
              <a:t>For this portion of data, we will be using a graph database to visualize and simplify the modeling of these relationships. </a:t>
            </a:r>
          </a:p>
          <a:p>
            <a:pPr lvl="0"/>
            <a:r>
              <a:rPr lang="en-US" dirty="0"/>
              <a:t>Will help us identify similar customers who rented the same movie to power our personalized recommendations.</a:t>
            </a:r>
          </a:p>
          <a:p>
            <a:pPr lvl="0"/>
            <a:endParaRPr lang="en-US" dirty="0"/>
          </a:p>
        </p:txBody>
      </p:sp>
      <p:sp>
        <p:nvSpPr>
          <p:cNvPr id="7" name="TextBox 6">
            <a:extLst>
              <a:ext uri="{FF2B5EF4-FFF2-40B4-BE49-F238E27FC236}">
                <a16:creationId xmlns:a16="http://schemas.microsoft.com/office/drawing/2014/main" id="{65C32EA0-D982-C4D2-88A5-D8CD8A4C13A7}"/>
              </a:ext>
            </a:extLst>
          </p:cNvPr>
          <p:cNvSpPr txBox="1"/>
          <p:nvPr/>
        </p:nvSpPr>
        <p:spPr>
          <a:xfrm>
            <a:off x="6959259" y="5269698"/>
            <a:ext cx="4714999" cy="369332"/>
          </a:xfrm>
          <a:prstGeom prst="rect">
            <a:avLst/>
          </a:prstGeom>
          <a:noFill/>
        </p:spPr>
        <p:txBody>
          <a:bodyPr wrap="square">
            <a:spAutoFit/>
          </a:bodyPr>
          <a:lstStyle/>
          <a:p>
            <a:r>
              <a:rPr lang="en-US" i="1" u="sng" dirty="0"/>
              <a:t>(Graph Database Concepts - Getting Started, n.d.)</a:t>
            </a:r>
          </a:p>
        </p:txBody>
      </p:sp>
    </p:spTree>
    <p:extLst>
      <p:ext uri="{BB962C8B-B14F-4D97-AF65-F5344CB8AC3E}">
        <p14:creationId xmlns:p14="http://schemas.microsoft.com/office/powerpoint/2010/main" val="2464653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52CA-51A0-3EC2-6C5B-9B64B3A5C27C}"/>
              </a:ext>
            </a:extLst>
          </p:cNvPr>
          <p:cNvSpPr>
            <a:spLocks noGrp="1"/>
          </p:cNvSpPr>
          <p:nvPr>
            <p:ph type="title"/>
          </p:nvPr>
        </p:nvSpPr>
        <p:spPr/>
        <p:txBody>
          <a:bodyPr/>
          <a:lstStyle/>
          <a:p>
            <a:r>
              <a:rPr lang="en-US" dirty="0"/>
              <a:t>Improving the User Experience</a:t>
            </a:r>
          </a:p>
        </p:txBody>
      </p:sp>
      <p:sp>
        <p:nvSpPr>
          <p:cNvPr id="3" name="Content Placeholder 2">
            <a:extLst>
              <a:ext uri="{FF2B5EF4-FFF2-40B4-BE49-F238E27FC236}">
                <a16:creationId xmlns:a16="http://schemas.microsoft.com/office/drawing/2014/main" id="{8CA7064F-9BB4-8DA7-0C6A-1DFF7AA58AEC}"/>
              </a:ext>
            </a:extLst>
          </p:cNvPr>
          <p:cNvSpPr>
            <a:spLocks noGrp="1"/>
          </p:cNvSpPr>
          <p:nvPr>
            <p:ph sz="quarter" idx="13"/>
          </p:nvPr>
        </p:nvSpPr>
        <p:spPr/>
        <p:txBody>
          <a:bodyPr/>
          <a:lstStyle/>
          <a:p>
            <a:r>
              <a:rPr lang="en-US" dirty="0"/>
              <a:t>On top of our three “main” data portions, we want to improve the user experience. </a:t>
            </a:r>
          </a:p>
          <a:p>
            <a:r>
              <a:rPr lang="en-US" dirty="0"/>
              <a:t>Since we are migrating our movie data to a </a:t>
            </a:r>
            <a:r>
              <a:rPr lang="en-US" dirty="0" err="1"/>
              <a:t>nosql</a:t>
            </a:r>
            <a:r>
              <a:rPr lang="en-US" dirty="0"/>
              <a:t> database, we will need an improved and efficient way for customers to interact with it. </a:t>
            </a:r>
          </a:p>
          <a:p>
            <a:r>
              <a:rPr lang="en-US" dirty="0"/>
              <a:t>Because of this the company should also implement a search engine database to be integrated with the </a:t>
            </a:r>
            <a:r>
              <a:rPr lang="en-US" dirty="0" err="1"/>
              <a:t>nosql</a:t>
            </a:r>
            <a:r>
              <a:rPr lang="en-US" dirty="0"/>
              <a:t> database.</a:t>
            </a:r>
          </a:p>
          <a:p>
            <a:r>
              <a:rPr lang="en-US" dirty="0"/>
              <a:t>This allows for full text search capabilities and can be built with similar indexes to the </a:t>
            </a:r>
            <a:r>
              <a:rPr lang="en-US" dirty="0" err="1"/>
              <a:t>nosql</a:t>
            </a:r>
            <a:r>
              <a:rPr lang="en-US" dirty="0"/>
              <a:t> database for fast retrieval of movies.</a:t>
            </a:r>
          </a:p>
          <a:p>
            <a:endParaRPr lang="en-US" dirty="0"/>
          </a:p>
        </p:txBody>
      </p:sp>
      <p:sp>
        <p:nvSpPr>
          <p:cNvPr id="5" name="TextBox 4">
            <a:extLst>
              <a:ext uri="{FF2B5EF4-FFF2-40B4-BE49-F238E27FC236}">
                <a16:creationId xmlns:a16="http://schemas.microsoft.com/office/drawing/2014/main" id="{FA4C500C-11F0-F0DB-E5A4-711D845AEB82}"/>
              </a:ext>
            </a:extLst>
          </p:cNvPr>
          <p:cNvSpPr txBox="1"/>
          <p:nvPr/>
        </p:nvSpPr>
        <p:spPr>
          <a:xfrm>
            <a:off x="7628183" y="5189919"/>
            <a:ext cx="4179237" cy="369332"/>
          </a:xfrm>
          <a:prstGeom prst="rect">
            <a:avLst/>
          </a:prstGeom>
          <a:noFill/>
        </p:spPr>
        <p:txBody>
          <a:bodyPr wrap="square">
            <a:spAutoFit/>
          </a:bodyPr>
          <a:lstStyle/>
          <a:p>
            <a:r>
              <a:rPr lang="en-US" i="1" u="sng" dirty="0"/>
              <a:t> (What Is a Search-Engine Database?, n.d.)</a:t>
            </a:r>
          </a:p>
        </p:txBody>
      </p:sp>
    </p:spTree>
    <p:extLst>
      <p:ext uri="{BB962C8B-B14F-4D97-AF65-F5344CB8AC3E}">
        <p14:creationId xmlns:p14="http://schemas.microsoft.com/office/powerpoint/2010/main" val="750197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393C-1B17-4A7B-4457-6776EF8B17FC}"/>
              </a:ext>
            </a:extLst>
          </p:cNvPr>
          <p:cNvSpPr>
            <a:spLocks noGrp="1"/>
          </p:cNvSpPr>
          <p:nvPr>
            <p:ph type="title"/>
          </p:nvPr>
        </p:nvSpPr>
        <p:spPr/>
        <p:txBody>
          <a:bodyPr>
            <a:normAutofit fontScale="90000"/>
          </a:bodyPr>
          <a:lstStyle/>
          <a:p>
            <a:r>
              <a:rPr lang="en-US" dirty="0"/>
              <a:t>Historical and real time analysis of trends</a:t>
            </a:r>
          </a:p>
        </p:txBody>
      </p:sp>
      <p:sp>
        <p:nvSpPr>
          <p:cNvPr id="3" name="Content Placeholder 2">
            <a:extLst>
              <a:ext uri="{FF2B5EF4-FFF2-40B4-BE49-F238E27FC236}">
                <a16:creationId xmlns:a16="http://schemas.microsoft.com/office/drawing/2014/main" id="{10B97026-BC5A-AFD5-E269-BE565528EE70}"/>
              </a:ext>
            </a:extLst>
          </p:cNvPr>
          <p:cNvSpPr>
            <a:spLocks noGrp="1"/>
          </p:cNvSpPr>
          <p:nvPr>
            <p:ph sz="quarter" idx="13"/>
          </p:nvPr>
        </p:nvSpPr>
        <p:spPr>
          <a:xfrm>
            <a:off x="685801" y="2376378"/>
            <a:ext cx="10394707" cy="3416868"/>
          </a:xfrm>
        </p:spPr>
        <p:txBody>
          <a:bodyPr/>
          <a:lstStyle/>
          <a:p>
            <a:r>
              <a:rPr lang="en-US" dirty="0"/>
              <a:t>Now that we have a way to simply model the relationships between the data, we need a way to easily analyze trends in rental patterns and customer behavior.</a:t>
            </a:r>
          </a:p>
          <a:p>
            <a:r>
              <a:rPr lang="en-US" dirty="0"/>
              <a:t>To do this, the company should implement a time series database.</a:t>
            </a:r>
          </a:p>
          <a:p>
            <a:r>
              <a:rPr lang="en-US" dirty="0"/>
              <a:t>This allows easy visualization of temporal data, so you can see things like the last time a customer rented a movie, or if a movie is being rented more frequently than it used to.</a:t>
            </a:r>
          </a:p>
          <a:p>
            <a:r>
              <a:rPr lang="en-US" dirty="0"/>
              <a:t>This will help the company keep on top of trends and make more informed business decisions.</a:t>
            </a:r>
          </a:p>
          <a:p>
            <a:endParaRPr lang="en-US" dirty="0"/>
          </a:p>
        </p:txBody>
      </p:sp>
      <p:sp>
        <p:nvSpPr>
          <p:cNvPr id="5" name="TextBox 4">
            <a:extLst>
              <a:ext uri="{FF2B5EF4-FFF2-40B4-BE49-F238E27FC236}">
                <a16:creationId xmlns:a16="http://schemas.microsoft.com/office/drawing/2014/main" id="{A05887CC-699C-4963-1EA5-2A8DD7D84D09}"/>
              </a:ext>
            </a:extLst>
          </p:cNvPr>
          <p:cNvSpPr txBox="1"/>
          <p:nvPr/>
        </p:nvSpPr>
        <p:spPr>
          <a:xfrm>
            <a:off x="7683415" y="5231159"/>
            <a:ext cx="4007403" cy="369332"/>
          </a:xfrm>
          <a:prstGeom prst="rect">
            <a:avLst/>
          </a:prstGeom>
          <a:noFill/>
        </p:spPr>
        <p:txBody>
          <a:bodyPr wrap="square">
            <a:spAutoFit/>
          </a:bodyPr>
          <a:lstStyle/>
          <a:p>
            <a:r>
              <a:rPr lang="en-US" i="1" u="sng" dirty="0"/>
              <a:t>(Time Series Database (TSDB) Guide, n.d.) </a:t>
            </a:r>
          </a:p>
        </p:txBody>
      </p:sp>
    </p:spTree>
    <p:extLst>
      <p:ext uri="{BB962C8B-B14F-4D97-AF65-F5344CB8AC3E}">
        <p14:creationId xmlns:p14="http://schemas.microsoft.com/office/powerpoint/2010/main" val="2593574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4856-8AB4-B5AA-56C7-C6690A672A5D}"/>
              </a:ext>
            </a:extLst>
          </p:cNvPr>
          <p:cNvSpPr>
            <a:spLocks noGrp="1"/>
          </p:cNvSpPr>
          <p:nvPr>
            <p:ph type="title"/>
          </p:nvPr>
        </p:nvSpPr>
        <p:spPr/>
        <p:txBody>
          <a:bodyPr>
            <a:normAutofit fontScale="90000"/>
          </a:bodyPr>
          <a:lstStyle/>
          <a:p>
            <a:r>
              <a:rPr lang="en-US" dirty="0"/>
              <a:t>Bringing the whole thing together</a:t>
            </a:r>
          </a:p>
        </p:txBody>
      </p:sp>
      <p:sp>
        <p:nvSpPr>
          <p:cNvPr id="3" name="Content Placeholder 2">
            <a:extLst>
              <a:ext uri="{FF2B5EF4-FFF2-40B4-BE49-F238E27FC236}">
                <a16:creationId xmlns:a16="http://schemas.microsoft.com/office/drawing/2014/main" id="{239072C5-F871-7693-539B-519EC689A7B6}"/>
              </a:ext>
            </a:extLst>
          </p:cNvPr>
          <p:cNvSpPr>
            <a:spLocks noGrp="1"/>
          </p:cNvSpPr>
          <p:nvPr>
            <p:ph sz="quarter" idx="13"/>
          </p:nvPr>
        </p:nvSpPr>
        <p:spPr>
          <a:xfrm>
            <a:off x="685801" y="2505253"/>
            <a:ext cx="10394707" cy="3311189"/>
          </a:xfrm>
        </p:spPr>
        <p:txBody>
          <a:bodyPr>
            <a:normAutofit fontScale="85000" lnSpcReduction="10000"/>
          </a:bodyPr>
          <a:lstStyle/>
          <a:p>
            <a:r>
              <a:rPr lang="en-US" dirty="0"/>
              <a:t>Using AWS, we can host all of these databases in the same cloud network.</a:t>
            </a:r>
          </a:p>
          <a:p>
            <a:r>
              <a:rPr lang="en-US" dirty="0"/>
              <a:t>This simplifies the connection process as amazon services have native integration with each other. </a:t>
            </a:r>
          </a:p>
          <a:p>
            <a:r>
              <a:rPr lang="en-US" dirty="0"/>
              <a:t>AWS DynamoDB for the </a:t>
            </a:r>
            <a:r>
              <a:rPr lang="en-US" dirty="0" err="1"/>
              <a:t>Nosql</a:t>
            </a:r>
            <a:r>
              <a:rPr lang="en-US" dirty="0"/>
              <a:t> dB, AWS RDS for the relational DB, AWS Neptune for the graph DB, AWS Timestream for the time series DB, AWS Elasticsearch for the search engine db.</a:t>
            </a:r>
          </a:p>
          <a:p>
            <a:r>
              <a:rPr lang="en-US" dirty="0"/>
              <a:t>We then can utilize Amazon’s native Identity Access Management tools as well to provide set credentials to our AI tools.</a:t>
            </a:r>
          </a:p>
          <a:p>
            <a:pPr lvl="1"/>
            <a:r>
              <a:rPr lang="en-US" dirty="0"/>
              <a:t>With IAM, we can set the permissions for the algorithms so they can only interact and change certain things. </a:t>
            </a:r>
          </a:p>
          <a:p>
            <a:pPr lvl="1"/>
            <a:r>
              <a:rPr lang="en-US" dirty="0"/>
              <a:t>We will be following the principle of least access for this.</a:t>
            </a:r>
          </a:p>
          <a:p>
            <a:endParaRPr lang="en-US" dirty="0"/>
          </a:p>
          <a:p>
            <a:endParaRPr lang="en-US" dirty="0"/>
          </a:p>
        </p:txBody>
      </p:sp>
    </p:spTree>
    <p:extLst>
      <p:ext uri="{BB962C8B-B14F-4D97-AF65-F5344CB8AC3E}">
        <p14:creationId xmlns:p14="http://schemas.microsoft.com/office/powerpoint/2010/main" val="3046145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CFD0-C8A6-3AF9-8D67-F03D5A7E6463}"/>
              </a:ext>
            </a:extLst>
          </p:cNvPr>
          <p:cNvSpPr>
            <a:spLocks noGrp="1"/>
          </p:cNvSpPr>
          <p:nvPr>
            <p:ph type="title"/>
          </p:nvPr>
        </p:nvSpPr>
        <p:spPr/>
        <p:txBody>
          <a:bodyPr>
            <a:normAutofit fontScale="90000"/>
          </a:bodyPr>
          <a:lstStyle/>
          <a:p>
            <a:r>
              <a:rPr lang="en-US" dirty="0"/>
              <a:t>Bringing the whole thing together</a:t>
            </a:r>
          </a:p>
        </p:txBody>
      </p:sp>
      <p:pic>
        <p:nvPicPr>
          <p:cNvPr id="4" name="Picture 3">
            <a:extLst>
              <a:ext uri="{FF2B5EF4-FFF2-40B4-BE49-F238E27FC236}">
                <a16:creationId xmlns:a16="http://schemas.microsoft.com/office/drawing/2014/main" id="{05215C10-50A2-8C13-070D-ED715452BE7E}"/>
              </a:ext>
            </a:extLst>
          </p:cNvPr>
          <p:cNvPicPr>
            <a:picLocks noChangeAspect="1"/>
          </p:cNvPicPr>
          <p:nvPr/>
        </p:nvPicPr>
        <p:blipFill>
          <a:blip r:embed="rId3"/>
          <a:stretch>
            <a:fillRect/>
          </a:stretch>
        </p:blipFill>
        <p:spPr>
          <a:xfrm>
            <a:off x="2443674" y="1575116"/>
            <a:ext cx="6881135" cy="3863330"/>
          </a:xfrm>
          <a:prstGeom prst="rect">
            <a:avLst/>
          </a:prstGeom>
        </p:spPr>
      </p:pic>
    </p:spTree>
    <p:extLst>
      <p:ext uri="{BB962C8B-B14F-4D97-AF65-F5344CB8AC3E}">
        <p14:creationId xmlns:p14="http://schemas.microsoft.com/office/powerpoint/2010/main" val="1427653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E1753-0098-BEEC-1045-B86D86DC2C1F}"/>
              </a:ext>
            </a:extLst>
          </p:cNvPr>
          <p:cNvSpPr>
            <a:spLocks noGrp="1"/>
          </p:cNvSpPr>
          <p:nvPr>
            <p:ph type="ctrTitle"/>
          </p:nvPr>
        </p:nvSpPr>
        <p:spPr/>
        <p:txBody>
          <a:bodyPr>
            <a:normAutofit/>
          </a:bodyPr>
          <a:lstStyle/>
          <a:p>
            <a:r>
              <a:rPr lang="en-US" dirty="0"/>
              <a:t>Database Security and Administration</a:t>
            </a:r>
          </a:p>
        </p:txBody>
      </p:sp>
      <p:sp>
        <p:nvSpPr>
          <p:cNvPr id="3" name="Subtitle 2">
            <a:extLst>
              <a:ext uri="{FF2B5EF4-FFF2-40B4-BE49-F238E27FC236}">
                <a16:creationId xmlns:a16="http://schemas.microsoft.com/office/drawing/2014/main" id="{5B10C92F-D3BE-F05A-6BAB-8EAB79AF3F8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9932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9034-B1BC-4383-5639-71460C96B361}"/>
              </a:ext>
            </a:extLst>
          </p:cNvPr>
          <p:cNvSpPr>
            <a:spLocks noGrp="1"/>
          </p:cNvSpPr>
          <p:nvPr>
            <p:ph type="title"/>
          </p:nvPr>
        </p:nvSpPr>
        <p:spPr/>
        <p:txBody>
          <a:bodyPr/>
          <a:lstStyle/>
          <a:p>
            <a:r>
              <a:rPr lang="en-US" dirty="0"/>
              <a:t>Database security</a:t>
            </a:r>
          </a:p>
        </p:txBody>
      </p:sp>
      <p:graphicFrame>
        <p:nvGraphicFramePr>
          <p:cNvPr id="7" name="Content Placeholder 2">
            <a:extLst>
              <a:ext uri="{FF2B5EF4-FFF2-40B4-BE49-F238E27FC236}">
                <a16:creationId xmlns:a16="http://schemas.microsoft.com/office/drawing/2014/main" id="{5C07D5F0-439F-DE47-D963-8BFD84AF767F}"/>
              </a:ext>
            </a:extLst>
          </p:cNvPr>
          <p:cNvGraphicFramePr>
            <a:graphicFrameLocks noGrp="1"/>
          </p:cNvGraphicFramePr>
          <p:nvPr>
            <p:ph sz="quarter" idx="13"/>
            <p:extLst>
              <p:ext uri="{D42A27DB-BD31-4B8C-83A1-F6EECF244321}">
                <p14:modId xmlns:p14="http://schemas.microsoft.com/office/powerpoint/2010/main" val="2354969057"/>
              </p:ext>
            </p:extLst>
          </p:nvPr>
        </p:nvGraphicFramePr>
        <p:xfrm>
          <a:off x="685800" y="1837765"/>
          <a:ext cx="10394707" cy="36623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44A9591-6D4B-266A-52DD-4AC25D8B8851}"/>
              </a:ext>
            </a:extLst>
          </p:cNvPr>
          <p:cNvSpPr txBox="1"/>
          <p:nvPr/>
        </p:nvSpPr>
        <p:spPr>
          <a:xfrm>
            <a:off x="10477153" y="5315486"/>
            <a:ext cx="1206708" cy="369332"/>
          </a:xfrm>
          <a:prstGeom prst="rect">
            <a:avLst/>
          </a:prstGeom>
          <a:noFill/>
        </p:spPr>
        <p:txBody>
          <a:bodyPr wrap="square">
            <a:spAutoFit/>
          </a:bodyPr>
          <a:lstStyle/>
          <a:p>
            <a:r>
              <a:rPr lang="en-US" i="1" u="sng" dirty="0"/>
              <a:t>(IBM, 2021)</a:t>
            </a:r>
          </a:p>
        </p:txBody>
      </p:sp>
    </p:spTree>
    <p:extLst>
      <p:ext uri="{BB962C8B-B14F-4D97-AF65-F5344CB8AC3E}">
        <p14:creationId xmlns:p14="http://schemas.microsoft.com/office/powerpoint/2010/main" val="1798912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9B3A9-B618-BD1B-2F9D-9B672801A29E}"/>
              </a:ext>
            </a:extLst>
          </p:cNvPr>
          <p:cNvSpPr>
            <a:spLocks noGrp="1"/>
          </p:cNvSpPr>
          <p:nvPr>
            <p:ph type="title"/>
          </p:nvPr>
        </p:nvSpPr>
        <p:spPr/>
        <p:txBody>
          <a:bodyPr/>
          <a:lstStyle/>
          <a:p>
            <a:r>
              <a:rPr lang="en-US" dirty="0"/>
              <a:t>Database security</a:t>
            </a:r>
          </a:p>
        </p:txBody>
      </p:sp>
      <p:pic>
        <p:nvPicPr>
          <p:cNvPr id="4" name="Picture 3">
            <a:extLst>
              <a:ext uri="{FF2B5EF4-FFF2-40B4-BE49-F238E27FC236}">
                <a16:creationId xmlns:a16="http://schemas.microsoft.com/office/drawing/2014/main" id="{1AA73A29-E9B4-92DA-E934-728CD5906D5A}"/>
              </a:ext>
            </a:extLst>
          </p:cNvPr>
          <p:cNvPicPr>
            <a:picLocks noChangeAspect="1"/>
          </p:cNvPicPr>
          <p:nvPr/>
        </p:nvPicPr>
        <p:blipFill>
          <a:blip r:embed="rId3"/>
          <a:stretch>
            <a:fillRect/>
          </a:stretch>
        </p:blipFill>
        <p:spPr>
          <a:xfrm>
            <a:off x="2730467" y="1620693"/>
            <a:ext cx="6307550" cy="3952791"/>
          </a:xfrm>
          <a:prstGeom prst="rect">
            <a:avLst/>
          </a:prstGeom>
        </p:spPr>
      </p:pic>
    </p:spTree>
    <p:extLst>
      <p:ext uri="{BB962C8B-B14F-4D97-AF65-F5344CB8AC3E}">
        <p14:creationId xmlns:p14="http://schemas.microsoft.com/office/powerpoint/2010/main" val="921840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18871A-8B69-EDF9-1F09-C13754816219}"/>
              </a:ext>
            </a:extLst>
          </p:cNvPr>
          <p:cNvSpPr>
            <a:spLocks noGrp="1"/>
          </p:cNvSpPr>
          <p:nvPr>
            <p:ph type="title"/>
          </p:nvPr>
        </p:nvSpPr>
        <p:spPr/>
        <p:txBody>
          <a:bodyPr/>
          <a:lstStyle/>
          <a:p>
            <a:r>
              <a:rPr lang="en-US" dirty="0"/>
              <a:t>Administration - RDS</a:t>
            </a:r>
          </a:p>
        </p:txBody>
      </p:sp>
      <p:sp>
        <p:nvSpPr>
          <p:cNvPr id="4" name="Content Placeholder 3">
            <a:extLst>
              <a:ext uri="{FF2B5EF4-FFF2-40B4-BE49-F238E27FC236}">
                <a16:creationId xmlns:a16="http://schemas.microsoft.com/office/drawing/2014/main" id="{E9499EED-C331-7E85-EEF9-489E170A8371}"/>
              </a:ext>
            </a:extLst>
          </p:cNvPr>
          <p:cNvSpPr>
            <a:spLocks noGrp="1"/>
          </p:cNvSpPr>
          <p:nvPr>
            <p:ph sz="quarter" idx="13"/>
          </p:nvPr>
        </p:nvSpPr>
        <p:spPr>
          <a:xfrm>
            <a:off x="685801" y="2259777"/>
            <a:ext cx="10394707" cy="3311189"/>
          </a:xfrm>
        </p:spPr>
        <p:txBody>
          <a:bodyPr>
            <a:normAutofit fontScale="70000" lnSpcReduction="20000"/>
          </a:bodyPr>
          <a:lstStyle/>
          <a:p>
            <a:r>
              <a:rPr lang="en-US" dirty="0"/>
              <a:t>For our RDS, we will need to have 6 entities that should cover everything we need:</a:t>
            </a:r>
          </a:p>
          <a:p>
            <a:pPr lvl="1"/>
            <a:r>
              <a:rPr lang="en-US" dirty="0"/>
              <a:t>Customers, payments, invoices, rentals, reviews, and movies</a:t>
            </a:r>
          </a:p>
          <a:p>
            <a:pPr marL="0" indent="0" algn="ctr">
              <a:buNone/>
            </a:pPr>
            <a:r>
              <a:rPr lang="en-US" u="sng" dirty="0"/>
              <a:t>Relationships</a:t>
            </a:r>
          </a:p>
          <a:p>
            <a:r>
              <a:rPr lang="en-US" dirty="0"/>
              <a:t>Each customer can have multiple payment methods, and each payment method is assigned to one customer.</a:t>
            </a:r>
          </a:p>
          <a:p>
            <a:r>
              <a:rPr lang="en-US" dirty="0"/>
              <a:t>Each customer can have multiple invoices, and each invoice is assigned to one customer.</a:t>
            </a:r>
          </a:p>
          <a:p>
            <a:r>
              <a:rPr lang="en-US" dirty="0"/>
              <a:t>Each customer can have multiple rentals, and each rental is assigned to one customer. </a:t>
            </a:r>
          </a:p>
          <a:p>
            <a:r>
              <a:rPr lang="en-US" dirty="0"/>
              <a:t>Each customer can leave multiple reviews, and each review is created by one customer.</a:t>
            </a:r>
          </a:p>
          <a:p>
            <a:r>
              <a:rPr lang="en-US" dirty="0"/>
              <a:t>Each review is assigned to one movie. Each movie can have multiple reviews. </a:t>
            </a:r>
          </a:p>
          <a:p>
            <a:r>
              <a:rPr lang="en-US" dirty="0"/>
              <a:t>Each invoice is assigned to one rental.</a:t>
            </a:r>
          </a:p>
          <a:p>
            <a:r>
              <a:rPr lang="en-US" dirty="0"/>
              <a:t>Each movie can be rented multiple times; each rental is assigned to a movie.</a:t>
            </a:r>
          </a:p>
          <a:p>
            <a:endParaRPr lang="en-US" u="sng" dirty="0"/>
          </a:p>
        </p:txBody>
      </p:sp>
    </p:spTree>
    <p:extLst>
      <p:ext uri="{BB962C8B-B14F-4D97-AF65-F5344CB8AC3E}">
        <p14:creationId xmlns:p14="http://schemas.microsoft.com/office/powerpoint/2010/main" val="600872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D1CD-C963-06BB-9600-8C95C07DB14B}"/>
              </a:ext>
            </a:extLst>
          </p:cNvPr>
          <p:cNvSpPr>
            <a:spLocks noGrp="1"/>
          </p:cNvSpPr>
          <p:nvPr>
            <p:ph type="title"/>
          </p:nvPr>
        </p:nvSpPr>
        <p:spPr/>
        <p:txBody>
          <a:bodyPr/>
          <a:lstStyle/>
          <a:p>
            <a:r>
              <a:rPr lang="en-US" dirty="0"/>
              <a:t>Administration - RDS</a:t>
            </a:r>
          </a:p>
        </p:txBody>
      </p:sp>
      <p:pic>
        <p:nvPicPr>
          <p:cNvPr id="7" name="Picture 6">
            <a:extLst>
              <a:ext uri="{FF2B5EF4-FFF2-40B4-BE49-F238E27FC236}">
                <a16:creationId xmlns:a16="http://schemas.microsoft.com/office/drawing/2014/main" id="{64C2F494-C1B5-6328-C943-2DE531169A10}"/>
              </a:ext>
            </a:extLst>
          </p:cNvPr>
          <p:cNvPicPr>
            <a:picLocks noChangeAspect="1"/>
          </p:cNvPicPr>
          <p:nvPr/>
        </p:nvPicPr>
        <p:blipFill>
          <a:blip r:embed="rId3"/>
          <a:stretch>
            <a:fillRect/>
          </a:stretch>
        </p:blipFill>
        <p:spPr>
          <a:xfrm>
            <a:off x="2364321" y="1837765"/>
            <a:ext cx="7374779" cy="3740689"/>
          </a:xfrm>
          <a:prstGeom prst="rect">
            <a:avLst/>
          </a:prstGeom>
        </p:spPr>
      </p:pic>
    </p:spTree>
    <p:extLst>
      <p:ext uri="{BB962C8B-B14F-4D97-AF65-F5344CB8AC3E}">
        <p14:creationId xmlns:p14="http://schemas.microsoft.com/office/powerpoint/2010/main" val="3094962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7F68-B2C4-959A-9C86-CFAD3C27B939}"/>
              </a:ext>
            </a:extLst>
          </p:cNvPr>
          <p:cNvSpPr>
            <a:spLocks noGrp="1"/>
          </p:cNvSpPr>
          <p:nvPr>
            <p:ph type="title"/>
          </p:nvPr>
        </p:nvSpPr>
        <p:spPr/>
        <p:txBody>
          <a:bodyPr/>
          <a:lstStyle/>
          <a:p>
            <a:r>
              <a:rPr lang="en-US" dirty="0"/>
              <a:t>Administration - DynamoDB</a:t>
            </a:r>
          </a:p>
        </p:txBody>
      </p:sp>
      <p:sp>
        <p:nvSpPr>
          <p:cNvPr id="3" name="Content Placeholder 2">
            <a:extLst>
              <a:ext uri="{FF2B5EF4-FFF2-40B4-BE49-F238E27FC236}">
                <a16:creationId xmlns:a16="http://schemas.microsoft.com/office/drawing/2014/main" id="{9D04593B-6AC4-57F5-C782-20F34C035015}"/>
              </a:ext>
            </a:extLst>
          </p:cNvPr>
          <p:cNvSpPr>
            <a:spLocks noGrp="1"/>
          </p:cNvSpPr>
          <p:nvPr>
            <p:ph sz="quarter" idx="13"/>
          </p:nvPr>
        </p:nvSpPr>
        <p:spPr/>
        <p:txBody>
          <a:bodyPr>
            <a:normAutofit fontScale="85000" lnSpcReduction="20000"/>
          </a:bodyPr>
          <a:lstStyle/>
          <a:p>
            <a:r>
              <a:rPr lang="en-US" dirty="0"/>
              <a:t>Being a </a:t>
            </a:r>
            <a:r>
              <a:rPr lang="en-US" dirty="0" err="1"/>
              <a:t>nosql</a:t>
            </a:r>
            <a:r>
              <a:rPr lang="en-US" dirty="0"/>
              <a:t> database a schema does not really need to be defined at the time of database creation.</a:t>
            </a:r>
          </a:p>
          <a:p>
            <a:r>
              <a:rPr lang="en-US" dirty="0"/>
              <a:t>We want to ensure that the data we store in the DB is what we need for quick queries.</a:t>
            </a:r>
          </a:p>
          <a:p>
            <a:r>
              <a:rPr lang="en-US" dirty="0"/>
              <a:t>We also need to be able to perform analytics and have AI integration. </a:t>
            </a:r>
          </a:p>
          <a:p>
            <a:r>
              <a:rPr lang="en-US" dirty="0"/>
              <a:t>To do this we will create a single table in DynamoDB called Movies.</a:t>
            </a:r>
          </a:p>
          <a:p>
            <a:r>
              <a:rPr lang="en-US" dirty="0"/>
              <a:t>It will have a partition key of </a:t>
            </a:r>
            <a:r>
              <a:rPr lang="en-US" dirty="0" err="1"/>
              <a:t>MovieId</a:t>
            </a:r>
            <a:r>
              <a:rPr lang="en-US" dirty="0"/>
              <a:t> and a sort key of </a:t>
            </a:r>
            <a:r>
              <a:rPr lang="en-US" dirty="0" err="1"/>
              <a:t>MovieTitle</a:t>
            </a:r>
            <a:r>
              <a:rPr lang="en-US" dirty="0"/>
              <a:t>.</a:t>
            </a:r>
          </a:p>
          <a:p>
            <a:r>
              <a:rPr lang="en-US" dirty="0"/>
              <a:t>Attributes in the table:</a:t>
            </a:r>
          </a:p>
          <a:p>
            <a:pPr lvl="1"/>
            <a:r>
              <a:rPr lang="en-US" dirty="0"/>
              <a:t>Director, genre, year, cast</a:t>
            </a:r>
          </a:p>
          <a:p>
            <a:r>
              <a:rPr lang="en-US" dirty="0"/>
              <a:t>It will have two global secondary indexes for advanced queries.</a:t>
            </a:r>
          </a:p>
          <a:p>
            <a:pPr lvl="1"/>
            <a:r>
              <a:rPr lang="en-US" dirty="0"/>
              <a:t>One will use year as a value and the other will use director.</a:t>
            </a:r>
          </a:p>
          <a:p>
            <a:endParaRPr lang="en-US" dirty="0"/>
          </a:p>
        </p:txBody>
      </p:sp>
      <p:sp>
        <p:nvSpPr>
          <p:cNvPr id="5" name="TextBox 4">
            <a:extLst>
              <a:ext uri="{FF2B5EF4-FFF2-40B4-BE49-F238E27FC236}">
                <a16:creationId xmlns:a16="http://schemas.microsoft.com/office/drawing/2014/main" id="{3A62E524-CCB0-C71A-EB8C-7C3FE16820C0}"/>
              </a:ext>
            </a:extLst>
          </p:cNvPr>
          <p:cNvSpPr txBox="1"/>
          <p:nvPr/>
        </p:nvSpPr>
        <p:spPr>
          <a:xfrm>
            <a:off x="9107179" y="5273842"/>
            <a:ext cx="2595914" cy="369332"/>
          </a:xfrm>
          <a:prstGeom prst="rect">
            <a:avLst/>
          </a:prstGeom>
          <a:noFill/>
        </p:spPr>
        <p:txBody>
          <a:bodyPr wrap="square">
            <a:spAutoFit/>
          </a:bodyPr>
          <a:lstStyle/>
          <a:p>
            <a:r>
              <a:rPr lang="en-US" i="1" u="sng" dirty="0"/>
              <a:t>(Amazon DynamoDB, n.d.)</a:t>
            </a:r>
          </a:p>
        </p:txBody>
      </p:sp>
    </p:spTree>
    <p:extLst>
      <p:ext uri="{BB962C8B-B14F-4D97-AF65-F5344CB8AC3E}">
        <p14:creationId xmlns:p14="http://schemas.microsoft.com/office/powerpoint/2010/main" val="271881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8664-BD64-9FED-F7DE-53D3F91C91D9}"/>
              </a:ext>
            </a:extLst>
          </p:cNvPr>
          <p:cNvSpPr>
            <a:spLocks noGrp="1"/>
          </p:cNvSpPr>
          <p:nvPr>
            <p:ph type="title"/>
          </p:nvPr>
        </p:nvSpPr>
        <p:spPr/>
        <p:txBody>
          <a:bodyPr/>
          <a:lstStyle/>
          <a:p>
            <a:r>
              <a:rPr lang="en-US" dirty="0"/>
              <a:t>Administration - DynamoDB</a:t>
            </a:r>
          </a:p>
        </p:txBody>
      </p:sp>
      <p:pic>
        <p:nvPicPr>
          <p:cNvPr id="4" name="Picture 3">
            <a:extLst>
              <a:ext uri="{FF2B5EF4-FFF2-40B4-BE49-F238E27FC236}">
                <a16:creationId xmlns:a16="http://schemas.microsoft.com/office/drawing/2014/main" id="{02559A27-36FB-C304-01CF-820B28C49613}"/>
              </a:ext>
            </a:extLst>
          </p:cNvPr>
          <p:cNvPicPr>
            <a:picLocks noChangeAspect="1"/>
          </p:cNvPicPr>
          <p:nvPr/>
        </p:nvPicPr>
        <p:blipFill>
          <a:blip r:embed="rId3"/>
          <a:stretch>
            <a:fillRect/>
          </a:stretch>
        </p:blipFill>
        <p:spPr>
          <a:xfrm>
            <a:off x="685801" y="1665250"/>
            <a:ext cx="7132626" cy="1401052"/>
          </a:xfrm>
          <a:prstGeom prst="rect">
            <a:avLst/>
          </a:prstGeom>
        </p:spPr>
      </p:pic>
      <p:pic>
        <p:nvPicPr>
          <p:cNvPr id="6" name="Picture 5">
            <a:extLst>
              <a:ext uri="{FF2B5EF4-FFF2-40B4-BE49-F238E27FC236}">
                <a16:creationId xmlns:a16="http://schemas.microsoft.com/office/drawing/2014/main" id="{C25B2B92-7E4E-904B-3D24-DC7AEF29D4F5}"/>
              </a:ext>
            </a:extLst>
          </p:cNvPr>
          <p:cNvPicPr>
            <a:picLocks noChangeAspect="1"/>
          </p:cNvPicPr>
          <p:nvPr/>
        </p:nvPicPr>
        <p:blipFill>
          <a:blip r:embed="rId4"/>
          <a:stretch>
            <a:fillRect/>
          </a:stretch>
        </p:blipFill>
        <p:spPr>
          <a:xfrm>
            <a:off x="685801" y="3158609"/>
            <a:ext cx="7132626" cy="1266180"/>
          </a:xfrm>
          <a:prstGeom prst="rect">
            <a:avLst/>
          </a:prstGeom>
        </p:spPr>
      </p:pic>
      <p:pic>
        <p:nvPicPr>
          <p:cNvPr id="8" name="Picture 7">
            <a:extLst>
              <a:ext uri="{FF2B5EF4-FFF2-40B4-BE49-F238E27FC236}">
                <a16:creationId xmlns:a16="http://schemas.microsoft.com/office/drawing/2014/main" id="{9715D759-C9DC-BF08-2A1B-BD124A51EC40}"/>
              </a:ext>
            </a:extLst>
          </p:cNvPr>
          <p:cNvPicPr>
            <a:picLocks noChangeAspect="1"/>
          </p:cNvPicPr>
          <p:nvPr/>
        </p:nvPicPr>
        <p:blipFill>
          <a:blip r:embed="rId5"/>
          <a:stretch>
            <a:fillRect/>
          </a:stretch>
        </p:blipFill>
        <p:spPr>
          <a:xfrm>
            <a:off x="685801" y="4497291"/>
            <a:ext cx="7132626" cy="1390918"/>
          </a:xfrm>
          <a:prstGeom prst="rect">
            <a:avLst/>
          </a:prstGeom>
        </p:spPr>
      </p:pic>
    </p:spTree>
    <p:extLst>
      <p:ext uri="{BB962C8B-B14F-4D97-AF65-F5344CB8AC3E}">
        <p14:creationId xmlns:p14="http://schemas.microsoft.com/office/powerpoint/2010/main" val="1478934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6FFF2-0A24-2AB9-5E50-9EFB481C02DD}"/>
              </a:ext>
            </a:extLst>
          </p:cNvPr>
          <p:cNvSpPr>
            <a:spLocks noGrp="1"/>
          </p:cNvSpPr>
          <p:nvPr>
            <p:ph type="title"/>
          </p:nvPr>
        </p:nvSpPr>
        <p:spPr/>
        <p:txBody>
          <a:bodyPr/>
          <a:lstStyle/>
          <a:p>
            <a:r>
              <a:rPr lang="en-US" dirty="0"/>
              <a:t>Administration - Neptune</a:t>
            </a:r>
          </a:p>
        </p:txBody>
      </p:sp>
      <p:sp>
        <p:nvSpPr>
          <p:cNvPr id="3" name="Content Placeholder 2">
            <a:extLst>
              <a:ext uri="{FF2B5EF4-FFF2-40B4-BE49-F238E27FC236}">
                <a16:creationId xmlns:a16="http://schemas.microsoft.com/office/drawing/2014/main" id="{E3C83DC8-2767-6003-FD65-8B3C0ECB613B}"/>
              </a:ext>
            </a:extLst>
          </p:cNvPr>
          <p:cNvSpPr>
            <a:spLocks noGrp="1"/>
          </p:cNvSpPr>
          <p:nvPr>
            <p:ph sz="quarter" idx="13"/>
          </p:nvPr>
        </p:nvSpPr>
        <p:spPr/>
        <p:txBody>
          <a:bodyPr>
            <a:normAutofit lnSpcReduction="10000"/>
          </a:bodyPr>
          <a:lstStyle/>
          <a:p>
            <a:r>
              <a:rPr lang="en-US" dirty="0"/>
              <a:t>For our graph database, we need to pull the data from the RDS and DynamoDB to model the relationships that we want to visualize. </a:t>
            </a:r>
          </a:p>
          <a:p>
            <a:r>
              <a:rPr lang="en-US" dirty="0"/>
              <a:t>AWS has built in integration tools to read data from those sources.</a:t>
            </a:r>
          </a:p>
          <a:p>
            <a:pPr lvl="1"/>
            <a:r>
              <a:rPr lang="en-US" dirty="0"/>
              <a:t>AWS DMS – data management service to automatically load data from other databases into Neptune. </a:t>
            </a:r>
          </a:p>
          <a:p>
            <a:r>
              <a:rPr lang="en-US" dirty="0"/>
              <a:t>Our vertices (entities) for our graph are customers, rentals, movies, and genre.</a:t>
            </a:r>
          </a:p>
          <a:p>
            <a:r>
              <a:rPr lang="en-US" dirty="0"/>
              <a:t>We want to see how the company’s customers interact with the movies and how often movies are being rented.</a:t>
            </a:r>
          </a:p>
          <a:p>
            <a:endParaRPr lang="en-US" dirty="0"/>
          </a:p>
        </p:txBody>
      </p:sp>
      <p:sp>
        <p:nvSpPr>
          <p:cNvPr id="5" name="TextBox 4">
            <a:extLst>
              <a:ext uri="{FF2B5EF4-FFF2-40B4-BE49-F238E27FC236}">
                <a16:creationId xmlns:a16="http://schemas.microsoft.com/office/drawing/2014/main" id="{6E7563F7-85D5-A8AF-E42C-84DEB4B3AA08}"/>
              </a:ext>
            </a:extLst>
          </p:cNvPr>
          <p:cNvSpPr txBox="1"/>
          <p:nvPr/>
        </p:nvSpPr>
        <p:spPr>
          <a:xfrm>
            <a:off x="9309697" y="5280254"/>
            <a:ext cx="2454765" cy="369332"/>
          </a:xfrm>
          <a:prstGeom prst="rect">
            <a:avLst/>
          </a:prstGeom>
          <a:noFill/>
        </p:spPr>
        <p:txBody>
          <a:bodyPr wrap="square">
            <a:spAutoFit/>
          </a:bodyPr>
          <a:lstStyle/>
          <a:p>
            <a:r>
              <a:rPr lang="en-US" i="1" u="sng" dirty="0"/>
              <a:t>(AWS Developers, 2022)</a:t>
            </a:r>
          </a:p>
        </p:txBody>
      </p:sp>
    </p:spTree>
    <p:extLst>
      <p:ext uri="{BB962C8B-B14F-4D97-AF65-F5344CB8AC3E}">
        <p14:creationId xmlns:p14="http://schemas.microsoft.com/office/powerpoint/2010/main" val="2796446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9A602-BEDE-2E74-9EE4-3D64BB4D4093}"/>
              </a:ext>
            </a:extLst>
          </p:cNvPr>
          <p:cNvSpPr>
            <a:spLocks noGrp="1"/>
          </p:cNvSpPr>
          <p:nvPr>
            <p:ph type="title"/>
          </p:nvPr>
        </p:nvSpPr>
        <p:spPr/>
        <p:txBody>
          <a:bodyPr/>
          <a:lstStyle/>
          <a:p>
            <a:r>
              <a:rPr lang="en-US" dirty="0"/>
              <a:t>Administration - Neptune</a:t>
            </a:r>
          </a:p>
        </p:txBody>
      </p:sp>
      <p:pic>
        <p:nvPicPr>
          <p:cNvPr id="4" name="Picture 3">
            <a:extLst>
              <a:ext uri="{FF2B5EF4-FFF2-40B4-BE49-F238E27FC236}">
                <a16:creationId xmlns:a16="http://schemas.microsoft.com/office/drawing/2014/main" id="{8D513A1D-E236-5958-0243-19EF2C075F31}"/>
              </a:ext>
            </a:extLst>
          </p:cNvPr>
          <p:cNvPicPr>
            <a:picLocks noChangeAspect="1"/>
          </p:cNvPicPr>
          <p:nvPr/>
        </p:nvPicPr>
        <p:blipFill>
          <a:blip r:embed="rId3"/>
          <a:stretch>
            <a:fillRect/>
          </a:stretch>
        </p:blipFill>
        <p:spPr>
          <a:xfrm>
            <a:off x="3585424" y="1640076"/>
            <a:ext cx="4597636" cy="3835597"/>
          </a:xfrm>
          <a:prstGeom prst="rect">
            <a:avLst/>
          </a:prstGeom>
        </p:spPr>
      </p:pic>
    </p:spTree>
    <p:extLst>
      <p:ext uri="{BB962C8B-B14F-4D97-AF65-F5344CB8AC3E}">
        <p14:creationId xmlns:p14="http://schemas.microsoft.com/office/powerpoint/2010/main" val="1348917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C618-C63B-8C3F-9E4E-E9A467CB1F0F}"/>
              </a:ext>
            </a:extLst>
          </p:cNvPr>
          <p:cNvSpPr>
            <a:spLocks noGrp="1"/>
          </p:cNvSpPr>
          <p:nvPr>
            <p:ph type="title"/>
          </p:nvPr>
        </p:nvSpPr>
        <p:spPr/>
        <p:txBody>
          <a:bodyPr/>
          <a:lstStyle/>
          <a:p>
            <a:r>
              <a:rPr lang="en-US" dirty="0"/>
              <a:t>Administration - Timestream</a:t>
            </a:r>
          </a:p>
        </p:txBody>
      </p:sp>
      <p:sp>
        <p:nvSpPr>
          <p:cNvPr id="3" name="Content Placeholder 2">
            <a:extLst>
              <a:ext uri="{FF2B5EF4-FFF2-40B4-BE49-F238E27FC236}">
                <a16:creationId xmlns:a16="http://schemas.microsoft.com/office/drawing/2014/main" id="{031F83B8-E004-367C-B2DC-72A1EFC5DF4B}"/>
              </a:ext>
            </a:extLst>
          </p:cNvPr>
          <p:cNvSpPr>
            <a:spLocks noGrp="1"/>
          </p:cNvSpPr>
          <p:nvPr>
            <p:ph sz="quarter" idx="13"/>
          </p:nvPr>
        </p:nvSpPr>
        <p:spPr/>
        <p:txBody>
          <a:bodyPr>
            <a:normAutofit lnSpcReduction="10000"/>
          </a:bodyPr>
          <a:lstStyle/>
          <a:p>
            <a:r>
              <a:rPr lang="en-US" dirty="0"/>
              <a:t>For our time series database, we can again use AWS DMS to migrate the data we need into Timestream.</a:t>
            </a:r>
          </a:p>
          <a:p>
            <a:r>
              <a:rPr lang="en-US" dirty="0"/>
              <a:t>We are going to create two timestream tables, one for customer information and one for rental information.</a:t>
            </a:r>
          </a:p>
          <a:p>
            <a:r>
              <a:rPr lang="en-US" dirty="0"/>
              <a:t>Rental table: </a:t>
            </a:r>
            <a:r>
              <a:rPr lang="en-US" dirty="0" err="1"/>
              <a:t>RentalID</a:t>
            </a:r>
            <a:r>
              <a:rPr lang="en-US" dirty="0"/>
              <a:t>, rented timestamp, time rented (Days), </a:t>
            </a:r>
            <a:r>
              <a:rPr lang="en-US" dirty="0" err="1"/>
              <a:t>customerid</a:t>
            </a:r>
            <a:r>
              <a:rPr lang="en-US" dirty="0"/>
              <a:t>, Customer Name, Movie Title, genre.</a:t>
            </a:r>
          </a:p>
          <a:p>
            <a:r>
              <a:rPr lang="en-US" dirty="0"/>
              <a:t>Customer table: </a:t>
            </a:r>
            <a:r>
              <a:rPr lang="en-US" dirty="0" err="1"/>
              <a:t>CustomerID</a:t>
            </a:r>
            <a:r>
              <a:rPr lang="en-US" dirty="0"/>
              <a:t>, Customer name, membership level, number of rentals, last login timestamp.</a:t>
            </a:r>
          </a:p>
          <a:p>
            <a:endParaRPr lang="en-US" dirty="0"/>
          </a:p>
        </p:txBody>
      </p:sp>
      <p:sp>
        <p:nvSpPr>
          <p:cNvPr id="7" name="TextBox 6">
            <a:extLst>
              <a:ext uri="{FF2B5EF4-FFF2-40B4-BE49-F238E27FC236}">
                <a16:creationId xmlns:a16="http://schemas.microsoft.com/office/drawing/2014/main" id="{25E72343-3999-A0BF-BAE4-010C924095D4}"/>
              </a:ext>
            </a:extLst>
          </p:cNvPr>
          <p:cNvSpPr txBox="1"/>
          <p:nvPr/>
        </p:nvSpPr>
        <p:spPr>
          <a:xfrm>
            <a:off x="5590728" y="5020236"/>
            <a:ext cx="6106228" cy="646331"/>
          </a:xfrm>
          <a:prstGeom prst="rect">
            <a:avLst/>
          </a:prstGeom>
          <a:noFill/>
        </p:spPr>
        <p:txBody>
          <a:bodyPr wrap="square">
            <a:spAutoFit/>
          </a:bodyPr>
          <a:lstStyle/>
          <a:p>
            <a:r>
              <a:rPr lang="en-US" i="1" u="sng" dirty="0"/>
              <a:t>(Data Modeling Best Practices to Unlock the Value of Your Time-Series Data | AWS Database Blog, 2023)</a:t>
            </a:r>
          </a:p>
        </p:txBody>
      </p:sp>
    </p:spTree>
    <p:extLst>
      <p:ext uri="{BB962C8B-B14F-4D97-AF65-F5344CB8AC3E}">
        <p14:creationId xmlns:p14="http://schemas.microsoft.com/office/powerpoint/2010/main" val="1018091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71E4-6123-1B84-ABA2-C720AEA8B20B}"/>
              </a:ext>
            </a:extLst>
          </p:cNvPr>
          <p:cNvSpPr>
            <a:spLocks noGrp="1"/>
          </p:cNvSpPr>
          <p:nvPr>
            <p:ph type="ctrTitle"/>
          </p:nvPr>
        </p:nvSpPr>
        <p:spPr/>
        <p:txBody>
          <a:bodyPr>
            <a:normAutofit fontScale="90000"/>
          </a:bodyPr>
          <a:lstStyle/>
          <a:p>
            <a:r>
              <a:rPr lang="en-US" dirty="0"/>
              <a:t>AI Database Integration and Optimization</a:t>
            </a:r>
          </a:p>
        </p:txBody>
      </p:sp>
      <p:sp>
        <p:nvSpPr>
          <p:cNvPr id="3" name="Subtitle 2">
            <a:extLst>
              <a:ext uri="{FF2B5EF4-FFF2-40B4-BE49-F238E27FC236}">
                <a16:creationId xmlns:a16="http://schemas.microsoft.com/office/drawing/2014/main" id="{066BC5A8-9E84-55D3-B194-5E36F6EC9EA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63938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76E5E-8116-9CEE-E533-687CAA242294}"/>
              </a:ext>
            </a:extLst>
          </p:cNvPr>
          <p:cNvSpPr>
            <a:spLocks noGrp="1"/>
          </p:cNvSpPr>
          <p:nvPr>
            <p:ph type="title"/>
          </p:nvPr>
        </p:nvSpPr>
        <p:spPr/>
        <p:txBody>
          <a:bodyPr/>
          <a:lstStyle/>
          <a:p>
            <a:r>
              <a:rPr lang="en-US" dirty="0"/>
              <a:t>AI Integration</a:t>
            </a:r>
          </a:p>
        </p:txBody>
      </p:sp>
      <p:sp>
        <p:nvSpPr>
          <p:cNvPr id="3" name="Content Placeholder 2">
            <a:extLst>
              <a:ext uri="{FF2B5EF4-FFF2-40B4-BE49-F238E27FC236}">
                <a16:creationId xmlns:a16="http://schemas.microsoft.com/office/drawing/2014/main" id="{02C56EE4-97B8-5A37-AFF6-1211EE34658A}"/>
              </a:ext>
            </a:extLst>
          </p:cNvPr>
          <p:cNvSpPr>
            <a:spLocks noGrp="1"/>
          </p:cNvSpPr>
          <p:nvPr>
            <p:ph sz="quarter" idx="13"/>
          </p:nvPr>
        </p:nvSpPr>
        <p:spPr>
          <a:xfrm>
            <a:off x="685801" y="2450021"/>
            <a:ext cx="10394707" cy="3311189"/>
          </a:xfrm>
        </p:spPr>
        <p:txBody>
          <a:bodyPr>
            <a:normAutofit lnSpcReduction="10000"/>
          </a:bodyPr>
          <a:lstStyle/>
          <a:p>
            <a:r>
              <a:rPr lang="en-US" dirty="0"/>
              <a:t>Being hosted on AWS, there are several AI tools that can be utilized to perform the automation and analysis that the company is looking for.</a:t>
            </a:r>
          </a:p>
          <a:p>
            <a:r>
              <a:rPr lang="en-US" dirty="0"/>
              <a:t>Automation – AWS Lambda: serverless computing tool which can be used to automatically update our database information that we need for things like inventory management.</a:t>
            </a:r>
          </a:p>
          <a:p>
            <a:r>
              <a:rPr lang="en-US" dirty="0"/>
              <a:t>Customer Recommendations – AWS Personalize: ML algorithm that creates recommendations based on the company data. Has integration with RDS and Neptune.</a:t>
            </a:r>
          </a:p>
          <a:p>
            <a:r>
              <a:rPr lang="en-US" dirty="0"/>
              <a:t>Trend and other sales forecasting – AWS </a:t>
            </a:r>
            <a:r>
              <a:rPr lang="en-US" dirty="0" err="1"/>
              <a:t>Sagemaker</a:t>
            </a:r>
            <a:r>
              <a:rPr lang="en-US" dirty="0"/>
              <a:t> canvas: has the ability to integrate ML models to the timestream DB to perform forecasting on time series data.</a:t>
            </a:r>
          </a:p>
          <a:p>
            <a:endParaRPr lang="en-US" dirty="0"/>
          </a:p>
          <a:p>
            <a:endParaRPr lang="en-US" dirty="0"/>
          </a:p>
        </p:txBody>
      </p:sp>
    </p:spTree>
    <p:extLst>
      <p:ext uri="{BB962C8B-B14F-4D97-AF65-F5344CB8AC3E}">
        <p14:creationId xmlns:p14="http://schemas.microsoft.com/office/powerpoint/2010/main" val="4218166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D9AFE-88EE-156F-48FE-4D387A327699}"/>
              </a:ext>
            </a:extLst>
          </p:cNvPr>
          <p:cNvSpPr>
            <a:spLocks noGrp="1"/>
          </p:cNvSpPr>
          <p:nvPr>
            <p:ph type="title"/>
          </p:nvPr>
        </p:nvSpPr>
        <p:spPr/>
        <p:txBody>
          <a:bodyPr/>
          <a:lstStyle/>
          <a:p>
            <a:r>
              <a:rPr lang="en-US" dirty="0"/>
              <a:t>AI Integration</a:t>
            </a:r>
          </a:p>
        </p:txBody>
      </p:sp>
      <p:pic>
        <p:nvPicPr>
          <p:cNvPr id="4" name="Picture 3">
            <a:extLst>
              <a:ext uri="{FF2B5EF4-FFF2-40B4-BE49-F238E27FC236}">
                <a16:creationId xmlns:a16="http://schemas.microsoft.com/office/drawing/2014/main" id="{3E9F8A12-7DDF-48E0-5FF2-7EDE929A71CB}"/>
              </a:ext>
            </a:extLst>
          </p:cNvPr>
          <p:cNvPicPr>
            <a:picLocks noChangeAspect="1"/>
          </p:cNvPicPr>
          <p:nvPr/>
        </p:nvPicPr>
        <p:blipFill>
          <a:blip r:embed="rId3"/>
          <a:stretch>
            <a:fillRect/>
          </a:stretch>
        </p:blipFill>
        <p:spPr>
          <a:xfrm>
            <a:off x="3116541" y="1629418"/>
            <a:ext cx="5958918" cy="3908247"/>
          </a:xfrm>
          <a:prstGeom prst="rect">
            <a:avLst/>
          </a:prstGeom>
        </p:spPr>
      </p:pic>
    </p:spTree>
    <p:extLst>
      <p:ext uri="{BB962C8B-B14F-4D97-AF65-F5344CB8AC3E}">
        <p14:creationId xmlns:p14="http://schemas.microsoft.com/office/powerpoint/2010/main" val="3208948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698F-98F0-E625-0638-7539034643DC}"/>
              </a:ext>
            </a:extLst>
          </p:cNvPr>
          <p:cNvSpPr>
            <a:spLocks noGrp="1"/>
          </p:cNvSpPr>
          <p:nvPr>
            <p:ph type="title"/>
          </p:nvPr>
        </p:nvSpPr>
        <p:spPr/>
        <p:txBody>
          <a:bodyPr/>
          <a:lstStyle/>
          <a:p>
            <a:r>
              <a:rPr lang="en-US" dirty="0"/>
              <a:t>Basic queries - </a:t>
            </a:r>
            <a:r>
              <a:rPr lang="en-US" dirty="0" err="1"/>
              <a:t>Postgre</a:t>
            </a:r>
            <a:endParaRPr lang="en-US" dirty="0"/>
          </a:p>
        </p:txBody>
      </p:sp>
      <p:sp>
        <p:nvSpPr>
          <p:cNvPr id="3" name="Content Placeholder 2">
            <a:extLst>
              <a:ext uri="{FF2B5EF4-FFF2-40B4-BE49-F238E27FC236}">
                <a16:creationId xmlns:a16="http://schemas.microsoft.com/office/drawing/2014/main" id="{F27CD81E-ABB2-709D-CEF7-BDD17466F115}"/>
              </a:ext>
            </a:extLst>
          </p:cNvPr>
          <p:cNvSpPr>
            <a:spLocks noGrp="1"/>
          </p:cNvSpPr>
          <p:nvPr>
            <p:ph sz="quarter" idx="13"/>
          </p:nvPr>
        </p:nvSpPr>
        <p:spPr/>
        <p:txBody>
          <a:bodyPr/>
          <a:lstStyle/>
          <a:p>
            <a:r>
              <a:rPr lang="en-US" dirty="0"/>
              <a:t>SELECT </a:t>
            </a:r>
            <a:r>
              <a:rPr lang="en-US" dirty="0" err="1"/>
              <a:t>c.customer_id</a:t>
            </a:r>
            <a:r>
              <a:rPr lang="en-US" dirty="0"/>
              <a:t>, c.name, COUNT(</a:t>
            </a:r>
            <a:r>
              <a:rPr lang="en-US" dirty="0" err="1"/>
              <a:t>r.rental_id</a:t>
            </a:r>
            <a:r>
              <a:rPr lang="en-US" dirty="0"/>
              <a:t>) AS </a:t>
            </a:r>
            <a:r>
              <a:rPr lang="en-US" dirty="0" err="1"/>
              <a:t>rental_count</a:t>
            </a:r>
            <a:r>
              <a:rPr lang="en-US" dirty="0"/>
              <a:t> FROM customers c JOIN rentals r ON </a:t>
            </a:r>
            <a:r>
              <a:rPr lang="en-US" dirty="0" err="1"/>
              <a:t>c.customer_id</a:t>
            </a:r>
            <a:r>
              <a:rPr lang="en-US" dirty="0"/>
              <a:t> = </a:t>
            </a:r>
            <a:r>
              <a:rPr lang="en-US" dirty="0" err="1"/>
              <a:t>r.customer_id</a:t>
            </a:r>
            <a:r>
              <a:rPr lang="en-US" dirty="0"/>
              <a:t> GROUP BY </a:t>
            </a:r>
            <a:r>
              <a:rPr lang="en-US" dirty="0" err="1"/>
              <a:t>c.customer_id</a:t>
            </a:r>
            <a:r>
              <a:rPr lang="en-US" dirty="0"/>
              <a:t> ORDER BY </a:t>
            </a:r>
            <a:r>
              <a:rPr lang="en-US" dirty="0" err="1"/>
              <a:t>rental_count</a:t>
            </a:r>
            <a:r>
              <a:rPr lang="en-US" dirty="0"/>
              <a:t> DESC LIMIT 500; </a:t>
            </a:r>
          </a:p>
          <a:p>
            <a:r>
              <a:rPr lang="en-US" dirty="0"/>
              <a:t>This is a basic SQL query that can be used to grab the top 500 users of the platform. </a:t>
            </a:r>
          </a:p>
          <a:p>
            <a:r>
              <a:rPr lang="en-US" dirty="0"/>
              <a:t>This can be used by our ai tools to determine if there are any patterns within these users.</a:t>
            </a:r>
          </a:p>
          <a:p>
            <a:endParaRPr lang="en-US" dirty="0"/>
          </a:p>
        </p:txBody>
      </p:sp>
    </p:spTree>
    <p:extLst>
      <p:ext uri="{BB962C8B-B14F-4D97-AF65-F5344CB8AC3E}">
        <p14:creationId xmlns:p14="http://schemas.microsoft.com/office/powerpoint/2010/main" val="4206568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D9D2-E065-AB97-076F-1916ACBB00B1}"/>
              </a:ext>
            </a:extLst>
          </p:cNvPr>
          <p:cNvSpPr>
            <a:spLocks noGrp="1"/>
          </p:cNvSpPr>
          <p:nvPr>
            <p:ph type="title"/>
          </p:nvPr>
        </p:nvSpPr>
        <p:spPr/>
        <p:txBody>
          <a:bodyPr/>
          <a:lstStyle/>
          <a:p>
            <a:r>
              <a:rPr lang="en-US" dirty="0"/>
              <a:t>Basic queries - </a:t>
            </a:r>
            <a:r>
              <a:rPr lang="en-US" dirty="0" err="1"/>
              <a:t>DyanmoDB</a:t>
            </a:r>
            <a:endParaRPr lang="en-US" dirty="0"/>
          </a:p>
        </p:txBody>
      </p:sp>
      <p:sp>
        <p:nvSpPr>
          <p:cNvPr id="3" name="Content Placeholder 2">
            <a:extLst>
              <a:ext uri="{FF2B5EF4-FFF2-40B4-BE49-F238E27FC236}">
                <a16:creationId xmlns:a16="http://schemas.microsoft.com/office/drawing/2014/main" id="{61289693-B3EE-AB0A-8D66-9317D47B8967}"/>
              </a:ext>
            </a:extLst>
          </p:cNvPr>
          <p:cNvSpPr>
            <a:spLocks noGrp="1"/>
          </p:cNvSpPr>
          <p:nvPr>
            <p:ph sz="quarter" idx="13"/>
          </p:nvPr>
        </p:nvSpPr>
        <p:spPr/>
        <p:txBody>
          <a:bodyPr>
            <a:normAutofit/>
          </a:bodyPr>
          <a:lstStyle/>
          <a:p>
            <a:r>
              <a:rPr lang="en-US" dirty="0"/>
              <a:t>response = </a:t>
            </a:r>
            <a:r>
              <a:rPr lang="en-US" dirty="0" err="1"/>
              <a:t>table.query</a:t>
            </a:r>
            <a:r>
              <a:rPr lang="en-US" dirty="0"/>
              <a:t>( </a:t>
            </a:r>
            <a:r>
              <a:rPr lang="en-US" dirty="0" err="1"/>
              <a:t>IndexName</a:t>
            </a:r>
            <a:r>
              <a:rPr lang="en-US" dirty="0"/>
              <a:t>=year', </a:t>
            </a:r>
            <a:r>
              <a:rPr lang="en-US" dirty="0" err="1"/>
              <a:t>KeyConditionExpression</a:t>
            </a:r>
            <a:r>
              <a:rPr lang="en-US" dirty="0"/>
              <a:t>=‘year = :year', </a:t>
            </a:r>
            <a:r>
              <a:rPr lang="en-US" dirty="0" err="1"/>
              <a:t>ExpressionAttributeValues</a:t>
            </a:r>
            <a:r>
              <a:rPr lang="en-US" dirty="0"/>
              <a:t>={ ‘:year’: ‘2025' } ) </a:t>
            </a:r>
          </a:p>
          <a:p>
            <a:r>
              <a:rPr lang="en-US" dirty="0"/>
              <a:t>This is a basic query in python that can be used to grab all the movies that have the year 2025 by using the global secondary index we created.</a:t>
            </a:r>
          </a:p>
          <a:p>
            <a:r>
              <a:rPr lang="en-US" dirty="0"/>
              <a:t>This could be used by our ai models in conjunction with other databases to display more in-depth information about recent movies to see if any are hot or trending.</a:t>
            </a:r>
          </a:p>
          <a:p>
            <a:r>
              <a:rPr lang="en-US" dirty="0"/>
              <a:t>It could also represent a search that a user would do when looking for movies to rent.</a:t>
            </a:r>
          </a:p>
        </p:txBody>
      </p:sp>
    </p:spTree>
    <p:extLst>
      <p:ext uri="{BB962C8B-B14F-4D97-AF65-F5344CB8AC3E}">
        <p14:creationId xmlns:p14="http://schemas.microsoft.com/office/powerpoint/2010/main" val="1930722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975AF-E0A0-57FC-7DCB-5428354F2854}"/>
              </a:ext>
            </a:extLst>
          </p:cNvPr>
          <p:cNvSpPr>
            <a:spLocks noGrp="1"/>
          </p:cNvSpPr>
          <p:nvPr>
            <p:ph type="title"/>
          </p:nvPr>
        </p:nvSpPr>
        <p:spPr/>
        <p:txBody>
          <a:bodyPr/>
          <a:lstStyle/>
          <a:p>
            <a:r>
              <a:rPr lang="en-US" dirty="0"/>
              <a:t>Basic Queries - Neptune</a:t>
            </a:r>
          </a:p>
        </p:txBody>
      </p:sp>
      <p:sp>
        <p:nvSpPr>
          <p:cNvPr id="3" name="Content Placeholder 2">
            <a:extLst>
              <a:ext uri="{FF2B5EF4-FFF2-40B4-BE49-F238E27FC236}">
                <a16:creationId xmlns:a16="http://schemas.microsoft.com/office/drawing/2014/main" id="{6F62D32B-C9EC-D221-3E96-2A74207BA124}"/>
              </a:ext>
            </a:extLst>
          </p:cNvPr>
          <p:cNvSpPr>
            <a:spLocks noGrp="1"/>
          </p:cNvSpPr>
          <p:nvPr>
            <p:ph sz="quarter" idx="13"/>
          </p:nvPr>
        </p:nvSpPr>
        <p:spPr/>
        <p:txBody>
          <a:bodyPr>
            <a:normAutofit/>
          </a:bodyPr>
          <a:lstStyle/>
          <a:p>
            <a:r>
              <a:rPr lang="en-US" dirty="0" err="1"/>
              <a:t>g.V</a:t>
            </a:r>
            <a:r>
              <a:rPr lang="en-US" dirty="0"/>
              <a:t>().has('Customer', 'name', 'Alice') .out('created') .out('are') .in_('are') .in_('created') .</a:t>
            </a:r>
            <a:r>
              <a:rPr lang="en-US" dirty="0" err="1"/>
              <a:t>dedup</a:t>
            </a:r>
            <a:r>
              <a:rPr lang="en-US" dirty="0"/>
              <a:t>().values('name') .</a:t>
            </a:r>
            <a:r>
              <a:rPr lang="en-US" dirty="0" err="1"/>
              <a:t>toList</a:t>
            </a:r>
            <a:r>
              <a:rPr lang="en-US" dirty="0"/>
              <a:t>()</a:t>
            </a:r>
          </a:p>
          <a:p>
            <a:r>
              <a:rPr lang="en-US" dirty="0"/>
              <a:t>This gets a list of customers who have rented the same movies. </a:t>
            </a:r>
          </a:p>
          <a:p>
            <a:r>
              <a:rPr lang="en-US" dirty="0"/>
              <a:t>It can be used by our ai tools to analyze any patterns in customers who rent the same movies, which then can power recommendations for other similar customer profiles.</a:t>
            </a:r>
          </a:p>
        </p:txBody>
      </p:sp>
    </p:spTree>
    <p:extLst>
      <p:ext uri="{BB962C8B-B14F-4D97-AF65-F5344CB8AC3E}">
        <p14:creationId xmlns:p14="http://schemas.microsoft.com/office/powerpoint/2010/main" val="3477031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17930-40B0-FF98-DF1E-E0599E4ACC92}"/>
              </a:ext>
            </a:extLst>
          </p:cNvPr>
          <p:cNvSpPr>
            <a:spLocks noGrp="1"/>
          </p:cNvSpPr>
          <p:nvPr>
            <p:ph type="title"/>
          </p:nvPr>
        </p:nvSpPr>
        <p:spPr/>
        <p:txBody>
          <a:bodyPr/>
          <a:lstStyle/>
          <a:p>
            <a:r>
              <a:rPr lang="en-US" dirty="0"/>
              <a:t>Basic Queries - Timestream</a:t>
            </a:r>
          </a:p>
        </p:txBody>
      </p:sp>
      <p:sp>
        <p:nvSpPr>
          <p:cNvPr id="3" name="Content Placeholder 2">
            <a:extLst>
              <a:ext uri="{FF2B5EF4-FFF2-40B4-BE49-F238E27FC236}">
                <a16:creationId xmlns:a16="http://schemas.microsoft.com/office/drawing/2014/main" id="{C70157F0-71D7-5749-70ED-297E3A121493}"/>
              </a:ext>
            </a:extLst>
          </p:cNvPr>
          <p:cNvSpPr>
            <a:spLocks noGrp="1"/>
          </p:cNvSpPr>
          <p:nvPr>
            <p:ph sz="quarter" idx="13"/>
          </p:nvPr>
        </p:nvSpPr>
        <p:spPr/>
        <p:txBody>
          <a:bodyPr>
            <a:normAutofit/>
          </a:bodyPr>
          <a:lstStyle/>
          <a:p>
            <a:r>
              <a:rPr lang="en-US" dirty="0"/>
              <a:t>SELECT </a:t>
            </a:r>
            <a:r>
              <a:rPr lang="en-US" dirty="0" err="1"/>
              <a:t>Customerid</a:t>
            </a:r>
            <a:r>
              <a:rPr lang="en-US" dirty="0"/>
              <a:t>,  "Customer Name“, "Movie Title", “Genre”, "</a:t>
            </a:r>
            <a:r>
              <a:rPr lang="en-US" dirty="0" err="1"/>
              <a:t>Time_Rented</a:t>
            </a:r>
            <a:r>
              <a:rPr lang="en-US" dirty="0"/>
              <a:t>“ FROM "movie-rental-</a:t>
            </a:r>
            <a:r>
              <a:rPr lang="en-US" dirty="0" err="1"/>
              <a:t>database"."Rentals</a:t>
            </a:r>
            <a:r>
              <a:rPr lang="en-US" dirty="0"/>
              <a:t>“ WHERE "Rented" BETWEEN ago(30d) AND now() ORDER BY "Rented" DESC LIMIT 100;</a:t>
            </a:r>
          </a:p>
          <a:p>
            <a:r>
              <a:rPr lang="en-US" dirty="0"/>
              <a:t>This timestream query allows us to grab all the rentals in the last 30 days, limiting to 10o entries. </a:t>
            </a:r>
          </a:p>
          <a:p>
            <a:r>
              <a:rPr lang="en-US" dirty="0"/>
              <a:t>Again, this can be used for visualization and pattern recognition created by our ai models.</a:t>
            </a:r>
          </a:p>
          <a:p>
            <a:r>
              <a:rPr lang="en-US" dirty="0"/>
              <a:t>It also can be used to make business decisions based on historical patterns of activity.</a:t>
            </a:r>
          </a:p>
        </p:txBody>
      </p:sp>
    </p:spTree>
    <p:extLst>
      <p:ext uri="{BB962C8B-B14F-4D97-AF65-F5344CB8AC3E}">
        <p14:creationId xmlns:p14="http://schemas.microsoft.com/office/powerpoint/2010/main" val="256018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A630-596F-77E3-3A4E-B5FD8854252D}"/>
              </a:ext>
            </a:extLst>
          </p:cNvPr>
          <p:cNvSpPr>
            <a:spLocks noGrp="1"/>
          </p:cNvSpPr>
          <p:nvPr>
            <p:ph type="ctrTitle"/>
          </p:nvPr>
        </p:nvSpPr>
        <p:spPr/>
        <p:txBody>
          <a:bodyPr>
            <a:normAutofit/>
          </a:bodyPr>
          <a:lstStyle/>
          <a:p>
            <a:r>
              <a:rPr lang="en-US" dirty="0"/>
              <a:t>Data Analytics and Business Intelligence</a:t>
            </a:r>
          </a:p>
        </p:txBody>
      </p:sp>
      <p:sp>
        <p:nvSpPr>
          <p:cNvPr id="3" name="Subtitle 2">
            <a:extLst>
              <a:ext uri="{FF2B5EF4-FFF2-40B4-BE49-F238E27FC236}">
                <a16:creationId xmlns:a16="http://schemas.microsoft.com/office/drawing/2014/main" id="{1AA4C4EC-8E42-D0A7-A8B7-150F8282724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7355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92B25-455A-683C-F329-CABB79674B67}"/>
              </a:ext>
            </a:extLst>
          </p:cNvPr>
          <p:cNvSpPr>
            <a:spLocks noGrp="1"/>
          </p:cNvSpPr>
          <p:nvPr>
            <p:ph type="title"/>
          </p:nvPr>
        </p:nvSpPr>
        <p:spPr/>
        <p:txBody>
          <a:bodyPr/>
          <a:lstStyle/>
          <a:p>
            <a:r>
              <a:rPr lang="en-US" dirty="0"/>
              <a:t>Data analytics - </a:t>
            </a:r>
            <a:r>
              <a:rPr lang="en-US" dirty="0" err="1"/>
              <a:t>postgre</a:t>
            </a:r>
            <a:endParaRPr lang="en-US" dirty="0"/>
          </a:p>
        </p:txBody>
      </p:sp>
      <p:sp>
        <p:nvSpPr>
          <p:cNvPr id="3" name="Content Placeholder 2">
            <a:extLst>
              <a:ext uri="{FF2B5EF4-FFF2-40B4-BE49-F238E27FC236}">
                <a16:creationId xmlns:a16="http://schemas.microsoft.com/office/drawing/2014/main" id="{D1099241-AC72-F0B7-7A75-D7A44B8D3327}"/>
              </a:ext>
            </a:extLst>
          </p:cNvPr>
          <p:cNvSpPr>
            <a:spLocks noGrp="1"/>
          </p:cNvSpPr>
          <p:nvPr>
            <p:ph sz="quarter" idx="13"/>
          </p:nvPr>
        </p:nvSpPr>
        <p:spPr/>
        <p:txBody>
          <a:bodyPr/>
          <a:lstStyle/>
          <a:p>
            <a:r>
              <a:rPr lang="en-US" dirty="0"/>
              <a:t>SELECT </a:t>
            </a:r>
            <a:r>
              <a:rPr lang="en-US" dirty="0" err="1"/>
              <a:t>m.MovieID</a:t>
            </a:r>
            <a:r>
              <a:rPr lang="en-US" dirty="0"/>
              <a:t>, </a:t>
            </a:r>
            <a:r>
              <a:rPr lang="en-US" dirty="0" err="1"/>
              <a:t>m.Title</a:t>
            </a:r>
            <a:r>
              <a:rPr lang="en-US" dirty="0"/>
              <a:t>, COUNT(</a:t>
            </a:r>
            <a:r>
              <a:rPr lang="en-US" dirty="0" err="1"/>
              <a:t>r.RentalID</a:t>
            </a:r>
            <a:r>
              <a:rPr lang="en-US" dirty="0"/>
              <a:t>) AS rentals FROM Movies m JOIN Rentals r ON </a:t>
            </a:r>
            <a:r>
              <a:rPr lang="en-US" dirty="0" err="1"/>
              <a:t>m.MovieID</a:t>
            </a:r>
            <a:r>
              <a:rPr lang="en-US" dirty="0"/>
              <a:t> = </a:t>
            </a:r>
            <a:r>
              <a:rPr lang="en-US" dirty="0" err="1"/>
              <a:t>r.MovieID</a:t>
            </a:r>
            <a:r>
              <a:rPr lang="en-US" dirty="0"/>
              <a:t> WHERE </a:t>
            </a:r>
            <a:r>
              <a:rPr lang="en-US" dirty="0" err="1"/>
              <a:t>r.RentalDate</a:t>
            </a:r>
            <a:r>
              <a:rPr lang="en-US" dirty="0"/>
              <a:t> &gt;= DATE_TRUNC('month', CURRENT_DATE INTERVAL '1 month') GROUP BY </a:t>
            </a:r>
            <a:r>
              <a:rPr lang="en-US" dirty="0" err="1"/>
              <a:t>m.MovieID</a:t>
            </a:r>
            <a:r>
              <a:rPr lang="en-US" dirty="0"/>
              <a:t> HAVING COUNT(</a:t>
            </a:r>
            <a:r>
              <a:rPr lang="en-US" dirty="0" err="1"/>
              <a:t>r.RentalID</a:t>
            </a:r>
            <a:r>
              <a:rPr lang="en-US" dirty="0"/>
              <a:t>) &gt; 30 ORDER BY rentals DESC;</a:t>
            </a:r>
          </a:p>
          <a:p>
            <a:r>
              <a:rPr lang="en-US" dirty="0"/>
              <a:t>This advanced query can be used for inventory analysis.</a:t>
            </a:r>
          </a:p>
          <a:p>
            <a:r>
              <a:rPr lang="en-US" dirty="0"/>
              <a:t>This query shows all the movies that were rented more than 30 times last month. This allows the company to adjust their inventory appropriately for what is being rented.</a:t>
            </a:r>
          </a:p>
        </p:txBody>
      </p:sp>
    </p:spTree>
    <p:extLst>
      <p:ext uri="{BB962C8B-B14F-4D97-AF65-F5344CB8AC3E}">
        <p14:creationId xmlns:p14="http://schemas.microsoft.com/office/powerpoint/2010/main" val="2827791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1170E-A6AD-4315-58AD-93DAD51AA429}"/>
              </a:ext>
            </a:extLst>
          </p:cNvPr>
          <p:cNvSpPr>
            <a:spLocks noGrp="1"/>
          </p:cNvSpPr>
          <p:nvPr>
            <p:ph type="title"/>
          </p:nvPr>
        </p:nvSpPr>
        <p:spPr>
          <a:xfrm>
            <a:off x="683626" y="229816"/>
            <a:ext cx="10396882" cy="1151965"/>
          </a:xfrm>
        </p:spPr>
        <p:txBody>
          <a:bodyPr/>
          <a:lstStyle/>
          <a:p>
            <a:r>
              <a:rPr lang="en-US" dirty="0"/>
              <a:t>Data analytics - </a:t>
            </a:r>
            <a:r>
              <a:rPr lang="en-US" dirty="0" err="1"/>
              <a:t>dynamodb</a:t>
            </a:r>
            <a:endParaRPr lang="en-US" dirty="0"/>
          </a:p>
        </p:txBody>
      </p:sp>
      <p:sp>
        <p:nvSpPr>
          <p:cNvPr id="3" name="Content Placeholder 2">
            <a:extLst>
              <a:ext uri="{FF2B5EF4-FFF2-40B4-BE49-F238E27FC236}">
                <a16:creationId xmlns:a16="http://schemas.microsoft.com/office/drawing/2014/main" id="{1FD262B1-E2ED-4360-4382-E9D131876624}"/>
              </a:ext>
            </a:extLst>
          </p:cNvPr>
          <p:cNvSpPr>
            <a:spLocks noGrp="1"/>
          </p:cNvSpPr>
          <p:nvPr>
            <p:ph sz="quarter" idx="13"/>
          </p:nvPr>
        </p:nvSpPr>
        <p:spPr>
          <a:xfrm>
            <a:off x="98192" y="4260609"/>
            <a:ext cx="10982316" cy="1290770"/>
          </a:xfrm>
        </p:spPr>
        <p:txBody>
          <a:bodyPr>
            <a:normAutofit fontScale="70000" lnSpcReduction="20000"/>
          </a:bodyPr>
          <a:lstStyle/>
          <a:p>
            <a:r>
              <a:rPr lang="en-US" dirty="0"/>
              <a:t>This code and query graphs all the movies that were added to the </a:t>
            </a:r>
            <a:r>
              <a:rPr lang="en-US" dirty="0" err="1"/>
              <a:t>dynamodb</a:t>
            </a:r>
            <a:r>
              <a:rPr lang="en-US" dirty="0"/>
              <a:t> database in the past three months. </a:t>
            </a:r>
          </a:p>
          <a:p>
            <a:r>
              <a:rPr lang="en-US" dirty="0"/>
              <a:t>This advanced visual could be used to display on the front page of the web app under a new releases banner. Because it is always querying the most recent three months, it does not need to be updated. </a:t>
            </a:r>
          </a:p>
          <a:p>
            <a:r>
              <a:rPr lang="en-US" dirty="0"/>
              <a:t>This code could be turned into a lambda function, so it is setup once and automated to run, freeing up DBAs to work on other queries.</a:t>
            </a:r>
          </a:p>
        </p:txBody>
      </p:sp>
      <p:sp>
        <p:nvSpPr>
          <p:cNvPr id="5" name="TextBox 4">
            <a:extLst>
              <a:ext uri="{FF2B5EF4-FFF2-40B4-BE49-F238E27FC236}">
                <a16:creationId xmlns:a16="http://schemas.microsoft.com/office/drawing/2014/main" id="{B10ECD84-DE86-0960-806A-8E3298C5E349}"/>
              </a:ext>
            </a:extLst>
          </p:cNvPr>
          <p:cNvSpPr txBox="1"/>
          <p:nvPr/>
        </p:nvSpPr>
        <p:spPr>
          <a:xfrm>
            <a:off x="136882" y="1381781"/>
            <a:ext cx="5369797" cy="2677656"/>
          </a:xfrm>
          <a:prstGeom prst="rect">
            <a:avLst/>
          </a:prstGeom>
          <a:noFill/>
          <a:ln>
            <a:solidFill>
              <a:schemeClr val="accent1"/>
            </a:solidFill>
          </a:ln>
        </p:spPr>
        <p:txBody>
          <a:bodyPr wrap="square">
            <a:spAutoFit/>
          </a:bodyPr>
          <a:lstStyle/>
          <a:p>
            <a:r>
              <a:rPr lang="en-US" sz="1050" dirty="0"/>
              <a:t>import boto3</a:t>
            </a:r>
          </a:p>
          <a:p>
            <a:r>
              <a:rPr lang="en-US" sz="1050" dirty="0"/>
              <a:t>from datetime import datetime, </a:t>
            </a:r>
            <a:r>
              <a:rPr lang="en-US" sz="1050" dirty="0" err="1"/>
              <a:t>timedelta</a:t>
            </a:r>
            <a:endParaRPr lang="en-US" sz="1050" dirty="0"/>
          </a:p>
          <a:p>
            <a:r>
              <a:rPr lang="en-US" sz="1050" dirty="0"/>
              <a:t>import </a:t>
            </a:r>
            <a:r>
              <a:rPr lang="en-US" sz="1050" dirty="0" err="1"/>
              <a:t>matplotlib.pyplot</a:t>
            </a:r>
            <a:r>
              <a:rPr lang="en-US" sz="1050" dirty="0"/>
              <a:t> as </a:t>
            </a:r>
            <a:r>
              <a:rPr lang="en-US" sz="1050" dirty="0" err="1"/>
              <a:t>plt</a:t>
            </a:r>
            <a:endParaRPr lang="en-US" sz="1050" dirty="0"/>
          </a:p>
          <a:p>
            <a:r>
              <a:rPr lang="en-US" sz="1050" dirty="0"/>
              <a:t>from </a:t>
            </a:r>
            <a:r>
              <a:rPr lang="en-US" sz="1050" dirty="0" err="1"/>
              <a:t>dynamodb_json</a:t>
            </a:r>
            <a:r>
              <a:rPr lang="en-US" sz="1050" dirty="0"/>
              <a:t> import </a:t>
            </a:r>
            <a:r>
              <a:rPr lang="en-US" sz="1050" dirty="0" err="1"/>
              <a:t>json_util</a:t>
            </a:r>
            <a:endParaRPr lang="en-US" sz="1050" dirty="0"/>
          </a:p>
          <a:p>
            <a:endParaRPr lang="en-US" sz="1050" dirty="0"/>
          </a:p>
          <a:p>
            <a:r>
              <a:rPr lang="en-US" sz="1050" dirty="0" err="1"/>
              <a:t>dynamodb</a:t>
            </a:r>
            <a:r>
              <a:rPr lang="en-US" sz="1050" dirty="0"/>
              <a:t> = boto3.resource('</a:t>
            </a:r>
            <a:r>
              <a:rPr lang="en-US" sz="1050" dirty="0" err="1"/>
              <a:t>dynamodb</a:t>
            </a:r>
            <a:r>
              <a:rPr lang="en-US" sz="1050" dirty="0"/>
              <a:t>')</a:t>
            </a:r>
          </a:p>
          <a:p>
            <a:r>
              <a:rPr lang="en-US" sz="1050" dirty="0"/>
              <a:t>table = </a:t>
            </a:r>
            <a:r>
              <a:rPr lang="en-US" sz="1050" dirty="0" err="1"/>
              <a:t>dynamodb.Table</a:t>
            </a:r>
            <a:r>
              <a:rPr lang="en-US" sz="1050" dirty="0"/>
              <a:t>('Movies')  # Replace with your table name</a:t>
            </a:r>
          </a:p>
          <a:p>
            <a:endParaRPr lang="en-US" sz="1050" dirty="0"/>
          </a:p>
          <a:p>
            <a:r>
              <a:rPr lang="en-US" sz="1050" dirty="0" err="1"/>
              <a:t>three_months_ago</a:t>
            </a:r>
            <a:r>
              <a:rPr lang="en-US" sz="1050" dirty="0"/>
              <a:t> = (</a:t>
            </a:r>
            <a:r>
              <a:rPr lang="en-US" sz="1050" dirty="0" err="1"/>
              <a:t>datetime.now</a:t>
            </a:r>
            <a:r>
              <a:rPr lang="en-US" sz="1050" dirty="0"/>
              <a:t>() - </a:t>
            </a:r>
            <a:r>
              <a:rPr lang="en-US" sz="1050" dirty="0" err="1"/>
              <a:t>timedelta</a:t>
            </a:r>
            <a:r>
              <a:rPr lang="en-US" sz="1050" dirty="0"/>
              <a:t>(days=90)).</a:t>
            </a:r>
            <a:r>
              <a:rPr lang="en-US" sz="1050" dirty="0" err="1"/>
              <a:t>isoformat</a:t>
            </a:r>
            <a:r>
              <a:rPr lang="en-US" sz="1050" dirty="0"/>
              <a:t>()</a:t>
            </a:r>
          </a:p>
          <a:p>
            <a:endParaRPr lang="en-US" sz="1050" dirty="0"/>
          </a:p>
          <a:p>
            <a:r>
              <a:rPr lang="en-US" sz="1050" dirty="0"/>
              <a:t>response = </a:t>
            </a:r>
            <a:r>
              <a:rPr lang="en-US" sz="1050" dirty="0" err="1"/>
              <a:t>table.scan</a:t>
            </a:r>
            <a:r>
              <a:rPr lang="en-US" sz="1050" dirty="0"/>
              <a:t>(</a:t>
            </a:r>
          </a:p>
          <a:p>
            <a:r>
              <a:rPr lang="en-US" sz="1050" dirty="0"/>
              <a:t>    </a:t>
            </a:r>
            <a:r>
              <a:rPr lang="en-US" sz="1050" dirty="0" err="1"/>
              <a:t>FilterExpression</a:t>
            </a:r>
            <a:r>
              <a:rPr lang="en-US" sz="1050" dirty="0"/>
              <a:t>='</a:t>
            </a:r>
            <a:r>
              <a:rPr lang="en-US" sz="1050" dirty="0" err="1"/>
              <a:t>added_date</a:t>
            </a:r>
            <a:r>
              <a:rPr lang="en-US" sz="1050" dirty="0"/>
              <a:t> &gt;= :date',</a:t>
            </a:r>
          </a:p>
          <a:p>
            <a:r>
              <a:rPr lang="en-US" sz="1050" dirty="0"/>
              <a:t>    </a:t>
            </a:r>
            <a:r>
              <a:rPr lang="en-US" sz="1050" dirty="0" err="1"/>
              <a:t>ExpressionAttributeValues</a:t>
            </a:r>
            <a:r>
              <a:rPr lang="en-US" sz="1050" dirty="0"/>
              <a:t>={</a:t>
            </a:r>
          </a:p>
          <a:p>
            <a:r>
              <a:rPr lang="en-US" sz="1050" dirty="0"/>
              <a:t>        ':date': </a:t>
            </a:r>
            <a:r>
              <a:rPr lang="en-US" sz="1050" dirty="0" err="1"/>
              <a:t>three_months_ago</a:t>
            </a:r>
            <a:endParaRPr lang="en-US" sz="1050" dirty="0"/>
          </a:p>
          <a:p>
            <a:r>
              <a:rPr lang="en-US" sz="1050" dirty="0"/>
              <a:t>    }</a:t>
            </a:r>
          </a:p>
          <a:p>
            <a:r>
              <a:rPr lang="en-US" sz="1050" dirty="0"/>
              <a:t>)</a:t>
            </a:r>
          </a:p>
        </p:txBody>
      </p:sp>
      <p:sp>
        <p:nvSpPr>
          <p:cNvPr id="7" name="TextBox 6">
            <a:extLst>
              <a:ext uri="{FF2B5EF4-FFF2-40B4-BE49-F238E27FC236}">
                <a16:creationId xmlns:a16="http://schemas.microsoft.com/office/drawing/2014/main" id="{6AABEB8F-DB15-B871-69F0-FDB38687D0E5}"/>
              </a:ext>
            </a:extLst>
          </p:cNvPr>
          <p:cNvSpPr txBox="1"/>
          <p:nvPr/>
        </p:nvSpPr>
        <p:spPr>
          <a:xfrm>
            <a:off x="5608695" y="1381781"/>
            <a:ext cx="5369797" cy="2839239"/>
          </a:xfrm>
          <a:prstGeom prst="rect">
            <a:avLst/>
          </a:prstGeom>
          <a:noFill/>
          <a:ln>
            <a:solidFill>
              <a:schemeClr val="accent1"/>
            </a:solidFill>
          </a:ln>
        </p:spPr>
        <p:txBody>
          <a:bodyPr wrap="square">
            <a:spAutoFit/>
          </a:bodyPr>
          <a:lstStyle/>
          <a:p>
            <a:r>
              <a:rPr lang="en-US" sz="1050" dirty="0"/>
              <a:t>movies = </a:t>
            </a:r>
            <a:r>
              <a:rPr lang="en-US" sz="1050" dirty="0" err="1"/>
              <a:t>json_util.loads</a:t>
            </a:r>
            <a:r>
              <a:rPr lang="en-US" sz="1050" dirty="0"/>
              <a:t>(response['Items'])</a:t>
            </a:r>
          </a:p>
          <a:p>
            <a:r>
              <a:rPr lang="en-US" sz="1050" dirty="0" err="1"/>
              <a:t>movie_titles</a:t>
            </a:r>
            <a:r>
              <a:rPr lang="en-US" sz="1050" dirty="0"/>
              <a:t> = []</a:t>
            </a:r>
          </a:p>
          <a:p>
            <a:r>
              <a:rPr lang="en-US" sz="1050" dirty="0" err="1"/>
              <a:t>add_dates</a:t>
            </a:r>
            <a:r>
              <a:rPr lang="en-US" sz="1050" dirty="0"/>
              <a:t> = []</a:t>
            </a:r>
          </a:p>
          <a:p>
            <a:r>
              <a:rPr lang="en-US" sz="1050" dirty="0"/>
              <a:t>genres = []</a:t>
            </a:r>
          </a:p>
          <a:p>
            <a:r>
              <a:rPr lang="en-US" sz="1050" dirty="0"/>
              <a:t>for movie in movies:</a:t>
            </a:r>
          </a:p>
          <a:p>
            <a:r>
              <a:rPr lang="en-US" sz="1050" dirty="0"/>
              <a:t>    </a:t>
            </a:r>
            <a:r>
              <a:rPr lang="en-US" sz="1050" dirty="0" err="1"/>
              <a:t>movie_titles.append</a:t>
            </a:r>
            <a:r>
              <a:rPr lang="en-US" sz="1050" dirty="0"/>
              <a:t>(</a:t>
            </a:r>
            <a:r>
              <a:rPr lang="en-US" sz="1050" dirty="0" err="1"/>
              <a:t>movie.get</a:t>
            </a:r>
            <a:r>
              <a:rPr lang="en-US" sz="1050" dirty="0"/>
              <a:t>('title', 'N/A'))</a:t>
            </a:r>
          </a:p>
          <a:p>
            <a:r>
              <a:rPr lang="en-US" sz="1050" dirty="0"/>
              <a:t>    </a:t>
            </a:r>
            <a:r>
              <a:rPr lang="en-US" sz="1050" dirty="0" err="1"/>
              <a:t>add_dates.append</a:t>
            </a:r>
            <a:r>
              <a:rPr lang="en-US" sz="1050" dirty="0"/>
              <a:t>(</a:t>
            </a:r>
            <a:r>
              <a:rPr lang="en-US" sz="1050" dirty="0" err="1"/>
              <a:t>datetime.fromisoformat</a:t>
            </a:r>
            <a:r>
              <a:rPr lang="en-US" sz="1050" dirty="0"/>
              <a:t>(movie['</a:t>
            </a:r>
            <a:r>
              <a:rPr lang="en-US" sz="1050" dirty="0" err="1"/>
              <a:t>added_date</a:t>
            </a:r>
            <a:r>
              <a:rPr lang="en-US" sz="1050" dirty="0"/>
              <a:t>']))</a:t>
            </a:r>
          </a:p>
          <a:p>
            <a:r>
              <a:rPr lang="en-US" sz="1050" dirty="0"/>
              <a:t>    </a:t>
            </a:r>
            <a:r>
              <a:rPr lang="en-US" sz="1050" dirty="0" err="1"/>
              <a:t>genres.append</a:t>
            </a:r>
            <a:r>
              <a:rPr lang="en-US" sz="1050" dirty="0"/>
              <a:t>(', '.join(</a:t>
            </a:r>
            <a:r>
              <a:rPr lang="en-US" sz="1050" dirty="0" err="1"/>
              <a:t>movie.get</a:t>
            </a:r>
            <a:r>
              <a:rPr lang="en-US" sz="1050" dirty="0"/>
              <a:t>('genres', [])))</a:t>
            </a:r>
          </a:p>
          <a:p>
            <a:endParaRPr lang="en-US" sz="1050" dirty="0"/>
          </a:p>
          <a:p>
            <a:r>
              <a:rPr lang="en-US" sz="1050" dirty="0" err="1"/>
              <a:t>plt.figure</a:t>
            </a:r>
            <a:r>
              <a:rPr lang="en-US" sz="1050" dirty="0"/>
              <a:t>(</a:t>
            </a:r>
            <a:r>
              <a:rPr lang="en-US" sz="1050" dirty="0" err="1"/>
              <a:t>figsize</a:t>
            </a:r>
            <a:r>
              <a:rPr lang="en-US" sz="1050" dirty="0"/>
              <a:t>=(12, 8))</a:t>
            </a:r>
          </a:p>
          <a:p>
            <a:r>
              <a:rPr lang="en-US" sz="1050" dirty="0" err="1"/>
              <a:t>plt.plot_date</a:t>
            </a:r>
            <a:r>
              <a:rPr lang="en-US" sz="1050" dirty="0"/>
              <a:t>(</a:t>
            </a:r>
            <a:r>
              <a:rPr lang="en-US" sz="1050" dirty="0" err="1"/>
              <a:t>add_dates</a:t>
            </a:r>
            <a:r>
              <a:rPr lang="en-US" sz="1050" dirty="0"/>
              <a:t>, </a:t>
            </a:r>
            <a:r>
              <a:rPr lang="en-US" sz="1050" dirty="0" err="1"/>
              <a:t>movie_titles</a:t>
            </a:r>
            <a:r>
              <a:rPr lang="en-US" sz="1050" dirty="0"/>
              <a:t>, </a:t>
            </a:r>
            <a:r>
              <a:rPr lang="en-US" sz="1050" dirty="0" err="1"/>
              <a:t>linestyle</a:t>
            </a:r>
            <a:r>
              <a:rPr lang="en-US" sz="1050" dirty="0"/>
              <a:t>='none')</a:t>
            </a:r>
          </a:p>
          <a:p>
            <a:r>
              <a:rPr lang="en-US" sz="1050" dirty="0" err="1"/>
              <a:t>plt.title</a:t>
            </a:r>
            <a:r>
              <a:rPr lang="en-US" sz="1050" dirty="0"/>
              <a:t>('Movies Added in Last 3 Months')</a:t>
            </a:r>
          </a:p>
          <a:p>
            <a:r>
              <a:rPr lang="en-US" sz="1050" dirty="0" err="1"/>
              <a:t>plt.ylabel</a:t>
            </a:r>
            <a:r>
              <a:rPr lang="en-US" sz="1050" dirty="0"/>
              <a:t>('Movie Title')</a:t>
            </a:r>
          </a:p>
          <a:p>
            <a:r>
              <a:rPr lang="en-US" sz="1050" dirty="0" err="1"/>
              <a:t>plt.grid</a:t>
            </a:r>
            <a:r>
              <a:rPr lang="en-US" sz="1050" dirty="0"/>
              <a:t>(True)</a:t>
            </a:r>
          </a:p>
          <a:p>
            <a:r>
              <a:rPr lang="en-US" sz="1050" dirty="0" err="1"/>
              <a:t>plt.xticks</a:t>
            </a:r>
            <a:r>
              <a:rPr lang="en-US" sz="1050" dirty="0"/>
              <a:t>(rotation=45)</a:t>
            </a:r>
          </a:p>
          <a:p>
            <a:r>
              <a:rPr lang="en-US" sz="1050" dirty="0" err="1"/>
              <a:t>plt.tight_layout</a:t>
            </a:r>
            <a:r>
              <a:rPr lang="en-US" sz="1050" dirty="0"/>
              <a:t>()</a:t>
            </a:r>
          </a:p>
          <a:p>
            <a:r>
              <a:rPr lang="en-US" sz="1050" dirty="0" err="1"/>
              <a:t>plt.show</a:t>
            </a:r>
            <a:r>
              <a:rPr lang="en-US" sz="1050" dirty="0"/>
              <a:t>()</a:t>
            </a:r>
          </a:p>
        </p:txBody>
      </p:sp>
      <p:pic>
        <p:nvPicPr>
          <p:cNvPr id="9" name="Graphic 8" descr="Badge 1 outline">
            <a:extLst>
              <a:ext uri="{FF2B5EF4-FFF2-40B4-BE49-F238E27FC236}">
                <a16:creationId xmlns:a16="http://schemas.microsoft.com/office/drawing/2014/main" id="{50331681-27B7-33E5-F6EC-71D98C26A9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1060" y="3493818"/>
            <a:ext cx="565619" cy="565619"/>
          </a:xfrm>
          <a:prstGeom prst="rect">
            <a:avLst/>
          </a:prstGeom>
        </p:spPr>
      </p:pic>
      <p:pic>
        <p:nvPicPr>
          <p:cNvPr id="11" name="Graphic 10" descr="Badge outline">
            <a:extLst>
              <a:ext uri="{FF2B5EF4-FFF2-40B4-BE49-F238E27FC236}">
                <a16:creationId xmlns:a16="http://schemas.microsoft.com/office/drawing/2014/main" id="{F5012BA6-E433-EF6C-4B05-181430B9F2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50935" y="3593463"/>
            <a:ext cx="627557" cy="627557"/>
          </a:xfrm>
          <a:prstGeom prst="rect">
            <a:avLst/>
          </a:prstGeom>
        </p:spPr>
      </p:pic>
    </p:spTree>
    <p:extLst>
      <p:ext uri="{BB962C8B-B14F-4D97-AF65-F5344CB8AC3E}">
        <p14:creationId xmlns:p14="http://schemas.microsoft.com/office/powerpoint/2010/main" val="509080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F5FA-C9E6-A4B6-1034-35B60DCA2B26}"/>
              </a:ext>
            </a:extLst>
          </p:cNvPr>
          <p:cNvSpPr>
            <a:spLocks noGrp="1"/>
          </p:cNvSpPr>
          <p:nvPr>
            <p:ph type="title"/>
          </p:nvPr>
        </p:nvSpPr>
        <p:spPr/>
        <p:txBody>
          <a:bodyPr/>
          <a:lstStyle/>
          <a:p>
            <a:r>
              <a:rPr lang="en-US" dirty="0"/>
              <a:t>Data analytics - </a:t>
            </a:r>
            <a:r>
              <a:rPr lang="en-US" dirty="0" err="1"/>
              <a:t>netpune</a:t>
            </a:r>
            <a:endParaRPr lang="en-US" dirty="0"/>
          </a:p>
        </p:txBody>
      </p:sp>
      <p:sp>
        <p:nvSpPr>
          <p:cNvPr id="3" name="Content Placeholder 2">
            <a:extLst>
              <a:ext uri="{FF2B5EF4-FFF2-40B4-BE49-F238E27FC236}">
                <a16:creationId xmlns:a16="http://schemas.microsoft.com/office/drawing/2014/main" id="{714D4620-DC10-8242-8E4D-02C2AED110D7}"/>
              </a:ext>
            </a:extLst>
          </p:cNvPr>
          <p:cNvSpPr>
            <a:spLocks noGrp="1"/>
          </p:cNvSpPr>
          <p:nvPr>
            <p:ph sz="quarter" idx="13"/>
          </p:nvPr>
        </p:nvSpPr>
        <p:spPr/>
        <p:txBody>
          <a:bodyPr/>
          <a:lstStyle/>
          <a:p>
            <a:r>
              <a:rPr lang="en-US" dirty="0" err="1"/>
              <a:t>g.V</a:t>
            </a:r>
            <a:r>
              <a:rPr lang="en-US" dirty="0"/>
              <a:t>().</a:t>
            </a:r>
            <a:r>
              <a:rPr lang="en-US" dirty="0" err="1"/>
              <a:t>hasLabel</a:t>
            </a:r>
            <a:r>
              <a:rPr lang="en-US" dirty="0"/>
              <a:t>('Genre').project('genre','</a:t>
            </a:r>
            <a:r>
              <a:rPr lang="en-US" dirty="0" err="1"/>
              <a:t>rental_count</a:t>
            </a:r>
            <a:r>
              <a:rPr lang="en-US" dirty="0"/>
              <a:t>').by('name').by(in_('CONTAINS').count())order().by('</a:t>
            </a:r>
            <a:r>
              <a:rPr lang="en-US" dirty="0" err="1"/>
              <a:t>rental_count</a:t>
            </a:r>
            <a:r>
              <a:rPr lang="en-US" dirty="0"/>
              <a:t>', </a:t>
            </a:r>
            <a:r>
              <a:rPr lang="en-US" dirty="0" err="1"/>
              <a:t>decr</a:t>
            </a:r>
            <a:r>
              <a:rPr lang="en-US" dirty="0"/>
              <a:t>).</a:t>
            </a:r>
            <a:r>
              <a:rPr lang="en-US" dirty="0" err="1"/>
              <a:t>toList</a:t>
            </a:r>
            <a:r>
              <a:rPr lang="en-US" dirty="0"/>
              <a:t>()</a:t>
            </a:r>
          </a:p>
          <a:p>
            <a:r>
              <a:rPr lang="en-US" dirty="0"/>
              <a:t>Here is a specific query to see which genre has the most rentals. This is important to see if there are any patterns here, so the company could add or promote more movies of the same genre. </a:t>
            </a:r>
          </a:p>
          <a:p>
            <a:r>
              <a:rPr lang="en-US" dirty="0"/>
              <a:t>Neptune also has visualization options, where you can see the network of relationships as a whole, which can be very helpful for easy analysis.</a:t>
            </a:r>
          </a:p>
        </p:txBody>
      </p:sp>
    </p:spTree>
    <p:extLst>
      <p:ext uri="{BB962C8B-B14F-4D97-AF65-F5344CB8AC3E}">
        <p14:creationId xmlns:p14="http://schemas.microsoft.com/office/powerpoint/2010/main" val="2658934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4B99-F8BD-4D6A-93F1-172B18DFF2C0}"/>
              </a:ext>
            </a:extLst>
          </p:cNvPr>
          <p:cNvSpPr>
            <a:spLocks noGrp="1"/>
          </p:cNvSpPr>
          <p:nvPr>
            <p:ph type="title"/>
          </p:nvPr>
        </p:nvSpPr>
        <p:spPr/>
        <p:txBody>
          <a:bodyPr/>
          <a:lstStyle/>
          <a:p>
            <a:r>
              <a:rPr lang="en-US" dirty="0"/>
              <a:t>Data analytics - timestream</a:t>
            </a:r>
          </a:p>
        </p:txBody>
      </p:sp>
      <p:sp>
        <p:nvSpPr>
          <p:cNvPr id="3" name="Content Placeholder 2">
            <a:extLst>
              <a:ext uri="{FF2B5EF4-FFF2-40B4-BE49-F238E27FC236}">
                <a16:creationId xmlns:a16="http://schemas.microsoft.com/office/drawing/2014/main" id="{EB53AE3E-E3B4-05BA-4FB4-6F7D68A2C10A}"/>
              </a:ext>
            </a:extLst>
          </p:cNvPr>
          <p:cNvSpPr>
            <a:spLocks noGrp="1"/>
          </p:cNvSpPr>
          <p:nvPr>
            <p:ph sz="quarter" idx="13"/>
          </p:nvPr>
        </p:nvSpPr>
        <p:spPr/>
        <p:txBody>
          <a:bodyPr/>
          <a:lstStyle/>
          <a:p>
            <a:r>
              <a:rPr lang="en-US" dirty="0"/>
              <a:t>SELECT bin("rented timestamp", 1h) AS </a:t>
            </a:r>
            <a:r>
              <a:rPr lang="en-US" dirty="0" err="1"/>
              <a:t>hour_bin</a:t>
            </a:r>
            <a:r>
              <a:rPr lang="en-US" dirty="0"/>
              <a:t>, COUNT(*) AS rentals FROM "movie-rental-</a:t>
            </a:r>
            <a:r>
              <a:rPr lang="en-US" dirty="0" err="1"/>
              <a:t>database"."Rentals</a:t>
            </a:r>
            <a:r>
              <a:rPr lang="en-US" dirty="0"/>
              <a:t>" WHERE "Rented" BETWEEN ago(90d) AND now() GROUP BY bin("Rented", 1h) ORDER BY </a:t>
            </a:r>
            <a:r>
              <a:rPr lang="en-US" dirty="0" err="1"/>
              <a:t>hour_bin</a:t>
            </a:r>
            <a:r>
              <a:rPr lang="en-US" dirty="0"/>
              <a:t>;</a:t>
            </a:r>
          </a:p>
          <a:p>
            <a:r>
              <a:rPr lang="en-US" dirty="0"/>
              <a:t>This query is more advanced, as it shows the breakdown of movie rentals per hour. </a:t>
            </a:r>
          </a:p>
          <a:p>
            <a:r>
              <a:rPr lang="en-US" dirty="0"/>
              <a:t>This advanced query is good for determining things like scaling policies, as you could scale up your app when you notice more users are making rentals and using the application.</a:t>
            </a:r>
          </a:p>
        </p:txBody>
      </p:sp>
    </p:spTree>
    <p:extLst>
      <p:ext uri="{BB962C8B-B14F-4D97-AF65-F5344CB8AC3E}">
        <p14:creationId xmlns:p14="http://schemas.microsoft.com/office/powerpoint/2010/main" val="41971980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A10F-06C3-EFD8-22F3-7ACA1B14EF64}"/>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FBE14955-4E46-5DD9-D6B8-7D4FF615B596}"/>
              </a:ext>
            </a:extLst>
          </p:cNvPr>
          <p:cNvSpPr>
            <a:spLocks noGrp="1"/>
          </p:cNvSpPr>
          <p:nvPr>
            <p:ph sz="quarter" idx="13"/>
          </p:nvPr>
        </p:nvSpPr>
        <p:spPr/>
        <p:txBody>
          <a:bodyPr>
            <a:normAutofit fontScale="85000" lnSpcReduction="20000"/>
          </a:bodyPr>
          <a:lstStyle/>
          <a:p>
            <a:r>
              <a:rPr lang="en-US" dirty="0"/>
              <a:t>How to Choose The Right Database for Your Application? (2020, December 23). </a:t>
            </a:r>
            <a:r>
              <a:rPr lang="en-US" dirty="0" err="1"/>
              <a:t>GeeksforGeeks</a:t>
            </a:r>
            <a:r>
              <a:rPr lang="en-US" dirty="0"/>
              <a:t>. </a:t>
            </a:r>
            <a:r>
              <a:rPr lang="en-US" dirty="0">
                <a:hlinkClick r:id="rId2"/>
              </a:rPr>
              <a:t>https://www.geeksforgeeks.org/how-to-choose-the-right-database-for-your-application/</a:t>
            </a:r>
            <a:r>
              <a:rPr lang="en-US" dirty="0"/>
              <a:t> </a:t>
            </a:r>
          </a:p>
          <a:p>
            <a:r>
              <a:rPr lang="en-US" dirty="0"/>
              <a:t>Key-Value Database: How It Works, Key Features, Advantages. (n.d.). </a:t>
            </a:r>
            <a:r>
              <a:rPr lang="en-US" dirty="0" err="1"/>
              <a:t>InfluxData</a:t>
            </a:r>
            <a:r>
              <a:rPr lang="en-US" dirty="0"/>
              <a:t>. </a:t>
            </a:r>
            <a:r>
              <a:rPr lang="en-US" dirty="0">
                <a:hlinkClick r:id="rId3"/>
              </a:rPr>
              <a:t>https://www.influxdata.com/key-value-database/</a:t>
            </a:r>
            <a:r>
              <a:rPr lang="en-US" dirty="0"/>
              <a:t> </a:t>
            </a:r>
          </a:p>
          <a:p>
            <a:r>
              <a:rPr lang="en-US" dirty="0"/>
              <a:t>MG. (2023, April 11). Chat with Your SQL Data Using ChatGPT. YouTube. </a:t>
            </a:r>
            <a:r>
              <a:rPr lang="en-US" dirty="0">
                <a:hlinkClick r:id="rId4"/>
              </a:rPr>
              <a:t>https://www.youtube.com/watch?v=1FeBkAccobY</a:t>
            </a:r>
            <a:r>
              <a:rPr lang="en-US" dirty="0"/>
              <a:t> </a:t>
            </a:r>
          </a:p>
          <a:p>
            <a:r>
              <a:rPr lang="en-US" dirty="0" err="1"/>
              <a:t>ByteByteGo</a:t>
            </a:r>
            <a:r>
              <a:rPr lang="en-US" dirty="0"/>
              <a:t>. (2022, September 20). How To Choose The Right Database? YouTube. </a:t>
            </a:r>
            <a:r>
              <a:rPr lang="en-US" dirty="0">
                <a:hlinkClick r:id="rId5"/>
              </a:rPr>
              <a:t>https://www.youtube.com/watch?v=kkeFE6iRfMM</a:t>
            </a:r>
            <a:endParaRPr lang="en-US" dirty="0"/>
          </a:p>
          <a:p>
            <a:r>
              <a:rPr lang="en-US" dirty="0"/>
              <a:t>Graph database concepts - Getting Started. (n.d.). Neo4j Graph Data Platform. </a:t>
            </a:r>
            <a:r>
              <a:rPr lang="en-US" dirty="0">
                <a:hlinkClick r:id="rId6"/>
              </a:rPr>
              <a:t>https://neo4j.com/docs/getting-started/appendix/graphdb-concepts/</a:t>
            </a:r>
            <a:r>
              <a:rPr lang="en-US" dirty="0"/>
              <a:t> </a:t>
            </a:r>
          </a:p>
        </p:txBody>
      </p:sp>
    </p:spTree>
    <p:extLst>
      <p:ext uri="{BB962C8B-B14F-4D97-AF65-F5344CB8AC3E}">
        <p14:creationId xmlns:p14="http://schemas.microsoft.com/office/powerpoint/2010/main" val="4181828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A3C6-88B3-60BB-5B82-590BFDD9861E}"/>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F523194A-BB85-7582-7B34-BBD3EFB8A112}"/>
              </a:ext>
            </a:extLst>
          </p:cNvPr>
          <p:cNvSpPr>
            <a:spLocks noGrp="1"/>
          </p:cNvSpPr>
          <p:nvPr>
            <p:ph sz="quarter" idx="13"/>
          </p:nvPr>
        </p:nvSpPr>
        <p:spPr>
          <a:xfrm>
            <a:off x="685801" y="1681515"/>
            <a:ext cx="10394707" cy="3467440"/>
          </a:xfrm>
        </p:spPr>
        <p:txBody>
          <a:bodyPr>
            <a:normAutofit fontScale="77500" lnSpcReduction="20000"/>
          </a:bodyPr>
          <a:lstStyle/>
          <a:p>
            <a:r>
              <a:rPr lang="en-US" dirty="0"/>
              <a:t>What Is a Search-Engine Database? (n.d.). Amazon Web Services, Inc. </a:t>
            </a:r>
            <a:r>
              <a:rPr lang="en-US" dirty="0">
                <a:hlinkClick r:id="rId2"/>
              </a:rPr>
              <a:t>https://aws.amazon.com/nosql/search/</a:t>
            </a:r>
            <a:r>
              <a:rPr lang="en-US" dirty="0"/>
              <a:t> </a:t>
            </a:r>
          </a:p>
          <a:p>
            <a:r>
              <a:rPr lang="en-US" dirty="0"/>
              <a:t>Time Series Database (TSDB) Guide | </a:t>
            </a:r>
            <a:r>
              <a:rPr lang="en-US" dirty="0" err="1"/>
              <a:t>InfluxDB</a:t>
            </a:r>
            <a:r>
              <a:rPr lang="en-US" dirty="0"/>
              <a:t>. (n.d.). </a:t>
            </a:r>
            <a:r>
              <a:rPr lang="en-US" dirty="0" err="1"/>
              <a:t>InfluxData</a:t>
            </a:r>
            <a:r>
              <a:rPr lang="en-US" dirty="0"/>
              <a:t>. </a:t>
            </a:r>
            <a:r>
              <a:rPr lang="en-US" dirty="0">
                <a:hlinkClick r:id="rId3"/>
              </a:rPr>
              <a:t>https://www.influxdata.com/time-series-database/</a:t>
            </a:r>
            <a:r>
              <a:rPr lang="en-US" dirty="0"/>
              <a:t> </a:t>
            </a:r>
          </a:p>
          <a:p>
            <a:r>
              <a:rPr lang="en-US" dirty="0"/>
              <a:t>IBM. (2021, September 21). Database security. Ibm.com. </a:t>
            </a:r>
            <a:r>
              <a:rPr lang="en-US" dirty="0">
                <a:hlinkClick r:id="rId4"/>
              </a:rPr>
              <a:t>https://www.ibm.com/think/topics/database-security</a:t>
            </a:r>
            <a:r>
              <a:rPr lang="en-US" dirty="0"/>
              <a:t> </a:t>
            </a:r>
          </a:p>
          <a:p>
            <a:r>
              <a:rPr lang="en-US" dirty="0"/>
              <a:t>Core Components of Amazon DynamoDB - Amazon DynamoDB. (n.d.). Docs.aws.amazon.com. </a:t>
            </a:r>
            <a:r>
              <a:rPr lang="en-US" dirty="0">
                <a:hlinkClick r:id="rId5"/>
              </a:rPr>
              <a:t>https://docs.aws.amazon.com/amazondynamodb/latest/developerguide/HowItWorks.CoreComponents.html</a:t>
            </a:r>
            <a:r>
              <a:rPr lang="en-US" dirty="0"/>
              <a:t> </a:t>
            </a:r>
          </a:p>
          <a:p>
            <a:r>
              <a:rPr lang="en-US" dirty="0"/>
              <a:t>AWS Developers. (2022, August 17). Graph Database introduction, deep-dive and demo with Amazon Neptune - AWS Virtual Workshop. YouTube. </a:t>
            </a:r>
            <a:r>
              <a:rPr lang="en-US" dirty="0">
                <a:hlinkClick r:id="rId6"/>
              </a:rPr>
              <a:t>https://www.youtube.com/watch?v=Y6jbFC8tvVw</a:t>
            </a:r>
            <a:r>
              <a:rPr lang="en-US" dirty="0"/>
              <a:t> </a:t>
            </a:r>
          </a:p>
          <a:p>
            <a:r>
              <a:rPr lang="en-US" dirty="0"/>
              <a:t>Data Modeling Best Practices to Unlock the Value of your Time-series Data | AWS Database Blog. (2023, September 14). Aws.amazon.com. </a:t>
            </a:r>
            <a:r>
              <a:rPr lang="en-US" dirty="0">
                <a:hlinkClick r:id="rId7"/>
              </a:rPr>
              <a:t>https://aws.amazon.com/blogs/database/data-modeling-best-practices-to-unlock-the-value-of-your-time-series-data/</a:t>
            </a:r>
            <a:r>
              <a:rPr lang="en-US" dirty="0"/>
              <a:t> </a:t>
            </a:r>
          </a:p>
          <a:p>
            <a:endParaRPr lang="en-US" dirty="0"/>
          </a:p>
        </p:txBody>
      </p:sp>
    </p:spTree>
    <p:extLst>
      <p:ext uri="{BB962C8B-B14F-4D97-AF65-F5344CB8AC3E}">
        <p14:creationId xmlns:p14="http://schemas.microsoft.com/office/powerpoint/2010/main" val="1757325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F18EE-74BF-9E7C-22CC-770692827EE2}"/>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02CFEE38-E866-8406-ACCB-FB989FD959C7}"/>
              </a:ext>
            </a:extLst>
          </p:cNvPr>
          <p:cNvSpPr>
            <a:spLocks noGrp="1"/>
          </p:cNvSpPr>
          <p:nvPr>
            <p:ph sz="quarter" idx="13"/>
          </p:nvPr>
        </p:nvSpPr>
        <p:spPr/>
        <p:txBody>
          <a:bodyPr/>
          <a:lstStyle/>
          <a:p>
            <a:r>
              <a:rPr lang="en-US" dirty="0"/>
              <a:t>Amazon. (2024). What is Amazon Personalize? - Amazon Personalize. Docs.aws.amazon.com. </a:t>
            </a:r>
            <a:r>
              <a:rPr lang="en-US" dirty="0">
                <a:hlinkClick r:id="rId2"/>
              </a:rPr>
              <a:t>https://docs.aws.amazon.com/personalize/latest/dg/what-is-personalize.html</a:t>
            </a:r>
            <a:r>
              <a:rPr lang="en-US" dirty="0"/>
              <a:t> </a:t>
            </a:r>
          </a:p>
          <a:p>
            <a:r>
              <a:rPr lang="en-US" dirty="0"/>
              <a:t>Time Series Forecasts in Amazon SageMaker Canvas - Amazon SageMaker AI. (2025). Amazon.com. </a:t>
            </a:r>
            <a:r>
              <a:rPr lang="en-US" dirty="0">
                <a:hlinkClick r:id="rId3"/>
              </a:rPr>
              <a:t>https://docs.aws.amazon.com/sagemaker/latest/dg/canvas-time-series.html</a:t>
            </a:r>
            <a:r>
              <a:rPr lang="en-US" dirty="0"/>
              <a:t> </a:t>
            </a:r>
          </a:p>
          <a:p>
            <a:endParaRPr lang="en-US" dirty="0"/>
          </a:p>
          <a:p>
            <a:endParaRPr lang="en-US" dirty="0"/>
          </a:p>
        </p:txBody>
      </p:sp>
    </p:spTree>
    <p:extLst>
      <p:ext uri="{BB962C8B-B14F-4D97-AF65-F5344CB8AC3E}">
        <p14:creationId xmlns:p14="http://schemas.microsoft.com/office/powerpoint/2010/main" val="424146212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TM04033927[[fn=Main Event]]</Template>
  <TotalTime>1372</TotalTime>
  <Words>3904</Words>
  <Application>Microsoft Office PowerPoint</Application>
  <PresentationFormat>Widescreen</PresentationFormat>
  <Paragraphs>267</Paragraphs>
  <Slides>40</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Impact</vt:lpstr>
      <vt:lpstr>Main Event</vt:lpstr>
      <vt:lpstr>Designing an AI-Enhanced Database Ecosystem for a Movie Rental Company</vt:lpstr>
      <vt:lpstr>Agenda</vt:lpstr>
      <vt:lpstr>Movie Rental Company Analysis</vt:lpstr>
      <vt:lpstr>Overview and Problem Statement</vt:lpstr>
      <vt:lpstr>Specific Problem Areas</vt:lpstr>
      <vt:lpstr>AI Integration</vt:lpstr>
      <vt:lpstr>Database Selection and Connectivity</vt:lpstr>
      <vt:lpstr>Visualizing the Problem</vt:lpstr>
      <vt:lpstr>Vast Movie Library Database</vt:lpstr>
      <vt:lpstr>Customer Information Data</vt:lpstr>
      <vt:lpstr>Customer Preferences and Relationships</vt:lpstr>
      <vt:lpstr>Improving the User Experience</vt:lpstr>
      <vt:lpstr>Historical and real time analysis of trends</vt:lpstr>
      <vt:lpstr>Bringing the whole thing together</vt:lpstr>
      <vt:lpstr>Bringing the whole thing together</vt:lpstr>
      <vt:lpstr>Database Security and Administration</vt:lpstr>
      <vt:lpstr>Database security</vt:lpstr>
      <vt:lpstr>Database security</vt:lpstr>
      <vt:lpstr>Administration - RDS</vt:lpstr>
      <vt:lpstr>Administration - RDS</vt:lpstr>
      <vt:lpstr>Administration - DynamoDB</vt:lpstr>
      <vt:lpstr>Administration - DynamoDB</vt:lpstr>
      <vt:lpstr>Administration - Neptune</vt:lpstr>
      <vt:lpstr>Administration - Neptune</vt:lpstr>
      <vt:lpstr>Administration - Timestream</vt:lpstr>
      <vt:lpstr>AI Database Integration and Optimization</vt:lpstr>
      <vt:lpstr>AI Integration</vt:lpstr>
      <vt:lpstr>AI Integration</vt:lpstr>
      <vt:lpstr>Basic queries - Postgre</vt:lpstr>
      <vt:lpstr>Basic queries - DyanmoDB</vt:lpstr>
      <vt:lpstr>Basic Queries - Neptune</vt:lpstr>
      <vt:lpstr>Basic Queries - Timestream</vt:lpstr>
      <vt:lpstr>Data Analytics and Business Intelligence</vt:lpstr>
      <vt:lpstr>Data analytics - postgre</vt:lpstr>
      <vt:lpstr>Data analytics - dynamodb</vt:lpstr>
      <vt:lpstr>Data analytics - netpune</vt:lpstr>
      <vt:lpstr>Data analytics - timestream</vt:lpstr>
      <vt:lpstr>Bibliography</vt:lpstr>
      <vt:lpstr>Bibliography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Jeffrey Moe</dc:creator>
  <cp:lastModifiedBy>Jeffrey Moe</cp:lastModifiedBy>
  <cp:revision>1</cp:revision>
  <dcterms:created xsi:type="dcterms:W3CDTF">2025-06-16T21:37:35Z</dcterms:created>
  <dcterms:modified xsi:type="dcterms:W3CDTF">2025-06-23T03:09:27Z</dcterms:modified>
</cp:coreProperties>
</file>