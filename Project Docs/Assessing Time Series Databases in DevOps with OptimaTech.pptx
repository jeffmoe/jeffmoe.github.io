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65" r:id="rId5"/>
    <p:sldId id="267" r:id="rId6"/>
    <p:sldId id="268" r:id="rId7"/>
    <p:sldId id="269" r:id="rId8"/>
    <p:sldId id="264" r:id="rId9"/>
    <p:sldId id="263" r:id="rId10"/>
    <p:sldId id="259" r:id="rId11"/>
    <p:sldId id="261" r:id="rId12"/>
    <p:sldId id="262" r:id="rId13"/>
    <p:sldId id="270" r:id="rId14"/>
    <p:sldId id="271" r:id="rId15"/>
    <p:sldId id="272" r:id="rId16"/>
    <p:sldId id="274" r:id="rId17"/>
    <p:sldId id="275" r:id="rId18"/>
    <p:sldId id="273" r:id="rId19"/>
    <p:sldId id="276" r:id="rId20"/>
    <p:sldId id="277" r:id="rId21"/>
    <p:sldId id="278" r:id="rId22"/>
    <p:sldId id="281" r:id="rId23"/>
    <p:sldId id="283" r:id="rId24"/>
    <p:sldId id="285" r:id="rId25"/>
    <p:sldId id="286" r:id="rId26"/>
    <p:sldId id="287" r:id="rId27"/>
    <p:sldId id="288" r:id="rId28"/>
    <p:sldId id="284" r:id="rId29"/>
    <p:sldId id="291" r:id="rId30"/>
    <p:sldId id="289" r:id="rId31"/>
    <p:sldId id="290" r:id="rId32"/>
    <p:sldId id="260" r:id="rId33"/>
    <p:sldId id="266" r:id="rId34"/>
    <p:sldId id="27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4B0A2-8915-471C-98B9-F3907E787492}" v="44" dt="2025-06-13T23:27:13.0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94660"/>
  </p:normalViewPr>
  <p:slideViewPr>
    <p:cSldViewPr snapToGrid="0">
      <p:cViewPr varScale="1">
        <p:scale>
          <a:sx n="104" d="100"/>
          <a:sy n="104" d="100"/>
        </p:scale>
        <p:origin x="31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oe" userId="495852c6-9817-4bbb-9162-b2e8ad79383d" providerId="ADAL" clId="{2FB4B0A2-8915-471C-98B9-F3907E787492}"/>
    <pc:docChg chg="undo redo custSel addSld delSld modSld sldOrd">
      <pc:chgData name="Jeffrey Moe" userId="495852c6-9817-4bbb-9162-b2e8ad79383d" providerId="ADAL" clId="{2FB4B0A2-8915-471C-98B9-F3907E787492}" dt="2025-06-13T23:27:13.090" v="13778" actId="20577"/>
      <pc:docMkLst>
        <pc:docMk/>
      </pc:docMkLst>
      <pc:sldChg chg="modSp">
        <pc:chgData name="Jeffrey Moe" userId="495852c6-9817-4bbb-9162-b2e8ad79383d" providerId="ADAL" clId="{2FB4B0A2-8915-471C-98B9-F3907E787492}" dt="2025-06-11T00:44:33.229" v="3795" actId="20577"/>
        <pc:sldMkLst>
          <pc:docMk/>
          <pc:sldMk cId="2592392770" sldId="257"/>
        </pc:sldMkLst>
        <pc:graphicFrameChg chg="mod">
          <ac:chgData name="Jeffrey Moe" userId="495852c6-9817-4bbb-9162-b2e8ad79383d" providerId="ADAL" clId="{2FB4B0A2-8915-471C-98B9-F3907E787492}" dt="2025-06-11T00:44:33.229" v="3795" actId="20577"/>
          <ac:graphicFrameMkLst>
            <pc:docMk/>
            <pc:sldMk cId="2592392770" sldId="257"/>
            <ac:graphicFrameMk id="20" creationId="{8B5A6B39-3BBA-687F-4BCC-3D4CC214B5A4}"/>
          </ac:graphicFrameMkLst>
        </pc:graphicFrameChg>
      </pc:sldChg>
      <pc:sldChg chg="modSp">
        <pc:chgData name="Jeffrey Moe" userId="495852c6-9817-4bbb-9162-b2e8ad79383d" providerId="ADAL" clId="{2FB4B0A2-8915-471C-98B9-F3907E787492}" dt="2025-06-11T00:44:09.999" v="3728"/>
        <pc:sldMkLst>
          <pc:docMk/>
          <pc:sldMk cId="1623788053" sldId="258"/>
        </pc:sldMkLst>
        <pc:spChg chg="mod">
          <ac:chgData name="Jeffrey Moe" userId="495852c6-9817-4bbb-9162-b2e8ad79383d" providerId="ADAL" clId="{2FB4B0A2-8915-471C-98B9-F3907E787492}" dt="2025-06-11T00:44:09.999" v="3728"/>
          <ac:spMkLst>
            <pc:docMk/>
            <pc:sldMk cId="1623788053" sldId="258"/>
            <ac:spMk id="4" creationId="{A6C4A954-077A-14DF-D4AC-5A43DABD07C8}"/>
          </ac:spMkLst>
        </pc:spChg>
      </pc:sldChg>
      <pc:sldChg chg="modNotesTx">
        <pc:chgData name="Jeffrey Moe" userId="495852c6-9817-4bbb-9162-b2e8ad79383d" providerId="ADAL" clId="{2FB4B0A2-8915-471C-98B9-F3907E787492}" dt="2025-06-13T22:19:38.896" v="12676" actId="33524"/>
        <pc:sldMkLst>
          <pc:docMk/>
          <pc:sldMk cId="1313657437" sldId="259"/>
        </pc:sldMkLst>
      </pc:sldChg>
      <pc:sldChg chg="addSp modSp mod setBg">
        <pc:chgData name="Jeffrey Moe" userId="495852c6-9817-4bbb-9162-b2e8ad79383d" providerId="ADAL" clId="{2FB4B0A2-8915-471C-98B9-F3907E787492}" dt="2025-06-13T22:13:38.732" v="11563" actId="26606"/>
        <pc:sldMkLst>
          <pc:docMk/>
          <pc:sldMk cId="1068215671" sldId="260"/>
        </pc:sldMkLst>
        <pc:spChg chg="mod">
          <ac:chgData name="Jeffrey Moe" userId="495852c6-9817-4bbb-9162-b2e8ad79383d" providerId="ADAL" clId="{2FB4B0A2-8915-471C-98B9-F3907E787492}" dt="2025-06-13T22:13:38.732" v="11563" actId="26606"/>
          <ac:spMkLst>
            <pc:docMk/>
            <pc:sldMk cId="1068215671" sldId="260"/>
            <ac:spMk id="2" creationId="{CB13C21A-3FF6-5CF3-2A3B-9956EF3401DC}"/>
          </ac:spMkLst>
        </pc:spChg>
        <pc:spChg chg="mod">
          <ac:chgData name="Jeffrey Moe" userId="495852c6-9817-4bbb-9162-b2e8ad79383d" providerId="ADAL" clId="{2FB4B0A2-8915-471C-98B9-F3907E787492}" dt="2025-06-13T22:13:38.732" v="11563" actId="26606"/>
          <ac:spMkLst>
            <pc:docMk/>
            <pc:sldMk cId="1068215671" sldId="260"/>
            <ac:spMk id="3" creationId="{2AF5031C-EBE5-5512-F626-BC9ADA9B10BE}"/>
          </ac:spMkLst>
        </pc:spChg>
        <pc:spChg chg="add">
          <ac:chgData name="Jeffrey Moe" userId="495852c6-9817-4bbb-9162-b2e8ad79383d" providerId="ADAL" clId="{2FB4B0A2-8915-471C-98B9-F3907E787492}" dt="2025-06-13T22:13:38.732" v="11563" actId="26606"/>
          <ac:spMkLst>
            <pc:docMk/>
            <pc:sldMk cId="1068215671" sldId="260"/>
            <ac:spMk id="8" creationId="{777A147A-9ED8-46B4-8660-1B3C2AA880B5}"/>
          </ac:spMkLst>
        </pc:spChg>
        <pc:spChg chg="add">
          <ac:chgData name="Jeffrey Moe" userId="495852c6-9817-4bbb-9162-b2e8ad79383d" providerId="ADAL" clId="{2FB4B0A2-8915-471C-98B9-F3907E787492}" dt="2025-06-13T22:13:38.732" v="11563" actId="26606"/>
          <ac:spMkLst>
            <pc:docMk/>
            <pc:sldMk cId="1068215671" sldId="260"/>
            <ac:spMk id="10" creationId="{5D6C15A0-C087-4593-8414-2B4EC1CDC3DE}"/>
          </ac:spMkLst>
        </pc:spChg>
      </pc:sldChg>
      <pc:sldChg chg="addSp delSp modSp mod setBg modNotesTx">
        <pc:chgData name="Jeffrey Moe" userId="495852c6-9817-4bbb-9162-b2e8ad79383d" providerId="ADAL" clId="{2FB4B0A2-8915-471C-98B9-F3907E787492}" dt="2025-06-13T22:19:50.714" v="12740" actId="20577"/>
        <pc:sldMkLst>
          <pc:docMk/>
          <pc:sldMk cId="3718805283" sldId="261"/>
        </pc:sldMkLst>
        <pc:spChg chg="mod">
          <ac:chgData name="Jeffrey Moe" userId="495852c6-9817-4bbb-9162-b2e8ad79383d" providerId="ADAL" clId="{2FB4B0A2-8915-471C-98B9-F3907E787492}" dt="2025-06-09T21:55:39.878" v="1518" actId="26606"/>
          <ac:spMkLst>
            <pc:docMk/>
            <pc:sldMk cId="3718805283" sldId="261"/>
            <ac:spMk id="2" creationId="{B76A0A3F-C7A6-C379-B0CD-ED013D3F77BA}"/>
          </ac:spMkLst>
        </pc:spChg>
        <pc:spChg chg="add mod">
          <ac:chgData name="Jeffrey Moe" userId="495852c6-9817-4bbb-9162-b2e8ad79383d" providerId="ADAL" clId="{2FB4B0A2-8915-471C-98B9-F3907E787492}" dt="2025-06-09T21:55:39.878" v="1518" actId="26606"/>
          <ac:spMkLst>
            <pc:docMk/>
            <pc:sldMk cId="3718805283" sldId="261"/>
            <ac:spMk id="5" creationId="{CAD506C3-FD11-40B2-4464-1E793FCB1B97}"/>
          </ac:spMkLst>
        </pc:spChg>
        <pc:spChg chg="add">
          <ac:chgData name="Jeffrey Moe" userId="495852c6-9817-4bbb-9162-b2e8ad79383d" providerId="ADAL" clId="{2FB4B0A2-8915-471C-98B9-F3907E787492}" dt="2025-06-09T21:55:39.878" v="1518" actId="26606"/>
          <ac:spMkLst>
            <pc:docMk/>
            <pc:sldMk cId="3718805283" sldId="261"/>
            <ac:spMk id="13" creationId="{F5897CCA-486C-491C-B4C1-5E5C95A82709}"/>
          </ac:spMkLst>
        </pc:spChg>
        <pc:graphicFrameChg chg="add mod ord modGraphic">
          <ac:chgData name="Jeffrey Moe" userId="495852c6-9817-4bbb-9162-b2e8ad79383d" providerId="ADAL" clId="{2FB4B0A2-8915-471C-98B9-F3907E787492}" dt="2025-06-09T21:57:29.737" v="1555" actId="33524"/>
          <ac:graphicFrameMkLst>
            <pc:docMk/>
            <pc:sldMk cId="3718805283" sldId="261"/>
            <ac:graphicFrameMk id="7" creationId="{77E36A3F-F88B-5410-B488-DEAA8744709C}"/>
          </ac:graphicFrameMkLst>
        </pc:graphicFrameChg>
        <pc:picChg chg="add mod">
          <ac:chgData name="Jeffrey Moe" userId="495852c6-9817-4bbb-9162-b2e8ad79383d" providerId="ADAL" clId="{2FB4B0A2-8915-471C-98B9-F3907E787492}" dt="2025-06-09T21:58:16.028" v="1561" actId="14100"/>
          <ac:picMkLst>
            <pc:docMk/>
            <pc:sldMk cId="3718805283" sldId="261"/>
            <ac:picMk id="9" creationId="{332AF32A-0CC0-4392-6338-A1A0517611E1}"/>
          </ac:picMkLst>
        </pc:picChg>
      </pc:sldChg>
      <pc:sldChg chg="addSp delSp modSp new mod modNotesTx">
        <pc:chgData name="Jeffrey Moe" userId="495852c6-9817-4bbb-9162-b2e8ad79383d" providerId="ADAL" clId="{2FB4B0A2-8915-471C-98B9-F3907E787492}" dt="2025-06-13T22:20:00.670" v="12792" actId="20577"/>
        <pc:sldMkLst>
          <pc:docMk/>
          <pc:sldMk cId="1653655084" sldId="262"/>
        </pc:sldMkLst>
        <pc:spChg chg="mod">
          <ac:chgData name="Jeffrey Moe" userId="495852c6-9817-4bbb-9162-b2e8ad79383d" providerId="ADAL" clId="{2FB4B0A2-8915-471C-98B9-F3907E787492}" dt="2025-06-09T21:23:05.646" v="67" actId="20577"/>
          <ac:spMkLst>
            <pc:docMk/>
            <pc:sldMk cId="1653655084" sldId="262"/>
            <ac:spMk id="2" creationId="{7EEDFF26-FB78-6DF2-E378-5A6852E62268}"/>
          </ac:spMkLst>
        </pc:spChg>
        <pc:spChg chg="add mod">
          <ac:chgData name="Jeffrey Moe" userId="495852c6-9817-4bbb-9162-b2e8ad79383d" providerId="ADAL" clId="{2FB4B0A2-8915-471C-98B9-F3907E787492}" dt="2025-06-11T00:46:22.683" v="3862" actId="114"/>
          <ac:spMkLst>
            <pc:docMk/>
            <pc:sldMk cId="1653655084" sldId="262"/>
            <ac:spMk id="6" creationId="{BD1277C4-3A50-1D23-2AAE-7D5BEE5D7304}"/>
          </ac:spMkLst>
        </pc:spChg>
        <pc:graphicFrameChg chg="add mod ord modGraphic">
          <ac:chgData name="Jeffrey Moe" userId="495852c6-9817-4bbb-9162-b2e8ad79383d" providerId="ADAL" clId="{2FB4B0A2-8915-471C-98B9-F3907E787492}" dt="2025-06-11T00:43:42.603" v="3722" actId="404"/>
          <ac:graphicFrameMkLst>
            <pc:docMk/>
            <pc:sldMk cId="1653655084" sldId="262"/>
            <ac:graphicFrameMk id="4" creationId="{2F099434-8ED4-7B59-7708-551045B18E33}"/>
          </ac:graphicFrameMkLst>
        </pc:graphicFrameChg>
      </pc:sldChg>
      <pc:sldChg chg="addSp delSp modSp new mod modClrScheme chgLayout modNotesTx">
        <pc:chgData name="Jeffrey Moe" userId="495852c6-9817-4bbb-9162-b2e8ad79383d" providerId="ADAL" clId="{2FB4B0A2-8915-471C-98B9-F3907E787492}" dt="2025-06-13T22:19:19.260" v="12608" actId="20577"/>
        <pc:sldMkLst>
          <pc:docMk/>
          <pc:sldMk cId="448056989" sldId="263"/>
        </pc:sldMkLst>
        <pc:spChg chg="add mod ord">
          <ac:chgData name="Jeffrey Moe" userId="495852c6-9817-4bbb-9162-b2e8ad79383d" providerId="ADAL" clId="{2FB4B0A2-8915-471C-98B9-F3907E787492}" dt="2025-06-09T21:59:57.931" v="1584" actId="20577"/>
          <ac:spMkLst>
            <pc:docMk/>
            <pc:sldMk cId="448056989" sldId="263"/>
            <ac:spMk id="4" creationId="{F5E09F5D-3540-79BE-94AC-EFBC8A7B9DC8}"/>
          </ac:spMkLst>
        </pc:spChg>
        <pc:spChg chg="add mod">
          <ac:chgData name="Jeffrey Moe" userId="495852c6-9817-4bbb-9162-b2e8ad79383d" providerId="ADAL" clId="{2FB4B0A2-8915-471C-98B9-F3907E787492}" dt="2025-06-09T22:07:15.744" v="1618" actId="114"/>
          <ac:spMkLst>
            <pc:docMk/>
            <pc:sldMk cId="448056989" sldId="263"/>
            <ac:spMk id="7" creationId="{93F0C3B1-5D8F-65BD-4B3F-B34C02F0A336}"/>
          </ac:spMkLst>
        </pc:spChg>
        <pc:spChg chg="add mod">
          <ac:chgData name="Jeffrey Moe" userId="495852c6-9817-4bbb-9162-b2e8ad79383d" providerId="ADAL" clId="{2FB4B0A2-8915-471C-98B9-F3907E787492}" dt="2025-06-10T03:00:51.754" v="2331" actId="114"/>
          <ac:spMkLst>
            <pc:docMk/>
            <pc:sldMk cId="448056989" sldId="263"/>
            <ac:spMk id="9" creationId="{B985D07E-F9B9-9D04-6573-414BAD6E9B40}"/>
          </ac:spMkLst>
        </pc:spChg>
        <pc:graphicFrameChg chg="add modGraphic">
          <ac:chgData name="Jeffrey Moe" userId="495852c6-9817-4bbb-9162-b2e8ad79383d" providerId="ADAL" clId="{2FB4B0A2-8915-471C-98B9-F3907E787492}" dt="2025-06-10T03:04:05.660" v="2349" actId="403"/>
          <ac:graphicFrameMkLst>
            <pc:docMk/>
            <pc:sldMk cId="448056989" sldId="263"/>
            <ac:graphicFrameMk id="11" creationId="{0AC2C77E-2923-61E2-81B0-DF35E7B782CC}"/>
          </ac:graphicFrameMkLst>
        </pc:graphicFrameChg>
      </pc:sldChg>
      <pc:sldChg chg="add ord">
        <pc:chgData name="Jeffrey Moe" userId="495852c6-9817-4bbb-9162-b2e8ad79383d" providerId="ADAL" clId="{2FB4B0A2-8915-471C-98B9-F3907E787492}" dt="2025-06-11T00:44:00.656" v="3727"/>
        <pc:sldMkLst>
          <pc:docMk/>
          <pc:sldMk cId="3874587722" sldId="264"/>
        </pc:sldMkLst>
      </pc:sldChg>
      <pc:sldChg chg="addSp delSp modSp new mod setBg modClrScheme chgLayout modNotesTx">
        <pc:chgData name="Jeffrey Moe" userId="495852c6-9817-4bbb-9162-b2e8ad79383d" providerId="ADAL" clId="{2FB4B0A2-8915-471C-98B9-F3907E787492}" dt="2025-06-13T22:17:31.597" v="12152" actId="20577"/>
        <pc:sldMkLst>
          <pc:docMk/>
          <pc:sldMk cId="58403858" sldId="265"/>
        </pc:sldMkLst>
        <pc:spChg chg="add mod ord">
          <ac:chgData name="Jeffrey Moe" userId="495852c6-9817-4bbb-9162-b2e8ad79383d" providerId="ADAL" clId="{2FB4B0A2-8915-471C-98B9-F3907E787492}" dt="2025-06-11T01:13:24.129" v="4784" actId="26606"/>
          <ac:spMkLst>
            <pc:docMk/>
            <pc:sldMk cId="58403858" sldId="265"/>
            <ac:spMk id="4" creationId="{707BDAFD-738B-D437-C29B-6F20EE6483F9}"/>
          </ac:spMkLst>
        </pc:spChg>
        <pc:spChg chg="add mod ord">
          <ac:chgData name="Jeffrey Moe" userId="495852c6-9817-4bbb-9162-b2e8ad79383d" providerId="ADAL" clId="{2FB4B0A2-8915-471C-98B9-F3907E787492}" dt="2025-06-11T01:13:28.866" v="4785" actId="122"/>
          <ac:spMkLst>
            <pc:docMk/>
            <pc:sldMk cId="58403858" sldId="265"/>
            <ac:spMk id="5" creationId="{49B7F683-05DE-7448-FC6D-CEE99F10DC6E}"/>
          </ac:spMkLst>
        </pc:spChg>
        <pc:spChg chg="add">
          <ac:chgData name="Jeffrey Moe" userId="495852c6-9817-4bbb-9162-b2e8ad79383d" providerId="ADAL" clId="{2FB4B0A2-8915-471C-98B9-F3907E787492}" dt="2025-06-11T01:13:24.129" v="4784" actId="26606"/>
          <ac:spMkLst>
            <pc:docMk/>
            <pc:sldMk cId="58403858" sldId="265"/>
            <ac:spMk id="10" creationId="{907EF6B7-1338-4443-8C46-6A318D952DFD}"/>
          </ac:spMkLst>
        </pc:spChg>
        <pc:spChg chg="add">
          <ac:chgData name="Jeffrey Moe" userId="495852c6-9817-4bbb-9162-b2e8ad79383d" providerId="ADAL" clId="{2FB4B0A2-8915-471C-98B9-F3907E787492}" dt="2025-06-11T01:13:24.129" v="4784" actId="26606"/>
          <ac:spMkLst>
            <pc:docMk/>
            <pc:sldMk cId="58403858" sldId="265"/>
            <ac:spMk id="12" creationId="{DAAE4CDD-124C-4DCF-9584-B6033B545DD5}"/>
          </ac:spMkLst>
        </pc:spChg>
        <pc:spChg chg="add">
          <ac:chgData name="Jeffrey Moe" userId="495852c6-9817-4bbb-9162-b2e8ad79383d" providerId="ADAL" clId="{2FB4B0A2-8915-471C-98B9-F3907E787492}" dt="2025-06-11T01:13:24.129" v="4784" actId="26606"/>
          <ac:spMkLst>
            <pc:docMk/>
            <pc:sldMk cId="58403858" sldId="265"/>
            <ac:spMk id="14" creationId="{081E4A58-353D-44AE-B2FC-2A74E2E400F7}"/>
          </ac:spMkLst>
        </pc:spChg>
      </pc:sldChg>
      <pc:sldChg chg="addSp modSp new mod setBg">
        <pc:chgData name="Jeffrey Moe" userId="495852c6-9817-4bbb-9162-b2e8ad79383d" providerId="ADAL" clId="{2FB4B0A2-8915-471C-98B9-F3907E787492}" dt="2025-06-13T22:13:42.404" v="11564" actId="26606"/>
        <pc:sldMkLst>
          <pc:docMk/>
          <pc:sldMk cId="1579161389" sldId="266"/>
        </pc:sldMkLst>
        <pc:spChg chg="mod">
          <ac:chgData name="Jeffrey Moe" userId="495852c6-9817-4bbb-9162-b2e8ad79383d" providerId="ADAL" clId="{2FB4B0A2-8915-471C-98B9-F3907E787492}" dt="2025-06-13T22:13:42.404" v="11564" actId="26606"/>
          <ac:spMkLst>
            <pc:docMk/>
            <pc:sldMk cId="1579161389" sldId="266"/>
            <ac:spMk id="2" creationId="{BFCD7754-C0B4-42F2-0794-8596B9E2AA77}"/>
          </ac:spMkLst>
        </pc:spChg>
        <pc:spChg chg="mod">
          <ac:chgData name="Jeffrey Moe" userId="495852c6-9817-4bbb-9162-b2e8ad79383d" providerId="ADAL" clId="{2FB4B0A2-8915-471C-98B9-F3907E787492}" dt="2025-06-13T22:13:42.404" v="11564" actId="26606"/>
          <ac:spMkLst>
            <pc:docMk/>
            <pc:sldMk cId="1579161389" sldId="266"/>
            <ac:spMk id="3" creationId="{6A2905CA-7F8E-52AA-DCDB-626C7828D9BC}"/>
          </ac:spMkLst>
        </pc:spChg>
        <pc:spChg chg="add">
          <ac:chgData name="Jeffrey Moe" userId="495852c6-9817-4bbb-9162-b2e8ad79383d" providerId="ADAL" clId="{2FB4B0A2-8915-471C-98B9-F3907E787492}" dt="2025-06-13T22:13:42.404" v="11564" actId="26606"/>
          <ac:spMkLst>
            <pc:docMk/>
            <pc:sldMk cId="1579161389" sldId="266"/>
            <ac:spMk id="8" creationId="{777A147A-9ED8-46B4-8660-1B3C2AA880B5}"/>
          </ac:spMkLst>
        </pc:spChg>
        <pc:spChg chg="add">
          <ac:chgData name="Jeffrey Moe" userId="495852c6-9817-4bbb-9162-b2e8ad79383d" providerId="ADAL" clId="{2FB4B0A2-8915-471C-98B9-F3907E787492}" dt="2025-06-13T22:13:42.404" v="11564" actId="26606"/>
          <ac:spMkLst>
            <pc:docMk/>
            <pc:sldMk cId="1579161389" sldId="266"/>
            <ac:spMk id="10" creationId="{5D6C15A0-C087-4593-8414-2B4EC1CDC3DE}"/>
          </ac:spMkLst>
        </pc:spChg>
      </pc:sldChg>
      <pc:sldChg chg="addSp delSp modSp new mod modNotesTx">
        <pc:chgData name="Jeffrey Moe" userId="495852c6-9817-4bbb-9162-b2e8ad79383d" providerId="ADAL" clId="{2FB4B0A2-8915-471C-98B9-F3907E787492}" dt="2025-06-13T22:18:25.755" v="12370" actId="20577"/>
        <pc:sldMkLst>
          <pc:docMk/>
          <pc:sldMk cId="3912915617" sldId="267"/>
        </pc:sldMkLst>
        <pc:spChg chg="mod">
          <ac:chgData name="Jeffrey Moe" userId="495852c6-9817-4bbb-9162-b2e8ad79383d" providerId="ADAL" clId="{2FB4B0A2-8915-471C-98B9-F3907E787492}" dt="2025-06-11T01:23:05.917" v="5681" actId="20577"/>
          <ac:spMkLst>
            <pc:docMk/>
            <pc:sldMk cId="3912915617" sldId="267"/>
            <ac:spMk id="2" creationId="{54C15DC1-5216-CF8B-BA86-DAA8AEEBE2A2}"/>
          </ac:spMkLst>
        </pc:spChg>
        <pc:spChg chg="add mod">
          <ac:chgData name="Jeffrey Moe" userId="495852c6-9817-4bbb-9162-b2e8ad79383d" providerId="ADAL" clId="{2FB4B0A2-8915-471C-98B9-F3907E787492}" dt="2025-06-11T01:17:30.097" v="4938" actId="115"/>
          <ac:spMkLst>
            <pc:docMk/>
            <pc:sldMk cId="3912915617" sldId="267"/>
            <ac:spMk id="5" creationId="{42DCABD8-FE3F-4CC5-FF93-57E6DF476BA6}"/>
          </ac:spMkLst>
        </pc:spChg>
        <pc:graphicFrameChg chg="add">
          <ac:chgData name="Jeffrey Moe" userId="495852c6-9817-4bbb-9162-b2e8ad79383d" providerId="ADAL" clId="{2FB4B0A2-8915-471C-98B9-F3907E787492}" dt="2025-06-11T01:22:29.876" v="5612" actId="26606"/>
          <ac:graphicFrameMkLst>
            <pc:docMk/>
            <pc:sldMk cId="3912915617" sldId="267"/>
            <ac:graphicFrameMk id="7" creationId="{36880651-BCA9-0E4E-1D9A-269A9CFD27F3}"/>
          </ac:graphicFrameMkLst>
        </pc:graphicFrameChg>
      </pc:sldChg>
      <pc:sldChg chg="addSp delSp modSp new mod modNotesTx">
        <pc:chgData name="Jeffrey Moe" userId="495852c6-9817-4bbb-9162-b2e8ad79383d" providerId="ADAL" clId="{2FB4B0A2-8915-471C-98B9-F3907E787492}" dt="2025-06-13T22:18:14.235" v="12357" actId="33524"/>
        <pc:sldMkLst>
          <pc:docMk/>
          <pc:sldMk cId="2105362334" sldId="268"/>
        </pc:sldMkLst>
        <pc:spChg chg="mod">
          <ac:chgData name="Jeffrey Moe" userId="495852c6-9817-4bbb-9162-b2e8ad79383d" providerId="ADAL" clId="{2FB4B0A2-8915-471C-98B9-F3907E787492}" dt="2025-06-11T01:23:19.624" v="5725" actId="20577"/>
          <ac:spMkLst>
            <pc:docMk/>
            <pc:sldMk cId="2105362334" sldId="268"/>
            <ac:spMk id="2" creationId="{E06B7FD6-BF46-F789-C7CD-059CC67EE565}"/>
          </ac:spMkLst>
        </pc:spChg>
        <pc:graphicFrameChg chg="add">
          <ac:chgData name="Jeffrey Moe" userId="495852c6-9817-4bbb-9162-b2e8ad79383d" providerId="ADAL" clId="{2FB4B0A2-8915-471C-98B9-F3907E787492}" dt="2025-06-11T01:32:16.068" v="6860" actId="26606"/>
          <ac:graphicFrameMkLst>
            <pc:docMk/>
            <pc:sldMk cId="2105362334" sldId="268"/>
            <ac:graphicFrameMk id="5" creationId="{C7826013-54C6-2157-E6AB-AB6CB84A25AC}"/>
          </ac:graphicFrameMkLst>
        </pc:graphicFrameChg>
      </pc:sldChg>
      <pc:sldChg chg="addSp delSp modSp new mod modNotesTx">
        <pc:chgData name="Jeffrey Moe" userId="495852c6-9817-4bbb-9162-b2e8ad79383d" providerId="ADAL" clId="{2FB4B0A2-8915-471C-98B9-F3907E787492}" dt="2025-06-13T22:19:02.384" v="12516" actId="20577"/>
        <pc:sldMkLst>
          <pc:docMk/>
          <pc:sldMk cId="2021669672" sldId="269"/>
        </pc:sldMkLst>
        <pc:spChg chg="mod">
          <ac:chgData name="Jeffrey Moe" userId="495852c6-9817-4bbb-9162-b2e8ad79383d" providerId="ADAL" clId="{2FB4B0A2-8915-471C-98B9-F3907E787492}" dt="2025-06-11T01:32:34.946" v="6876" actId="20577"/>
          <ac:spMkLst>
            <pc:docMk/>
            <pc:sldMk cId="2021669672" sldId="269"/>
            <ac:spMk id="2" creationId="{8A8A560A-105F-BF0A-0AD4-5F6F83B314CB}"/>
          </ac:spMkLst>
        </pc:spChg>
        <pc:graphicFrameChg chg="add">
          <ac:chgData name="Jeffrey Moe" userId="495852c6-9817-4bbb-9162-b2e8ad79383d" providerId="ADAL" clId="{2FB4B0A2-8915-471C-98B9-F3907E787492}" dt="2025-06-11T01:41:13.234" v="7534" actId="26606"/>
          <ac:graphicFrameMkLst>
            <pc:docMk/>
            <pc:sldMk cId="2021669672" sldId="269"/>
            <ac:graphicFrameMk id="5" creationId="{F076AAC1-6794-73A2-C0D0-EFC6A15A0044}"/>
          </ac:graphicFrameMkLst>
        </pc:graphicFrameChg>
      </pc:sldChg>
      <pc:sldChg chg="modSp add ord">
        <pc:chgData name="Jeffrey Moe" userId="495852c6-9817-4bbb-9162-b2e8ad79383d" providerId="ADAL" clId="{2FB4B0A2-8915-471C-98B9-F3907E787492}" dt="2025-06-11T01:41:59.438" v="7541"/>
        <pc:sldMkLst>
          <pc:docMk/>
          <pc:sldMk cId="3705223254" sldId="270"/>
        </pc:sldMkLst>
        <pc:spChg chg="mod">
          <ac:chgData name="Jeffrey Moe" userId="495852c6-9817-4bbb-9162-b2e8ad79383d" providerId="ADAL" clId="{2FB4B0A2-8915-471C-98B9-F3907E787492}" dt="2025-06-11T01:41:59.438" v="7541"/>
          <ac:spMkLst>
            <pc:docMk/>
            <pc:sldMk cId="3705223254" sldId="270"/>
            <ac:spMk id="4" creationId="{251DFE22-3D8C-2BF4-C10D-50562035C1F1}"/>
          </ac:spMkLst>
        </pc:spChg>
      </pc:sldChg>
      <pc:sldChg chg="addSp delSp add del setBg delDesignElem">
        <pc:chgData name="Jeffrey Moe" userId="495852c6-9817-4bbb-9162-b2e8ad79383d" providerId="ADAL" clId="{2FB4B0A2-8915-471C-98B9-F3907E787492}" dt="2025-06-11T01:41:39.785" v="7537"/>
        <pc:sldMkLst>
          <pc:docMk/>
          <pc:sldMk cId="4195906168" sldId="270"/>
        </pc:sldMkLst>
      </pc:sldChg>
      <pc:sldChg chg="modNotesTx">
        <pc:chgData name="Jeffrey Moe" userId="495852c6-9817-4bbb-9162-b2e8ad79383d" providerId="ADAL" clId="{2FB4B0A2-8915-471C-98B9-F3907E787492}" dt="2025-06-13T22:20:16.420" v="12860" actId="20577"/>
        <pc:sldMkLst>
          <pc:docMk/>
          <pc:sldMk cId="693023404" sldId="271"/>
        </pc:sldMkLst>
      </pc:sldChg>
      <pc:sldChg chg="modNotesTx">
        <pc:chgData name="Jeffrey Moe" userId="495852c6-9817-4bbb-9162-b2e8ad79383d" providerId="ADAL" clId="{2FB4B0A2-8915-471C-98B9-F3907E787492}" dt="2025-06-13T22:20:37.640" v="12923" actId="20577"/>
        <pc:sldMkLst>
          <pc:docMk/>
          <pc:sldMk cId="2557488344" sldId="272"/>
        </pc:sldMkLst>
      </pc:sldChg>
      <pc:sldChg chg="modNotesTx">
        <pc:chgData name="Jeffrey Moe" userId="495852c6-9817-4bbb-9162-b2e8ad79383d" providerId="ADAL" clId="{2FB4B0A2-8915-471C-98B9-F3907E787492}" dt="2025-06-13T22:20:55.637" v="12942" actId="20577"/>
        <pc:sldMkLst>
          <pc:docMk/>
          <pc:sldMk cId="1042662264" sldId="273"/>
        </pc:sldMkLst>
      </pc:sldChg>
      <pc:sldChg chg="modSp">
        <pc:chgData name="Jeffrey Moe" userId="495852c6-9817-4bbb-9162-b2e8ad79383d" providerId="ADAL" clId="{2FB4B0A2-8915-471C-98B9-F3907E787492}" dt="2025-06-13T23:27:13.090" v="13778" actId="20577"/>
        <pc:sldMkLst>
          <pc:docMk/>
          <pc:sldMk cId="2021213490" sldId="275"/>
        </pc:sldMkLst>
        <pc:graphicFrameChg chg="mod">
          <ac:chgData name="Jeffrey Moe" userId="495852c6-9817-4bbb-9162-b2e8ad79383d" providerId="ADAL" clId="{2FB4B0A2-8915-471C-98B9-F3907E787492}" dt="2025-06-13T23:27:13.090" v="13778" actId="20577"/>
          <ac:graphicFrameMkLst>
            <pc:docMk/>
            <pc:sldMk cId="2021213490" sldId="275"/>
            <ac:graphicFrameMk id="5" creationId="{B64EBBBE-73A4-43A1-A17F-5CE2494D2983}"/>
          </ac:graphicFrameMkLst>
        </pc:graphicFrameChg>
      </pc:sldChg>
      <pc:sldChg chg="modNotesTx">
        <pc:chgData name="Jeffrey Moe" userId="495852c6-9817-4bbb-9162-b2e8ad79383d" providerId="ADAL" clId="{2FB4B0A2-8915-471C-98B9-F3907E787492}" dt="2025-06-13T22:21:13.324" v="13021" actId="20577"/>
        <pc:sldMkLst>
          <pc:docMk/>
          <pc:sldMk cId="573589470" sldId="277"/>
        </pc:sldMkLst>
      </pc:sldChg>
      <pc:sldChg chg="addSp delSp modSp mod modNotesTx">
        <pc:chgData name="Jeffrey Moe" userId="495852c6-9817-4bbb-9162-b2e8ad79383d" providerId="ADAL" clId="{2FB4B0A2-8915-471C-98B9-F3907E787492}" dt="2025-06-13T22:21:26.745" v="13036" actId="20577"/>
        <pc:sldMkLst>
          <pc:docMk/>
          <pc:sldMk cId="1757265123" sldId="278"/>
        </pc:sldMkLst>
        <pc:spChg chg="del mod">
          <ac:chgData name="Jeffrey Moe" userId="495852c6-9817-4bbb-9162-b2e8ad79383d" providerId="ADAL" clId="{2FB4B0A2-8915-471C-98B9-F3907E787492}" dt="2025-06-13T15:23:13.424" v="8862" actId="26606"/>
          <ac:spMkLst>
            <pc:docMk/>
            <pc:sldMk cId="1757265123" sldId="278"/>
            <ac:spMk id="3" creationId="{7AC2825A-E9E8-50FF-795E-3053F41A9ECE}"/>
          </ac:spMkLst>
        </pc:spChg>
        <pc:graphicFrameChg chg="add">
          <ac:chgData name="Jeffrey Moe" userId="495852c6-9817-4bbb-9162-b2e8ad79383d" providerId="ADAL" clId="{2FB4B0A2-8915-471C-98B9-F3907E787492}" dt="2025-06-13T15:23:13.424" v="8862" actId="26606"/>
          <ac:graphicFrameMkLst>
            <pc:docMk/>
            <pc:sldMk cId="1757265123" sldId="278"/>
            <ac:graphicFrameMk id="12" creationId="{4BD68106-0AFA-ED17-5264-05C477D96F54}"/>
          </ac:graphicFrameMkLst>
        </pc:graphicFrameChg>
      </pc:sldChg>
      <pc:sldChg chg="addSp modSp mod setBg">
        <pc:chgData name="Jeffrey Moe" userId="495852c6-9817-4bbb-9162-b2e8ad79383d" providerId="ADAL" clId="{2FB4B0A2-8915-471C-98B9-F3907E787492}" dt="2025-06-13T22:13:44.608" v="11565" actId="26606"/>
        <pc:sldMkLst>
          <pc:docMk/>
          <pc:sldMk cId="2315528029" sldId="279"/>
        </pc:sldMkLst>
        <pc:spChg chg="mod">
          <ac:chgData name="Jeffrey Moe" userId="495852c6-9817-4bbb-9162-b2e8ad79383d" providerId="ADAL" clId="{2FB4B0A2-8915-471C-98B9-F3907E787492}" dt="2025-06-13T22:13:44.608" v="11565" actId="26606"/>
          <ac:spMkLst>
            <pc:docMk/>
            <pc:sldMk cId="2315528029" sldId="279"/>
            <ac:spMk id="2" creationId="{79F6EFC7-8D39-CA90-8B0F-CCF04212428E}"/>
          </ac:spMkLst>
        </pc:spChg>
        <pc:spChg chg="mod">
          <ac:chgData name="Jeffrey Moe" userId="495852c6-9817-4bbb-9162-b2e8ad79383d" providerId="ADAL" clId="{2FB4B0A2-8915-471C-98B9-F3907E787492}" dt="2025-06-13T22:13:44.608" v="11565" actId="26606"/>
          <ac:spMkLst>
            <pc:docMk/>
            <pc:sldMk cId="2315528029" sldId="279"/>
            <ac:spMk id="3" creationId="{079A187C-D2FE-C9C3-B48F-AADF1AC9CC74}"/>
          </ac:spMkLst>
        </pc:spChg>
        <pc:spChg chg="add">
          <ac:chgData name="Jeffrey Moe" userId="495852c6-9817-4bbb-9162-b2e8ad79383d" providerId="ADAL" clId="{2FB4B0A2-8915-471C-98B9-F3907E787492}" dt="2025-06-13T22:13:44.608" v="11565" actId="26606"/>
          <ac:spMkLst>
            <pc:docMk/>
            <pc:sldMk cId="2315528029" sldId="279"/>
            <ac:spMk id="8" creationId="{777A147A-9ED8-46B4-8660-1B3C2AA880B5}"/>
          </ac:spMkLst>
        </pc:spChg>
        <pc:spChg chg="add">
          <ac:chgData name="Jeffrey Moe" userId="495852c6-9817-4bbb-9162-b2e8ad79383d" providerId="ADAL" clId="{2FB4B0A2-8915-471C-98B9-F3907E787492}" dt="2025-06-13T22:13:44.608" v="11565" actId="26606"/>
          <ac:spMkLst>
            <pc:docMk/>
            <pc:sldMk cId="2315528029" sldId="279"/>
            <ac:spMk id="10" creationId="{5D6C15A0-C087-4593-8414-2B4EC1CDC3DE}"/>
          </ac:spMkLst>
        </pc:spChg>
      </pc:sldChg>
      <pc:sldChg chg="modSp new del mod">
        <pc:chgData name="Jeffrey Moe" userId="495852c6-9817-4bbb-9162-b2e8ad79383d" providerId="ADAL" clId="{2FB4B0A2-8915-471C-98B9-F3907E787492}" dt="2025-06-13T15:31:45.841" v="9631" actId="47"/>
        <pc:sldMkLst>
          <pc:docMk/>
          <pc:sldMk cId="4101594864" sldId="280"/>
        </pc:sldMkLst>
        <pc:spChg chg="mod">
          <ac:chgData name="Jeffrey Moe" userId="495852c6-9817-4bbb-9162-b2e8ad79383d" providerId="ADAL" clId="{2FB4B0A2-8915-471C-98B9-F3907E787492}" dt="2025-06-13T15:23:28.907" v="8864"/>
          <ac:spMkLst>
            <pc:docMk/>
            <pc:sldMk cId="4101594864" sldId="280"/>
            <ac:spMk id="2" creationId="{F24A2E9C-5D3B-2D91-9A71-236EE39CDFCE}"/>
          </ac:spMkLst>
        </pc:spChg>
        <pc:spChg chg="mod">
          <ac:chgData name="Jeffrey Moe" userId="495852c6-9817-4bbb-9162-b2e8ad79383d" providerId="ADAL" clId="{2FB4B0A2-8915-471C-98B9-F3907E787492}" dt="2025-06-13T15:30:01.955" v="9618" actId="20577"/>
          <ac:spMkLst>
            <pc:docMk/>
            <pc:sldMk cId="4101594864" sldId="280"/>
            <ac:spMk id="3" creationId="{47940D65-0931-EF0D-7D1D-78AEADB9290F}"/>
          </ac:spMkLst>
        </pc:spChg>
      </pc:sldChg>
      <pc:sldChg chg="delSp modSp add mod ord modNotesTx">
        <pc:chgData name="Jeffrey Moe" userId="495852c6-9817-4bbb-9162-b2e8ad79383d" providerId="ADAL" clId="{2FB4B0A2-8915-471C-98B9-F3907E787492}" dt="2025-06-13T22:21:43.011" v="13062" actId="20577"/>
        <pc:sldMkLst>
          <pc:docMk/>
          <pc:sldMk cId="3416747376" sldId="281"/>
        </pc:sldMkLst>
        <pc:spChg chg="mod">
          <ac:chgData name="Jeffrey Moe" userId="495852c6-9817-4bbb-9162-b2e8ad79383d" providerId="ADAL" clId="{2FB4B0A2-8915-471C-98B9-F3907E787492}" dt="2025-06-13T15:32:01.529" v="9633" actId="1076"/>
          <ac:spMkLst>
            <pc:docMk/>
            <pc:sldMk cId="3416747376" sldId="281"/>
            <ac:spMk id="12" creationId="{DEC08E43-16FF-574A-BFB7-ED07D6ADA4A9}"/>
          </ac:spMkLst>
        </pc:spChg>
        <pc:spChg chg="del">
          <ac:chgData name="Jeffrey Moe" userId="495852c6-9817-4bbb-9162-b2e8ad79383d" providerId="ADAL" clId="{2FB4B0A2-8915-471C-98B9-F3907E787492}" dt="2025-06-13T15:31:56.953" v="9632" actId="478"/>
          <ac:spMkLst>
            <pc:docMk/>
            <pc:sldMk cId="3416747376" sldId="281"/>
            <ac:spMk id="13" creationId="{FD88FA2B-4043-83AF-6C76-01263D63104C}"/>
          </ac:spMkLst>
        </pc:spChg>
        <pc:graphicFrameChg chg="mod">
          <ac:chgData name="Jeffrey Moe" userId="495852c6-9817-4bbb-9162-b2e8ad79383d" providerId="ADAL" clId="{2FB4B0A2-8915-471C-98B9-F3907E787492}" dt="2025-06-13T15:31:39.819" v="9630" actId="20577"/>
          <ac:graphicFrameMkLst>
            <pc:docMk/>
            <pc:sldMk cId="3416747376" sldId="281"/>
            <ac:graphicFrameMk id="10" creationId="{E8DE176E-3998-7E2F-441F-989689BE4497}"/>
          </ac:graphicFrameMkLst>
        </pc:graphicFrameChg>
      </pc:sldChg>
      <pc:sldChg chg="new del">
        <pc:chgData name="Jeffrey Moe" userId="495852c6-9817-4bbb-9162-b2e8ad79383d" providerId="ADAL" clId="{2FB4B0A2-8915-471C-98B9-F3907E787492}" dt="2025-06-13T15:36:45.547" v="9679" actId="47"/>
        <pc:sldMkLst>
          <pc:docMk/>
          <pc:sldMk cId="4092737785" sldId="282"/>
        </pc:sldMkLst>
      </pc:sldChg>
      <pc:sldChg chg="addSp modSp new mod ord setBg modNotesTx">
        <pc:chgData name="Jeffrey Moe" userId="495852c6-9817-4bbb-9162-b2e8ad79383d" providerId="ADAL" clId="{2FB4B0A2-8915-471C-98B9-F3907E787492}" dt="2025-06-13T22:22:02.545" v="13152" actId="20577"/>
        <pc:sldMkLst>
          <pc:docMk/>
          <pc:sldMk cId="4277115150" sldId="283"/>
        </pc:sldMkLst>
        <pc:spChg chg="mod">
          <ac:chgData name="Jeffrey Moe" userId="495852c6-9817-4bbb-9162-b2e8ad79383d" providerId="ADAL" clId="{2FB4B0A2-8915-471C-98B9-F3907E787492}" dt="2025-06-13T18:13:09.600" v="9761" actId="26606"/>
          <ac:spMkLst>
            <pc:docMk/>
            <pc:sldMk cId="4277115150" sldId="283"/>
            <ac:spMk id="2" creationId="{A15935B4-2871-5D23-0F52-94E94C12335B}"/>
          </ac:spMkLst>
        </pc:spChg>
        <pc:spChg chg="mod">
          <ac:chgData name="Jeffrey Moe" userId="495852c6-9817-4bbb-9162-b2e8ad79383d" providerId="ADAL" clId="{2FB4B0A2-8915-471C-98B9-F3907E787492}" dt="2025-06-13T18:13:09.600" v="9761" actId="26606"/>
          <ac:spMkLst>
            <pc:docMk/>
            <pc:sldMk cId="4277115150" sldId="283"/>
            <ac:spMk id="3" creationId="{1FE234CF-7805-2FC2-EFC6-F837C11BDD15}"/>
          </ac:spMkLst>
        </pc:spChg>
        <pc:spChg chg="add">
          <ac:chgData name="Jeffrey Moe" userId="495852c6-9817-4bbb-9162-b2e8ad79383d" providerId="ADAL" clId="{2FB4B0A2-8915-471C-98B9-F3907E787492}" dt="2025-06-13T18:13:09.600" v="9761" actId="26606"/>
          <ac:spMkLst>
            <pc:docMk/>
            <pc:sldMk cId="4277115150" sldId="283"/>
            <ac:spMk id="8" creationId="{907EF6B7-1338-4443-8C46-6A318D952DFD}"/>
          </ac:spMkLst>
        </pc:spChg>
        <pc:spChg chg="add">
          <ac:chgData name="Jeffrey Moe" userId="495852c6-9817-4bbb-9162-b2e8ad79383d" providerId="ADAL" clId="{2FB4B0A2-8915-471C-98B9-F3907E787492}" dt="2025-06-13T18:13:09.600" v="9761" actId="26606"/>
          <ac:spMkLst>
            <pc:docMk/>
            <pc:sldMk cId="4277115150" sldId="283"/>
            <ac:spMk id="10" creationId="{DAAE4CDD-124C-4DCF-9584-B6033B545DD5}"/>
          </ac:spMkLst>
        </pc:spChg>
        <pc:spChg chg="add">
          <ac:chgData name="Jeffrey Moe" userId="495852c6-9817-4bbb-9162-b2e8ad79383d" providerId="ADAL" clId="{2FB4B0A2-8915-471C-98B9-F3907E787492}" dt="2025-06-13T18:13:09.600" v="9761" actId="26606"/>
          <ac:spMkLst>
            <pc:docMk/>
            <pc:sldMk cId="4277115150" sldId="283"/>
            <ac:spMk id="12" creationId="{081E4A58-353D-44AE-B2FC-2A74E2E400F7}"/>
          </ac:spMkLst>
        </pc:spChg>
      </pc:sldChg>
      <pc:sldChg chg="modSp add mod ord">
        <pc:chgData name="Jeffrey Moe" userId="495852c6-9817-4bbb-9162-b2e8ad79383d" providerId="ADAL" clId="{2FB4B0A2-8915-471C-98B9-F3907E787492}" dt="2025-06-13T15:44:33.633" v="9698" actId="20577"/>
        <pc:sldMkLst>
          <pc:docMk/>
          <pc:sldMk cId="2546795658" sldId="284"/>
        </pc:sldMkLst>
        <pc:spChg chg="mod">
          <ac:chgData name="Jeffrey Moe" userId="495852c6-9817-4bbb-9162-b2e8ad79383d" providerId="ADAL" clId="{2FB4B0A2-8915-471C-98B9-F3907E787492}" dt="2025-06-13T15:44:33.633" v="9698" actId="20577"/>
          <ac:spMkLst>
            <pc:docMk/>
            <pc:sldMk cId="2546795658" sldId="284"/>
            <ac:spMk id="4" creationId="{D2EC1238-7D7A-1049-BCD0-9D0CE7F11E80}"/>
          </ac:spMkLst>
        </pc:spChg>
      </pc:sldChg>
      <pc:sldChg chg="addSp modSp new mod setBg modNotesTx">
        <pc:chgData name="Jeffrey Moe" userId="495852c6-9817-4bbb-9162-b2e8ad79383d" providerId="ADAL" clId="{2FB4B0A2-8915-471C-98B9-F3907E787492}" dt="2025-06-13T22:22:22.853" v="13246" actId="20577"/>
        <pc:sldMkLst>
          <pc:docMk/>
          <pc:sldMk cId="2518081681" sldId="285"/>
        </pc:sldMkLst>
        <pc:spChg chg="mod">
          <ac:chgData name="Jeffrey Moe" userId="495852c6-9817-4bbb-9162-b2e8ad79383d" providerId="ADAL" clId="{2FB4B0A2-8915-471C-98B9-F3907E787492}" dt="2025-06-13T18:14:02.652" v="9797" actId="26606"/>
          <ac:spMkLst>
            <pc:docMk/>
            <pc:sldMk cId="2518081681" sldId="285"/>
            <ac:spMk id="2" creationId="{29E1FBA8-9DEA-2F9E-82FB-A41BBF69B737}"/>
          </ac:spMkLst>
        </pc:spChg>
        <pc:spChg chg="mod">
          <ac:chgData name="Jeffrey Moe" userId="495852c6-9817-4bbb-9162-b2e8ad79383d" providerId="ADAL" clId="{2FB4B0A2-8915-471C-98B9-F3907E787492}" dt="2025-06-13T18:14:09.771" v="9800" actId="403"/>
          <ac:spMkLst>
            <pc:docMk/>
            <pc:sldMk cId="2518081681" sldId="285"/>
            <ac:spMk id="3" creationId="{4E1433EC-38F4-192D-50BC-417807F8C977}"/>
          </ac:spMkLst>
        </pc:spChg>
        <pc:spChg chg="add">
          <ac:chgData name="Jeffrey Moe" userId="495852c6-9817-4bbb-9162-b2e8ad79383d" providerId="ADAL" clId="{2FB4B0A2-8915-471C-98B9-F3907E787492}" dt="2025-06-13T18:14:02.652" v="9797" actId="26606"/>
          <ac:spMkLst>
            <pc:docMk/>
            <pc:sldMk cId="2518081681" sldId="285"/>
            <ac:spMk id="8" creationId="{907EF6B7-1338-4443-8C46-6A318D952DFD}"/>
          </ac:spMkLst>
        </pc:spChg>
        <pc:spChg chg="add">
          <ac:chgData name="Jeffrey Moe" userId="495852c6-9817-4bbb-9162-b2e8ad79383d" providerId="ADAL" clId="{2FB4B0A2-8915-471C-98B9-F3907E787492}" dt="2025-06-13T18:14:02.652" v="9797" actId="26606"/>
          <ac:spMkLst>
            <pc:docMk/>
            <pc:sldMk cId="2518081681" sldId="285"/>
            <ac:spMk id="10" creationId="{DAAE4CDD-124C-4DCF-9584-B6033B545DD5}"/>
          </ac:spMkLst>
        </pc:spChg>
        <pc:spChg chg="add">
          <ac:chgData name="Jeffrey Moe" userId="495852c6-9817-4bbb-9162-b2e8ad79383d" providerId="ADAL" clId="{2FB4B0A2-8915-471C-98B9-F3907E787492}" dt="2025-06-13T18:14:02.652" v="9797" actId="26606"/>
          <ac:spMkLst>
            <pc:docMk/>
            <pc:sldMk cId="2518081681" sldId="285"/>
            <ac:spMk id="12" creationId="{081E4A58-353D-44AE-B2FC-2A74E2E400F7}"/>
          </ac:spMkLst>
        </pc:spChg>
      </pc:sldChg>
      <pc:sldChg chg="addSp modSp new mod ord setBg modNotesTx">
        <pc:chgData name="Jeffrey Moe" userId="495852c6-9817-4bbb-9162-b2e8ad79383d" providerId="ADAL" clId="{2FB4B0A2-8915-471C-98B9-F3907E787492}" dt="2025-06-13T22:22:38.780" v="13322" actId="20577"/>
        <pc:sldMkLst>
          <pc:docMk/>
          <pc:sldMk cId="3451032491" sldId="286"/>
        </pc:sldMkLst>
        <pc:spChg chg="mod">
          <ac:chgData name="Jeffrey Moe" userId="495852c6-9817-4bbb-9162-b2e8ad79383d" providerId="ADAL" clId="{2FB4B0A2-8915-471C-98B9-F3907E787492}" dt="2025-06-13T19:32:27.352" v="10147" actId="26606"/>
          <ac:spMkLst>
            <pc:docMk/>
            <pc:sldMk cId="3451032491" sldId="286"/>
            <ac:spMk id="2" creationId="{CA9FA725-F615-1661-2AE2-3E754845DFB1}"/>
          </ac:spMkLst>
        </pc:spChg>
        <pc:spChg chg="mod">
          <ac:chgData name="Jeffrey Moe" userId="495852c6-9817-4bbb-9162-b2e8ad79383d" providerId="ADAL" clId="{2FB4B0A2-8915-471C-98B9-F3907E787492}" dt="2025-06-13T19:32:47.049" v="10153" actId="404"/>
          <ac:spMkLst>
            <pc:docMk/>
            <pc:sldMk cId="3451032491" sldId="286"/>
            <ac:spMk id="3" creationId="{51C1B67C-88A6-B94D-A91A-856AA7F2B2A3}"/>
          </ac:spMkLst>
        </pc:spChg>
        <pc:spChg chg="add">
          <ac:chgData name="Jeffrey Moe" userId="495852c6-9817-4bbb-9162-b2e8ad79383d" providerId="ADAL" clId="{2FB4B0A2-8915-471C-98B9-F3907E787492}" dt="2025-06-13T19:32:27.352" v="10147" actId="26606"/>
          <ac:spMkLst>
            <pc:docMk/>
            <pc:sldMk cId="3451032491" sldId="286"/>
            <ac:spMk id="8" creationId="{907EF6B7-1338-4443-8C46-6A318D952DFD}"/>
          </ac:spMkLst>
        </pc:spChg>
        <pc:spChg chg="add">
          <ac:chgData name="Jeffrey Moe" userId="495852c6-9817-4bbb-9162-b2e8ad79383d" providerId="ADAL" clId="{2FB4B0A2-8915-471C-98B9-F3907E787492}" dt="2025-06-13T19:32:27.352" v="10147" actId="26606"/>
          <ac:spMkLst>
            <pc:docMk/>
            <pc:sldMk cId="3451032491" sldId="286"/>
            <ac:spMk id="10" creationId="{DAAE4CDD-124C-4DCF-9584-B6033B545DD5}"/>
          </ac:spMkLst>
        </pc:spChg>
        <pc:spChg chg="add">
          <ac:chgData name="Jeffrey Moe" userId="495852c6-9817-4bbb-9162-b2e8ad79383d" providerId="ADAL" clId="{2FB4B0A2-8915-471C-98B9-F3907E787492}" dt="2025-06-13T19:32:27.352" v="10147" actId="26606"/>
          <ac:spMkLst>
            <pc:docMk/>
            <pc:sldMk cId="3451032491" sldId="286"/>
            <ac:spMk id="12" creationId="{081E4A58-353D-44AE-B2FC-2A74E2E400F7}"/>
          </ac:spMkLst>
        </pc:spChg>
        <pc:picChg chg="add mod">
          <ac:chgData name="Jeffrey Moe" userId="495852c6-9817-4bbb-9162-b2e8ad79383d" providerId="ADAL" clId="{2FB4B0A2-8915-471C-98B9-F3907E787492}" dt="2025-06-13T19:32:55.331" v="10154" actId="1076"/>
          <ac:picMkLst>
            <pc:docMk/>
            <pc:sldMk cId="3451032491" sldId="286"/>
            <ac:picMk id="5" creationId="{777CD433-FAF6-A8E0-4429-65B8761A6A79}"/>
          </ac:picMkLst>
        </pc:picChg>
      </pc:sldChg>
      <pc:sldChg chg="addSp modSp new mod setBg modNotesTx">
        <pc:chgData name="Jeffrey Moe" userId="495852c6-9817-4bbb-9162-b2e8ad79383d" providerId="ADAL" clId="{2FB4B0A2-8915-471C-98B9-F3907E787492}" dt="2025-06-13T22:22:55.676" v="13409" actId="20577"/>
        <pc:sldMkLst>
          <pc:docMk/>
          <pc:sldMk cId="1832043192" sldId="287"/>
        </pc:sldMkLst>
        <pc:spChg chg="mod">
          <ac:chgData name="Jeffrey Moe" userId="495852c6-9817-4bbb-9162-b2e8ad79383d" providerId="ADAL" clId="{2FB4B0A2-8915-471C-98B9-F3907E787492}" dt="2025-06-13T19:38:11.692" v="10289" actId="26606"/>
          <ac:spMkLst>
            <pc:docMk/>
            <pc:sldMk cId="1832043192" sldId="287"/>
            <ac:spMk id="2" creationId="{0D709646-47FB-14F6-3B07-4ABDCD78D598}"/>
          </ac:spMkLst>
        </pc:spChg>
        <pc:spChg chg="mod">
          <ac:chgData name="Jeffrey Moe" userId="495852c6-9817-4bbb-9162-b2e8ad79383d" providerId="ADAL" clId="{2FB4B0A2-8915-471C-98B9-F3907E787492}" dt="2025-06-13T19:39:12.407" v="10296" actId="27636"/>
          <ac:spMkLst>
            <pc:docMk/>
            <pc:sldMk cId="1832043192" sldId="287"/>
            <ac:spMk id="3" creationId="{EC351DE0-11BB-D827-C00A-793F6CDEB53C}"/>
          </ac:spMkLst>
        </pc:spChg>
        <pc:spChg chg="add">
          <ac:chgData name="Jeffrey Moe" userId="495852c6-9817-4bbb-9162-b2e8ad79383d" providerId="ADAL" clId="{2FB4B0A2-8915-471C-98B9-F3907E787492}" dt="2025-06-13T19:38:11.692" v="10289" actId="26606"/>
          <ac:spMkLst>
            <pc:docMk/>
            <pc:sldMk cId="1832043192" sldId="287"/>
            <ac:spMk id="8" creationId="{907EF6B7-1338-4443-8C46-6A318D952DFD}"/>
          </ac:spMkLst>
        </pc:spChg>
        <pc:spChg chg="add">
          <ac:chgData name="Jeffrey Moe" userId="495852c6-9817-4bbb-9162-b2e8ad79383d" providerId="ADAL" clId="{2FB4B0A2-8915-471C-98B9-F3907E787492}" dt="2025-06-13T19:38:11.692" v="10289" actId="26606"/>
          <ac:spMkLst>
            <pc:docMk/>
            <pc:sldMk cId="1832043192" sldId="287"/>
            <ac:spMk id="10" creationId="{DAAE4CDD-124C-4DCF-9584-B6033B545DD5}"/>
          </ac:spMkLst>
        </pc:spChg>
        <pc:spChg chg="add">
          <ac:chgData name="Jeffrey Moe" userId="495852c6-9817-4bbb-9162-b2e8ad79383d" providerId="ADAL" clId="{2FB4B0A2-8915-471C-98B9-F3907E787492}" dt="2025-06-13T19:38:11.692" v="10289" actId="26606"/>
          <ac:spMkLst>
            <pc:docMk/>
            <pc:sldMk cId="1832043192" sldId="287"/>
            <ac:spMk id="12" creationId="{081E4A58-353D-44AE-B2FC-2A74E2E400F7}"/>
          </ac:spMkLst>
        </pc:spChg>
        <pc:picChg chg="add mod">
          <ac:chgData name="Jeffrey Moe" userId="495852c6-9817-4bbb-9162-b2e8ad79383d" providerId="ADAL" clId="{2FB4B0A2-8915-471C-98B9-F3907E787492}" dt="2025-06-13T19:39:17.135" v="10297" actId="1076"/>
          <ac:picMkLst>
            <pc:docMk/>
            <pc:sldMk cId="1832043192" sldId="287"/>
            <ac:picMk id="5" creationId="{333948E0-3774-4FCD-9BC4-2DF341D03886}"/>
          </ac:picMkLst>
        </pc:picChg>
      </pc:sldChg>
      <pc:sldChg chg="addSp delSp modSp new mod modNotesTx">
        <pc:chgData name="Jeffrey Moe" userId="495852c6-9817-4bbb-9162-b2e8ad79383d" providerId="ADAL" clId="{2FB4B0A2-8915-471C-98B9-F3907E787492}" dt="2025-06-13T22:23:16.132" v="13504" actId="20577"/>
        <pc:sldMkLst>
          <pc:docMk/>
          <pc:sldMk cId="1490592518" sldId="288"/>
        </pc:sldMkLst>
        <pc:spChg chg="mod">
          <ac:chgData name="Jeffrey Moe" userId="495852c6-9817-4bbb-9162-b2e8ad79383d" providerId="ADAL" clId="{2FB4B0A2-8915-471C-98B9-F3907E787492}" dt="2025-06-13T19:39:56.060" v="10360" actId="20577"/>
          <ac:spMkLst>
            <pc:docMk/>
            <pc:sldMk cId="1490592518" sldId="288"/>
            <ac:spMk id="2" creationId="{6D10E4AF-7658-C254-496E-12734445B7E6}"/>
          </ac:spMkLst>
        </pc:spChg>
        <pc:spChg chg="mod">
          <ac:chgData name="Jeffrey Moe" userId="495852c6-9817-4bbb-9162-b2e8ad79383d" providerId="ADAL" clId="{2FB4B0A2-8915-471C-98B9-F3907E787492}" dt="2025-06-13T21:33:59.266" v="10799" actId="14100"/>
          <ac:spMkLst>
            <pc:docMk/>
            <pc:sldMk cId="1490592518" sldId="288"/>
            <ac:spMk id="3" creationId="{25A139D9-C0A2-96F7-DDFD-A4C252BFBB9F}"/>
          </ac:spMkLst>
        </pc:spChg>
        <pc:spChg chg="add mod">
          <ac:chgData name="Jeffrey Moe" userId="495852c6-9817-4bbb-9162-b2e8ad79383d" providerId="ADAL" clId="{2FB4B0A2-8915-471C-98B9-F3907E787492}" dt="2025-06-13T21:34:18.860" v="10802" actId="207"/>
          <ac:spMkLst>
            <pc:docMk/>
            <pc:sldMk cId="1490592518" sldId="288"/>
            <ac:spMk id="7" creationId="{DDECD39C-0686-4372-2391-18DDBA0F1353}"/>
          </ac:spMkLst>
        </pc:spChg>
        <pc:spChg chg="add mod">
          <ac:chgData name="Jeffrey Moe" userId="495852c6-9817-4bbb-9162-b2e8ad79383d" providerId="ADAL" clId="{2FB4B0A2-8915-471C-98B9-F3907E787492}" dt="2025-06-13T21:34:23.406" v="10803" actId="207"/>
          <ac:spMkLst>
            <pc:docMk/>
            <pc:sldMk cId="1490592518" sldId="288"/>
            <ac:spMk id="9" creationId="{FB3D9080-C4BB-4F59-DBB6-8B66F89EB4B9}"/>
          </ac:spMkLst>
        </pc:spChg>
        <pc:picChg chg="add del mod">
          <ac:chgData name="Jeffrey Moe" userId="495852c6-9817-4bbb-9162-b2e8ad79383d" providerId="ADAL" clId="{2FB4B0A2-8915-471C-98B9-F3907E787492}" dt="2025-06-13T21:32:26.727" v="10771" actId="478"/>
          <ac:picMkLst>
            <pc:docMk/>
            <pc:sldMk cId="1490592518" sldId="288"/>
            <ac:picMk id="5" creationId="{240B0334-FBF4-D552-B3E4-8332E44ECE4A}"/>
          </ac:picMkLst>
        </pc:picChg>
        <pc:picChg chg="add mod">
          <ac:chgData name="Jeffrey Moe" userId="495852c6-9817-4bbb-9162-b2e8ad79383d" providerId="ADAL" clId="{2FB4B0A2-8915-471C-98B9-F3907E787492}" dt="2025-06-13T21:34:30.388" v="10804" actId="1076"/>
          <ac:picMkLst>
            <pc:docMk/>
            <pc:sldMk cId="1490592518" sldId="288"/>
            <ac:picMk id="11" creationId="{96BA54D4-2070-1DAF-2854-F4C6479B2A14}"/>
          </ac:picMkLst>
        </pc:picChg>
        <pc:picChg chg="add mod">
          <ac:chgData name="Jeffrey Moe" userId="495852c6-9817-4bbb-9162-b2e8ad79383d" providerId="ADAL" clId="{2FB4B0A2-8915-471C-98B9-F3907E787492}" dt="2025-06-13T21:34:10.156" v="10801" actId="1076"/>
          <ac:picMkLst>
            <pc:docMk/>
            <pc:sldMk cId="1490592518" sldId="288"/>
            <ac:picMk id="13" creationId="{E062A31C-D9B2-9A11-995B-EF5A7C78FD99}"/>
          </ac:picMkLst>
        </pc:picChg>
      </pc:sldChg>
      <pc:sldChg chg="modSp new del mod">
        <pc:chgData name="Jeffrey Moe" userId="495852c6-9817-4bbb-9162-b2e8ad79383d" providerId="ADAL" clId="{2FB4B0A2-8915-471C-98B9-F3907E787492}" dt="2025-06-13T19:39:44.261" v="10331" actId="47"/>
        <pc:sldMkLst>
          <pc:docMk/>
          <pc:sldMk cId="3029521822" sldId="288"/>
        </pc:sldMkLst>
        <pc:spChg chg="mod">
          <ac:chgData name="Jeffrey Moe" userId="495852c6-9817-4bbb-9162-b2e8ad79383d" providerId="ADAL" clId="{2FB4B0A2-8915-471C-98B9-F3907E787492}" dt="2025-06-13T19:39:41.812" v="10330" actId="20577"/>
          <ac:spMkLst>
            <pc:docMk/>
            <pc:sldMk cId="3029521822" sldId="288"/>
            <ac:spMk id="2" creationId="{3B49787A-B82E-D048-5185-901F94D2DD0F}"/>
          </ac:spMkLst>
        </pc:spChg>
      </pc:sldChg>
      <pc:sldChg chg="addSp delSp modSp new mod setBg modClrScheme chgLayout modNotesTx">
        <pc:chgData name="Jeffrey Moe" userId="495852c6-9817-4bbb-9162-b2e8ad79383d" providerId="ADAL" clId="{2FB4B0A2-8915-471C-98B9-F3907E787492}" dt="2025-06-13T22:24:09.444" v="13743" actId="20577"/>
        <pc:sldMkLst>
          <pc:docMk/>
          <pc:sldMk cId="1886436360" sldId="289"/>
        </pc:sldMkLst>
        <pc:spChg chg="del mod ord">
          <ac:chgData name="Jeffrey Moe" userId="495852c6-9817-4bbb-9162-b2e8ad79383d" providerId="ADAL" clId="{2FB4B0A2-8915-471C-98B9-F3907E787492}" dt="2025-06-13T21:34:42.447" v="10808" actId="700"/>
          <ac:spMkLst>
            <pc:docMk/>
            <pc:sldMk cId="1886436360" sldId="289"/>
            <ac:spMk id="2" creationId="{1F395E2C-58A1-F0C3-5018-6F97A5A64A61}"/>
          </ac:spMkLst>
        </pc:spChg>
        <pc:spChg chg="del mod ord">
          <ac:chgData name="Jeffrey Moe" userId="495852c6-9817-4bbb-9162-b2e8ad79383d" providerId="ADAL" clId="{2FB4B0A2-8915-471C-98B9-F3907E787492}" dt="2025-06-13T21:34:42.447" v="10808" actId="700"/>
          <ac:spMkLst>
            <pc:docMk/>
            <pc:sldMk cId="1886436360" sldId="289"/>
            <ac:spMk id="3" creationId="{B2268D2E-D727-5CEE-26C1-43FC6C8A3CF7}"/>
          </ac:spMkLst>
        </pc:spChg>
        <pc:spChg chg="add mod ord">
          <ac:chgData name="Jeffrey Moe" userId="495852c6-9817-4bbb-9162-b2e8ad79383d" providerId="ADAL" clId="{2FB4B0A2-8915-471C-98B9-F3907E787492}" dt="2025-06-13T22:03:47.604" v="11191" actId="26606"/>
          <ac:spMkLst>
            <pc:docMk/>
            <pc:sldMk cId="1886436360" sldId="289"/>
            <ac:spMk id="4" creationId="{FBA441C9-851E-D006-13D0-75A9C9114A98}"/>
          </ac:spMkLst>
        </pc:spChg>
        <pc:spChg chg="add del mod ord">
          <ac:chgData name="Jeffrey Moe" userId="495852c6-9817-4bbb-9162-b2e8ad79383d" providerId="ADAL" clId="{2FB4B0A2-8915-471C-98B9-F3907E787492}" dt="2025-06-13T22:03:47.604" v="11191" actId="26606"/>
          <ac:spMkLst>
            <pc:docMk/>
            <pc:sldMk cId="1886436360" sldId="289"/>
            <ac:spMk id="5" creationId="{9ECBC444-5D3B-2EBA-9B64-C0C52F6C1C3A}"/>
          </ac:spMkLst>
        </pc:spChg>
        <pc:spChg chg="add">
          <ac:chgData name="Jeffrey Moe" userId="495852c6-9817-4bbb-9162-b2e8ad79383d" providerId="ADAL" clId="{2FB4B0A2-8915-471C-98B9-F3907E787492}" dt="2025-06-13T22:03:47.604" v="11191" actId="26606"/>
          <ac:spMkLst>
            <pc:docMk/>
            <pc:sldMk cId="1886436360" sldId="289"/>
            <ac:spMk id="10" creationId="{907EF6B7-1338-4443-8C46-6A318D952DFD}"/>
          </ac:spMkLst>
        </pc:spChg>
        <pc:spChg chg="add del">
          <ac:chgData name="Jeffrey Moe" userId="495852c6-9817-4bbb-9162-b2e8ad79383d" providerId="ADAL" clId="{2FB4B0A2-8915-471C-98B9-F3907E787492}" dt="2025-06-13T22:03:46.477" v="11190" actId="26606"/>
          <ac:spMkLst>
            <pc:docMk/>
            <pc:sldMk cId="1886436360" sldId="289"/>
            <ac:spMk id="11" creationId="{53B021B3-DE93-4AB7-8A18-CF5F1CED88B8}"/>
          </ac:spMkLst>
        </pc:spChg>
        <pc:spChg chg="add">
          <ac:chgData name="Jeffrey Moe" userId="495852c6-9817-4bbb-9162-b2e8ad79383d" providerId="ADAL" clId="{2FB4B0A2-8915-471C-98B9-F3907E787492}" dt="2025-06-13T22:03:47.604" v="11191" actId="26606"/>
          <ac:spMkLst>
            <pc:docMk/>
            <pc:sldMk cId="1886436360" sldId="289"/>
            <ac:spMk id="12" creationId="{DAAE4CDD-124C-4DCF-9584-B6033B545DD5}"/>
          </ac:spMkLst>
        </pc:spChg>
        <pc:spChg chg="add del">
          <ac:chgData name="Jeffrey Moe" userId="495852c6-9817-4bbb-9162-b2e8ad79383d" providerId="ADAL" clId="{2FB4B0A2-8915-471C-98B9-F3907E787492}" dt="2025-06-13T22:03:46.477" v="11190" actId="26606"/>
          <ac:spMkLst>
            <pc:docMk/>
            <pc:sldMk cId="1886436360" sldId="289"/>
            <ac:spMk id="13" creationId="{52D502E5-F6B4-4D58-B4AE-FC466FF15EE8}"/>
          </ac:spMkLst>
        </pc:spChg>
        <pc:spChg chg="add">
          <ac:chgData name="Jeffrey Moe" userId="495852c6-9817-4bbb-9162-b2e8ad79383d" providerId="ADAL" clId="{2FB4B0A2-8915-471C-98B9-F3907E787492}" dt="2025-06-13T22:03:47.604" v="11191" actId="26606"/>
          <ac:spMkLst>
            <pc:docMk/>
            <pc:sldMk cId="1886436360" sldId="289"/>
            <ac:spMk id="14" creationId="{081E4A58-353D-44AE-B2FC-2A74E2E400F7}"/>
          </ac:spMkLst>
        </pc:spChg>
        <pc:spChg chg="add del">
          <ac:chgData name="Jeffrey Moe" userId="495852c6-9817-4bbb-9162-b2e8ad79383d" providerId="ADAL" clId="{2FB4B0A2-8915-471C-98B9-F3907E787492}" dt="2025-06-13T22:03:46.477" v="11190" actId="26606"/>
          <ac:spMkLst>
            <pc:docMk/>
            <pc:sldMk cId="1886436360" sldId="289"/>
            <ac:spMk id="15" creationId="{9DECDBF4-02B6-4BB4-B65B-B8107AD6A9E8}"/>
          </ac:spMkLst>
        </pc:spChg>
        <pc:graphicFrameChg chg="add del">
          <ac:chgData name="Jeffrey Moe" userId="495852c6-9817-4bbb-9162-b2e8ad79383d" providerId="ADAL" clId="{2FB4B0A2-8915-471C-98B9-F3907E787492}" dt="2025-06-13T22:03:46.477" v="11190" actId="26606"/>
          <ac:graphicFrameMkLst>
            <pc:docMk/>
            <pc:sldMk cId="1886436360" sldId="289"/>
            <ac:graphicFrameMk id="7" creationId="{5AEE766D-7BAC-525D-A8D8-89D8FE71AED0}"/>
          </ac:graphicFrameMkLst>
        </pc:graphicFrameChg>
      </pc:sldChg>
      <pc:sldChg chg="new del">
        <pc:chgData name="Jeffrey Moe" userId="495852c6-9817-4bbb-9162-b2e8ad79383d" providerId="ADAL" clId="{2FB4B0A2-8915-471C-98B9-F3907E787492}" dt="2025-06-13T21:34:36.666" v="10806" actId="47"/>
        <pc:sldMkLst>
          <pc:docMk/>
          <pc:sldMk cId="3239104407" sldId="289"/>
        </pc:sldMkLst>
      </pc:sldChg>
      <pc:sldChg chg="addSp modSp new mod setBg modNotesTx">
        <pc:chgData name="Jeffrey Moe" userId="495852c6-9817-4bbb-9162-b2e8ad79383d" providerId="ADAL" clId="{2FB4B0A2-8915-471C-98B9-F3907E787492}" dt="2025-06-13T22:24:22.810" v="13774" actId="20577"/>
        <pc:sldMkLst>
          <pc:docMk/>
          <pc:sldMk cId="1449962788" sldId="290"/>
        </pc:sldMkLst>
        <pc:spChg chg="mod">
          <ac:chgData name="Jeffrey Moe" userId="495852c6-9817-4bbb-9162-b2e8ad79383d" providerId="ADAL" clId="{2FB4B0A2-8915-471C-98B9-F3907E787492}" dt="2025-06-13T22:11:49.823" v="11500" actId="26606"/>
          <ac:spMkLst>
            <pc:docMk/>
            <pc:sldMk cId="1449962788" sldId="290"/>
            <ac:spMk id="2" creationId="{40D0EBCD-302F-0438-12B3-9B8264E823A1}"/>
          </ac:spMkLst>
        </pc:spChg>
        <pc:spChg chg="mod">
          <ac:chgData name="Jeffrey Moe" userId="495852c6-9817-4bbb-9162-b2e8ad79383d" providerId="ADAL" clId="{2FB4B0A2-8915-471C-98B9-F3907E787492}" dt="2025-06-13T22:11:49.823" v="11500" actId="26606"/>
          <ac:spMkLst>
            <pc:docMk/>
            <pc:sldMk cId="1449962788" sldId="290"/>
            <ac:spMk id="3" creationId="{32E40D08-D6F9-0893-695F-B639BF7BEFA1}"/>
          </ac:spMkLst>
        </pc:spChg>
        <pc:spChg chg="add">
          <ac:chgData name="Jeffrey Moe" userId="495852c6-9817-4bbb-9162-b2e8ad79383d" providerId="ADAL" clId="{2FB4B0A2-8915-471C-98B9-F3907E787492}" dt="2025-06-13T22:11:49.823" v="11500" actId="26606"/>
          <ac:spMkLst>
            <pc:docMk/>
            <pc:sldMk cId="1449962788" sldId="290"/>
            <ac:spMk id="8" creationId="{907EF6B7-1338-4443-8C46-6A318D952DFD}"/>
          </ac:spMkLst>
        </pc:spChg>
        <pc:spChg chg="add">
          <ac:chgData name="Jeffrey Moe" userId="495852c6-9817-4bbb-9162-b2e8ad79383d" providerId="ADAL" clId="{2FB4B0A2-8915-471C-98B9-F3907E787492}" dt="2025-06-13T22:11:49.823" v="11500" actId="26606"/>
          <ac:spMkLst>
            <pc:docMk/>
            <pc:sldMk cId="1449962788" sldId="290"/>
            <ac:spMk id="10" creationId="{DAAE4CDD-124C-4DCF-9584-B6033B545DD5}"/>
          </ac:spMkLst>
        </pc:spChg>
        <pc:spChg chg="add">
          <ac:chgData name="Jeffrey Moe" userId="495852c6-9817-4bbb-9162-b2e8ad79383d" providerId="ADAL" clId="{2FB4B0A2-8915-471C-98B9-F3907E787492}" dt="2025-06-13T22:11:49.823" v="11500" actId="26606"/>
          <ac:spMkLst>
            <pc:docMk/>
            <pc:sldMk cId="1449962788" sldId="290"/>
            <ac:spMk id="12" creationId="{081E4A58-353D-44AE-B2FC-2A74E2E400F7}"/>
          </ac:spMkLst>
        </pc:spChg>
      </pc:sldChg>
      <pc:sldChg chg="addSp delSp modSp new mod setBg modClrScheme chgLayout modNotesTx">
        <pc:chgData name="Jeffrey Moe" userId="495852c6-9817-4bbb-9162-b2e8ad79383d" providerId="ADAL" clId="{2FB4B0A2-8915-471C-98B9-F3907E787492}" dt="2025-06-13T22:23:37.142" v="13610" actId="20577"/>
        <pc:sldMkLst>
          <pc:docMk/>
          <pc:sldMk cId="4076430279" sldId="291"/>
        </pc:sldMkLst>
        <pc:spChg chg="del mod ord">
          <ac:chgData name="Jeffrey Moe" userId="495852c6-9817-4bbb-9162-b2e8ad79383d" providerId="ADAL" clId="{2FB4B0A2-8915-471C-98B9-F3907E787492}" dt="2025-06-13T22:14:09.112" v="11567" actId="700"/>
          <ac:spMkLst>
            <pc:docMk/>
            <pc:sldMk cId="4076430279" sldId="291"/>
            <ac:spMk id="2" creationId="{5B1C1B56-ABE9-3A47-99B2-C095EE2F81D8}"/>
          </ac:spMkLst>
        </pc:spChg>
        <pc:spChg chg="del mod ord">
          <ac:chgData name="Jeffrey Moe" userId="495852c6-9817-4bbb-9162-b2e8ad79383d" providerId="ADAL" clId="{2FB4B0A2-8915-471C-98B9-F3907E787492}" dt="2025-06-13T22:14:09.112" v="11567" actId="700"/>
          <ac:spMkLst>
            <pc:docMk/>
            <pc:sldMk cId="4076430279" sldId="291"/>
            <ac:spMk id="3" creationId="{F74A65A4-9C38-5B06-52D6-27BFB15828C5}"/>
          </ac:spMkLst>
        </pc:spChg>
        <pc:spChg chg="add mod ord">
          <ac:chgData name="Jeffrey Moe" userId="495852c6-9817-4bbb-9162-b2e8ad79383d" providerId="ADAL" clId="{2FB4B0A2-8915-471C-98B9-F3907E787492}" dt="2025-06-13T22:17:01.012" v="12060" actId="26606"/>
          <ac:spMkLst>
            <pc:docMk/>
            <pc:sldMk cId="4076430279" sldId="291"/>
            <ac:spMk id="4" creationId="{113D6EFE-58C9-987A-C95A-F26E52BEDCE9}"/>
          </ac:spMkLst>
        </pc:spChg>
        <pc:spChg chg="add mod ord">
          <ac:chgData name="Jeffrey Moe" userId="495852c6-9817-4bbb-9162-b2e8ad79383d" providerId="ADAL" clId="{2FB4B0A2-8915-471C-98B9-F3907E787492}" dt="2025-06-13T22:17:01.012" v="12060" actId="26606"/>
          <ac:spMkLst>
            <pc:docMk/>
            <pc:sldMk cId="4076430279" sldId="291"/>
            <ac:spMk id="5" creationId="{DF72C1A4-26F3-5374-B13F-609332D99A80}"/>
          </ac:spMkLst>
        </pc:spChg>
        <pc:spChg chg="add">
          <ac:chgData name="Jeffrey Moe" userId="495852c6-9817-4bbb-9162-b2e8ad79383d" providerId="ADAL" clId="{2FB4B0A2-8915-471C-98B9-F3907E787492}" dt="2025-06-13T22:17:01.012" v="12060" actId="26606"/>
          <ac:spMkLst>
            <pc:docMk/>
            <pc:sldMk cId="4076430279" sldId="291"/>
            <ac:spMk id="10" creationId="{907EF6B7-1338-4443-8C46-6A318D952DFD}"/>
          </ac:spMkLst>
        </pc:spChg>
        <pc:spChg chg="add">
          <ac:chgData name="Jeffrey Moe" userId="495852c6-9817-4bbb-9162-b2e8ad79383d" providerId="ADAL" clId="{2FB4B0A2-8915-471C-98B9-F3907E787492}" dt="2025-06-13T22:17:01.012" v="12060" actId="26606"/>
          <ac:spMkLst>
            <pc:docMk/>
            <pc:sldMk cId="4076430279" sldId="291"/>
            <ac:spMk id="12" creationId="{DAAE4CDD-124C-4DCF-9584-B6033B545DD5}"/>
          </ac:spMkLst>
        </pc:spChg>
        <pc:spChg chg="add">
          <ac:chgData name="Jeffrey Moe" userId="495852c6-9817-4bbb-9162-b2e8ad79383d" providerId="ADAL" clId="{2FB4B0A2-8915-471C-98B9-F3907E787492}" dt="2025-06-13T22:17:01.012" v="12060" actId="26606"/>
          <ac:spMkLst>
            <pc:docMk/>
            <pc:sldMk cId="4076430279" sldId="291"/>
            <ac:spMk id="14" creationId="{081E4A58-353D-44AE-B2FC-2A74E2E400F7}"/>
          </ac:spMkLst>
        </pc:spChg>
      </pc:sldChg>
    </pc:docChg>
  </pc:docChgLst>
  <pc:docChgLst>
    <pc:chgData name="Jeffrey Moe" userId="495852c6-9817-4bbb-9162-b2e8ad79383d" providerId="ADAL" clId="{4EB92B56-6C0F-47F4-A28A-7EB0E5A44CC9}"/>
    <pc:docChg chg="undo redo custSel addSld modSld sldOrd">
      <pc:chgData name="Jeffrey Moe" userId="495852c6-9817-4bbb-9162-b2e8ad79383d" providerId="ADAL" clId="{4EB92B56-6C0F-47F4-A28A-7EB0E5A44CC9}" dt="2025-06-12T19:04:22.395" v="6289" actId="20577"/>
      <pc:docMkLst>
        <pc:docMk/>
      </pc:docMkLst>
      <pc:sldChg chg="addSp delSp modSp mod setBg">
        <pc:chgData name="Jeffrey Moe" userId="495852c6-9817-4bbb-9162-b2e8ad79383d" providerId="ADAL" clId="{4EB92B56-6C0F-47F4-A28A-7EB0E5A44CC9}" dt="2025-06-09T17:19:40.422" v="8" actId="26606"/>
        <pc:sldMkLst>
          <pc:docMk/>
          <pc:sldMk cId="2592392770" sldId="257"/>
        </pc:sldMkLst>
        <pc:spChg chg="mod">
          <ac:chgData name="Jeffrey Moe" userId="495852c6-9817-4bbb-9162-b2e8ad79383d" providerId="ADAL" clId="{4EB92B56-6C0F-47F4-A28A-7EB0E5A44CC9}" dt="2025-06-09T17:19:40.398" v="7" actId="26606"/>
          <ac:spMkLst>
            <pc:docMk/>
            <pc:sldMk cId="2592392770" sldId="257"/>
            <ac:spMk id="2" creationId="{CABC0166-D671-61CD-9C88-4975B282D0A1}"/>
          </ac:spMkLst>
        </pc:spChg>
        <pc:graphicFrameChg chg="add">
          <ac:chgData name="Jeffrey Moe" userId="495852c6-9817-4bbb-9162-b2e8ad79383d" providerId="ADAL" clId="{4EB92B56-6C0F-47F4-A28A-7EB0E5A44CC9}" dt="2025-06-09T17:19:40.422" v="8" actId="26606"/>
          <ac:graphicFrameMkLst>
            <pc:docMk/>
            <pc:sldMk cId="2592392770" sldId="257"/>
            <ac:graphicFrameMk id="20" creationId="{8B5A6B39-3BBA-687F-4BCC-3D4CC214B5A4}"/>
          </ac:graphicFrameMkLst>
        </pc:graphicFrameChg>
      </pc:sldChg>
      <pc:sldChg chg="addSp delSp modSp new mod setBg modClrScheme chgLayout">
        <pc:chgData name="Jeffrey Moe" userId="495852c6-9817-4bbb-9162-b2e8ad79383d" providerId="ADAL" clId="{4EB92B56-6C0F-47F4-A28A-7EB0E5A44CC9}" dt="2025-06-09T17:20:24.039" v="13" actId="26606"/>
        <pc:sldMkLst>
          <pc:docMk/>
          <pc:sldMk cId="1623788053" sldId="258"/>
        </pc:sldMkLst>
        <pc:spChg chg="add mod ord">
          <ac:chgData name="Jeffrey Moe" userId="495852c6-9817-4bbb-9162-b2e8ad79383d" providerId="ADAL" clId="{4EB92B56-6C0F-47F4-A28A-7EB0E5A44CC9}" dt="2025-06-09T17:20:24.039" v="13" actId="26606"/>
          <ac:spMkLst>
            <pc:docMk/>
            <pc:sldMk cId="1623788053" sldId="258"/>
            <ac:spMk id="4" creationId="{A6C4A954-077A-14DF-D4AC-5A43DABD07C8}"/>
          </ac:spMkLst>
        </pc:spChg>
        <pc:spChg chg="add mod ord">
          <ac:chgData name="Jeffrey Moe" userId="495852c6-9817-4bbb-9162-b2e8ad79383d" providerId="ADAL" clId="{4EB92B56-6C0F-47F4-A28A-7EB0E5A44CC9}" dt="2025-06-09T17:20:24.039" v="13" actId="26606"/>
          <ac:spMkLst>
            <pc:docMk/>
            <pc:sldMk cId="1623788053" sldId="258"/>
            <ac:spMk id="5" creationId="{E0E0B856-30E6-3D4C-B8A0-D61B1399CCE8}"/>
          </ac:spMkLst>
        </pc:spChg>
        <pc:spChg chg="add">
          <ac:chgData name="Jeffrey Moe" userId="495852c6-9817-4bbb-9162-b2e8ad79383d" providerId="ADAL" clId="{4EB92B56-6C0F-47F4-A28A-7EB0E5A44CC9}" dt="2025-06-09T17:20:24.039" v="13" actId="26606"/>
          <ac:spMkLst>
            <pc:docMk/>
            <pc:sldMk cId="1623788053" sldId="258"/>
            <ac:spMk id="10" creationId="{FEC7823C-FDD6-429C-986C-063FDEBF9EAA}"/>
          </ac:spMkLst>
        </pc:spChg>
        <pc:spChg chg="add">
          <ac:chgData name="Jeffrey Moe" userId="495852c6-9817-4bbb-9162-b2e8ad79383d" providerId="ADAL" clId="{4EB92B56-6C0F-47F4-A28A-7EB0E5A44CC9}" dt="2025-06-09T17:20:24.039" v="13" actId="26606"/>
          <ac:spMkLst>
            <pc:docMk/>
            <pc:sldMk cId="1623788053" sldId="258"/>
            <ac:spMk id="12" creationId="{9CF7FE1C-8BC5-4B0C-A2BC-93AB72C90FDD}"/>
          </ac:spMkLst>
        </pc:spChg>
        <pc:spChg chg="add">
          <ac:chgData name="Jeffrey Moe" userId="495852c6-9817-4bbb-9162-b2e8ad79383d" providerId="ADAL" clId="{4EB92B56-6C0F-47F4-A28A-7EB0E5A44CC9}" dt="2025-06-09T17:20:24.039" v="13" actId="26606"/>
          <ac:spMkLst>
            <pc:docMk/>
            <pc:sldMk cId="1623788053" sldId="258"/>
            <ac:spMk id="14" creationId="{B0651F5E-0457-4065-ACB2-8B81590C204B}"/>
          </ac:spMkLst>
        </pc:spChg>
      </pc:sldChg>
      <pc:sldChg chg="addSp delSp modSp new mod setBg modClrScheme chgLayout">
        <pc:chgData name="Jeffrey Moe" userId="495852c6-9817-4bbb-9162-b2e8ad79383d" providerId="ADAL" clId="{4EB92B56-6C0F-47F4-A28A-7EB0E5A44CC9}" dt="2025-06-09T17:32:47.299" v="511" actId="26606"/>
        <pc:sldMkLst>
          <pc:docMk/>
          <pc:sldMk cId="1313657437" sldId="259"/>
        </pc:sldMkLst>
        <pc:spChg chg="add mod ord">
          <ac:chgData name="Jeffrey Moe" userId="495852c6-9817-4bbb-9162-b2e8ad79383d" providerId="ADAL" clId="{4EB92B56-6C0F-47F4-A28A-7EB0E5A44CC9}" dt="2025-06-09T17:32:47.299" v="511" actId="26606"/>
          <ac:spMkLst>
            <pc:docMk/>
            <pc:sldMk cId="1313657437" sldId="259"/>
            <ac:spMk id="4" creationId="{9DC1C3C2-0438-006E-B264-491FF6836D9A}"/>
          </ac:spMkLst>
        </pc:spChg>
        <pc:spChg chg="add">
          <ac:chgData name="Jeffrey Moe" userId="495852c6-9817-4bbb-9162-b2e8ad79383d" providerId="ADAL" clId="{4EB92B56-6C0F-47F4-A28A-7EB0E5A44CC9}" dt="2025-06-09T17:32:47.299" v="511" actId="26606"/>
          <ac:spMkLst>
            <pc:docMk/>
            <pc:sldMk cId="1313657437" sldId="259"/>
            <ac:spMk id="11" creationId="{600DC1B0-7E1A-BD02-3F93-19E6B1B75075}"/>
          </ac:spMkLst>
        </pc:spChg>
        <pc:graphicFrameChg chg="add">
          <ac:chgData name="Jeffrey Moe" userId="495852c6-9817-4bbb-9162-b2e8ad79383d" providerId="ADAL" clId="{4EB92B56-6C0F-47F4-A28A-7EB0E5A44CC9}" dt="2025-06-09T17:32:47.299" v="511" actId="26606"/>
          <ac:graphicFrameMkLst>
            <pc:docMk/>
            <pc:sldMk cId="1313657437" sldId="259"/>
            <ac:graphicFrameMk id="7" creationId="{DA2A7DAB-6448-19E5-948C-4BA1D160E713}"/>
          </ac:graphicFrameMkLst>
        </pc:graphicFrameChg>
      </pc:sldChg>
      <pc:sldChg chg="modSp new mod">
        <pc:chgData name="Jeffrey Moe" userId="495852c6-9817-4bbb-9162-b2e8ad79383d" providerId="ADAL" clId="{4EB92B56-6C0F-47F4-A28A-7EB0E5A44CC9}" dt="2025-06-09T17:23:16.701" v="75" actId="20577"/>
        <pc:sldMkLst>
          <pc:docMk/>
          <pc:sldMk cId="1068215671" sldId="260"/>
        </pc:sldMkLst>
        <pc:spChg chg="mod">
          <ac:chgData name="Jeffrey Moe" userId="495852c6-9817-4bbb-9162-b2e8ad79383d" providerId="ADAL" clId="{4EB92B56-6C0F-47F4-A28A-7EB0E5A44CC9}" dt="2025-06-09T17:23:16.701" v="75" actId="20577"/>
          <ac:spMkLst>
            <pc:docMk/>
            <pc:sldMk cId="1068215671" sldId="260"/>
            <ac:spMk id="2" creationId="{CB13C21A-3FF6-5CF3-2A3B-9956EF3401DC}"/>
          </ac:spMkLst>
        </pc:spChg>
        <pc:spChg chg="mod">
          <ac:chgData name="Jeffrey Moe" userId="495852c6-9817-4bbb-9162-b2e8ad79383d" providerId="ADAL" clId="{4EB92B56-6C0F-47F4-A28A-7EB0E5A44CC9}" dt="2025-06-09T17:23:10.044" v="63"/>
          <ac:spMkLst>
            <pc:docMk/>
            <pc:sldMk cId="1068215671" sldId="260"/>
            <ac:spMk id="3" creationId="{2AF5031C-EBE5-5512-F626-BC9ADA9B10BE}"/>
          </ac:spMkLst>
        </pc:spChg>
      </pc:sldChg>
      <pc:sldChg chg="modSp new mod">
        <pc:chgData name="Jeffrey Moe" userId="495852c6-9817-4bbb-9162-b2e8ad79383d" providerId="ADAL" clId="{4EB92B56-6C0F-47F4-A28A-7EB0E5A44CC9}" dt="2025-06-09T17:33:07.985" v="553" actId="20577"/>
        <pc:sldMkLst>
          <pc:docMk/>
          <pc:sldMk cId="3718805283" sldId="261"/>
        </pc:sldMkLst>
        <pc:spChg chg="mod">
          <ac:chgData name="Jeffrey Moe" userId="495852c6-9817-4bbb-9162-b2e8ad79383d" providerId="ADAL" clId="{4EB92B56-6C0F-47F4-A28A-7EB0E5A44CC9}" dt="2025-06-09T17:33:07.985" v="553" actId="20577"/>
          <ac:spMkLst>
            <pc:docMk/>
            <pc:sldMk cId="3718805283" sldId="261"/>
            <ac:spMk id="2" creationId="{B76A0A3F-C7A6-C379-B0CD-ED013D3F77BA}"/>
          </ac:spMkLst>
        </pc:spChg>
      </pc:sldChg>
      <pc:sldChg chg="modSp mod">
        <pc:chgData name="Jeffrey Moe" userId="495852c6-9817-4bbb-9162-b2e8ad79383d" providerId="ADAL" clId="{4EB92B56-6C0F-47F4-A28A-7EB0E5A44CC9}" dt="2025-06-12T16:32:57.493" v="5341" actId="20577"/>
        <pc:sldMkLst>
          <pc:docMk/>
          <pc:sldMk cId="58403858" sldId="265"/>
        </pc:sldMkLst>
        <pc:spChg chg="mod">
          <ac:chgData name="Jeffrey Moe" userId="495852c6-9817-4bbb-9162-b2e8ad79383d" providerId="ADAL" clId="{4EB92B56-6C0F-47F4-A28A-7EB0E5A44CC9}" dt="2025-06-12T16:32:57.493" v="5341" actId="20577"/>
          <ac:spMkLst>
            <pc:docMk/>
            <pc:sldMk cId="58403858" sldId="265"/>
            <ac:spMk id="5" creationId="{49B7F683-05DE-7448-FC6D-CEE99F10DC6E}"/>
          </ac:spMkLst>
        </pc:spChg>
      </pc:sldChg>
      <pc:sldChg chg="modSp mod">
        <pc:chgData name="Jeffrey Moe" userId="495852c6-9817-4bbb-9162-b2e8ad79383d" providerId="ADAL" clId="{4EB92B56-6C0F-47F4-A28A-7EB0E5A44CC9}" dt="2025-06-12T16:47:41.589" v="5567"/>
        <pc:sldMkLst>
          <pc:docMk/>
          <pc:sldMk cId="1579161389" sldId="266"/>
        </pc:sldMkLst>
        <pc:spChg chg="mod">
          <ac:chgData name="Jeffrey Moe" userId="495852c6-9817-4bbb-9162-b2e8ad79383d" providerId="ADAL" clId="{4EB92B56-6C0F-47F4-A28A-7EB0E5A44CC9}" dt="2025-06-12T16:47:41.589" v="5567"/>
          <ac:spMkLst>
            <pc:docMk/>
            <pc:sldMk cId="1579161389" sldId="266"/>
            <ac:spMk id="2" creationId="{BFCD7754-C0B4-42F2-0794-8596B9E2AA77}"/>
          </ac:spMkLst>
        </pc:spChg>
        <pc:spChg chg="mod">
          <ac:chgData name="Jeffrey Moe" userId="495852c6-9817-4bbb-9162-b2e8ad79383d" providerId="ADAL" clId="{4EB92B56-6C0F-47F4-A28A-7EB0E5A44CC9}" dt="2025-06-12T16:44:10.793" v="5537" actId="27636"/>
          <ac:spMkLst>
            <pc:docMk/>
            <pc:sldMk cId="1579161389" sldId="266"/>
            <ac:spMk id="3" creationId="{6A2905CA-7F8E-52AA-DCDB-626C7828D9BC}"/>
          </ac:spMkLst>
        </pc:spChg>
      </pc:sldChg>
      <pc:sldChg chg="addSp delSp modSp new mod setBg modClrScheme chgLayout">
        <pc:chgData name="Jeffrey Moe" userId="495852c6-9817-4bbb-9162-b2e8ad79383d" providerId="ADAL" clId="{4EB92B56-6C0F-47F4-A28A-7EB0E5A44CC9}" dt="2025-06-11T20:00:58.740" v="1374" actId="207"/>
        <pc:sldMkLst>
          <pc:docMk/>
          <pc:sldMk cId="693023404" sldId="271"/>
        </pc:sldMkLst>
        <pc:spChg chg="add mod ord">
          <ac:chgData name="Jeffrey Moe" userId="495852c6-9817-4bbb-9162-b2e8ad79383d" providerId="ADAL" clId="{4EB92B56-6C0F-47F4-A28A-7EB0E5A44CC9}" dt="2025-06-11T19:58:35.488" v="1366" actId="26606"/>
          <ac:spMkLst>
            <pc:docMk/>
            <pc:sldMk cId="693023404" sldId="271"/>
            <ac:spMk id="4" creationId="{8ADEBAFC-84A0-9BD2-099C-3164587F8E4F}"/>
          </ac:spMkLst>
        </pc:spChg>
        <pc:spChg chg="add mod">
          <ac:chgData name="Jeffrey Moe" userId="495852c6-9817-4bbb-9162-b2e8ad79383d" providerId="ADAL" clId="{4EB92B56-6C0F-47F4-A28A-7EB0E5A44CC9}" dt="2025-06-11T19:58:35.488" v="1366" actId="26606"/>
          <ac:spMkLst>
            <pc:docMk/>
            <pc:sldMk cId="693023404" sldId="271"/>
            <ac:spMk id="7" creationId="{E45BC0E1-B299-0A8E-E7C6-DC4EDB9A4EAD}"/>
          </ac:spMkLst>
        </pc:spChg>
        <pc:spChg chg="add">
          <ac:chgData name="Jeffrey Moe" userId="495852c6-9817-4bbb-9162-b2e8ad79383d" providerId="ADAL" clId="{4EB92B56-6C0F-47F4-A28A-7EB0E5A44CC9}" dt="2025-06-11T19:58:35.488" v="1366" actId="26606"/>
          <ac:spMkLst>
            <pc:docMk/>
            <pc:sldMk cId="693023404" sldId="271"/>
            <ac:spMk id="15" creationId="{70DFA0FD-AB28-4B25-B870-4D2BBC35BA1D}"/>
          </ac:spMkLst>
        </pc:spChg>
        <pc:grpChg chg="add">
          <ac:chgData name="Jeffrey Moe" userId="495852c6-9817-4bbb-9162-b2e8ad79383d" providerId="ADAL" clId="{4EB92B56-6C0F-47F4-A28A-7EB0E5A44CC9}" dt="2025-06-11T19:58:35.488" v="1366" actId="26606"/>
          <ac:grpSpMkLst>
            <pc:docMk/>
            <pc:sldMk cId="693023404" sldId="271"/>
            <ac:grpSpMk id="17" creationId="{0D628DFB-9CD1-4E2B-8B44-9FDF7E80F6D9}"/>
          </ac:grpSpMkLst>
        </pc:grpChg>
        <pc:graphicFrameChg chg="add mod ord modGraphic">
          <ac:chgData name="Jeffrey Moe" userId="495852c6-9817-4bbb-9162-b2e8ad79383d" providerId="ADAL" clId="{4EB92B56-6C0F-47F4-A28A-7EB0E5A44CC9}" dt="2025-06-11T19:58:53.459" v="1371"/>
          <ac:graphicFrameMkLst>
            <pc:docMk/>
            <pc:sldMk cId="693023404" sldId="271"/>
            <ac:graphicFrameMk id="9" creationId="{017F4FDE-3B0B-B26A-35C3-A68AA15E758D}"/>
          </ac:graphicFrameMkLst>
        </pc:graphicFrameChg>
        <pc:picChg chg="add mod">
          <ac:chgData name="Jeffrey Moe" userId="495852c6-9817-4bbb-9162-b2e8ad79383d" providerId="ADAL" clId="{4EB92B56-6C0F-47F4-A28A-7EB0E5A44CC9}" dt="2025-06-11T20:00:58.740" v="1374" actId="207"/>
          <ac:picMkLst>
            <pc:docMk/>
            <pc:sldMk cId="693023404" sldId="271"/>
            <ac:picMk id="11" creationId="{9A46431B-AA47-E7C1-3CF5-2185E05787BA}"/>
          </ac:picMkLst>
        </pc:picChg>
      </pc:sldChg>
      <pc:sldChg chg="addSp delSp modSp new mod setBg">
        <pc:chgData name="Jeffrey Moe" userId="495852c6-9817-4bbb-9162-b2e8ad79383d" providerId="ADAL" clId="{4EB92B56-6C0F-47F4-A28A-7EB0E5A44CC9}" dt="2025-06-11T20:24:45.871" v="2301" actId="20577"/>
        <pc:sldMkLst>
          <pc:docMk/>
          <pc:sldMk cId="2557488344" sldId="272"/>
        </pc:sldMkLst>
        <pc:spChg chg="mod">
          <ac:chgData name="Jeffrey Moe" userId="495852c6-9817-4bbb-9162-b2e8ad79383d" providerId="ADAL" clId="{4EB92B56-6C0F-47F4-A28A-7EB0E5A44CC9}" dt="2025-06-11T20:24:13.750" v="2294" actId="26606"/>
          <ac:spMkLst>
            <pc:docMk/>
            <pc:sldMk cId="2557488344" sldId="272"/>
            <ac:spMk id="2" creationId="{A92B03EF-A85C-7F30-9521-8FE805CABAED}"/>
          </ac:spMkLst>
        </pc:spChg>
        <pc:spChg chg="add">
          <ac:chgData name="Jeffrey Moe" userId="495852c6-9817-4bbb-9162-b2e8ad79383d" providerId="ADAL" clId="{4EB92B56-6C0F-47F4-A28A-7EB0E5A44CC9}" dt="2025-06-11T20:24:13.750" v="2294" actId="26606"/>
          <ac:spMkLst>
            <pc:docMk/>
            <pc:sldMk cId="2557488344" sldId="272"/>
            <ac:spMk id="9" creationId="{600DC1B0-7E1A-BD02-3F93-19E6B1B75075}"/>
          </ac:spMkLst>
        </pc:spChg>
        <pc:graphicFrameChg chg="add mod">
          <ac:chgData name="Jeffrey Moe" userId="495852c6-9817-4bbb-9162-b2e8ad79383d" providerId="ADAL" clId="{4EB92B56-6C0F-47F4-A28A-7EB0E5A44CC9}" dt="2025-06-11T20:24:45.871" v="2301" actId="20577"/>
          <ac:graphicFrameMkLst>
            <pc:docMk/>
            <pc:sldMk cId="2557488344" sldId="272"/>
            <ac:graphicFrameMk id="6" creationId="{F6AE3780-FCDF-6F1B-5100-80C847393F3B}"/>
          </ac:graphicFrameMkLst>
        </pc:graphicFrameChg>
      </pc:sldChg>
      <pc:sldChg chg="addSp delSp modSp new mod">
        <pc:chgData name="Jeffrey Moe" userId="495852c6-9817-4bbb-9162-b2e8ad79383d" providerId="ADAL" clId="{4EB92B56-6C0F-47F4-A28A-7EB0E5A44CC9}" dt="2025-06-12T15:01:51.333" v="5196" actId="403"/>
        <pc:sldMkLst>
          <pc:docMk/>
          <pc:sldMk cId="1042662264" sldId="273"/>
        </pc:sldMkLst>
        <pc:spChg chg="mod">
          <ac:chgData name="Jeffrey Moe" userId="495852c6-9817-4bbb-9162-b2e8ad79383d" providerId="ADAL" clId="{4EB92B56-6C0F-47F4-A28A-7EB0E5A44CC9}" dt="2025-06-11T20:05:07.935" v="1460" actId="20577"/>
          <ac:spMkLst>
            <pc:docMk/>
            <pc:sldMk cId="1042662264" sldId="273"/>
            <ac:spMk id="2" creationId="{0AA86DAE-0954-1374-129E-F3D4B1A5B93F}"/>
          </ac:spMkLst>
        </pc:spChg>
        <pc:spChg chg="del mod">
          <ac:chgData name="Jeffrey Moe" userId="495852c6-9817-4bbb-9162-b2e8ad79383d" providerId="ADAL" clId="{4EB92B56-6C0F-47F4-A28A-7EB0E5A44CC9}" dt="2025-06-12T15:01:46.786" v="5195" actId="26606"/>
          <ac:spMkLst>
            <pc:docMk/>
            <pc:sldMk cId="1042662264" sldId="273"/>
            <ac:spMk id="3" creationId="{321338E8-18F5-74C4-C8A4-B69CDB09A868}"/>
          </ac:spMkLst>
        </pc:spChg>
        <pc:spChg chg="add mod">
          <ac:chgData name="Jeffrey Moe" userId="495852c6-9817-4bbb-9162-b2e8ad79383d" providerId="ADAL" clId="{4EB92B56-6C0F-47F4-A28A-7EB0E5A44CC9}" dt="2025-06-12T14:43:06.418" v="4486" actId="114"/>
          <ac:spMkLst>
            <pc:docMk/>
            <pc:sldMk cId="1042662264" sldId="273"/>
            <ac:spMk id="5" creationId="{FED3EADA-7162-B90A-D142-2F134688722F}"/>
          </ac:spMkLst>
        </pc:spChg>
        <pc:graphicFrameChg chg="add modGraphic">
          <ac:chgData name="Jeffrey Moe" userId="495852c6-9817-4bbb-9162-b2e8ad79383d" providerId="ADAL" clId="{4EB92B56-6C0F-47F4-A28A-7EB0E5A44CC9}" dt="2025-06-12T15:01:51.333" v="5196" actId="403"/>
          <ac:graphicFrameMkLst>
            <pc:docMk/>
            <pc:sldMk cId="1042662264" sldId="273"/>
            <ac:graphicFrameMk id="7" creationId="{59BC1829-E12E-5CD4-E55E-BD4DFA59AEAA}"/>
          </ac:graphicFrameMkLst>
        </pc:graphicFrameChg>
      </pc:sldChg>
      <pc:sldChg chg="addSp delSp modSp new mod setBg">
        <pc:chgData name="Jeffrey Moe" userId="495852c6-9817-4bbb-9162-b2e8ad79383d" providerId="ADAL" clId="{4EB92B56-6C0F-47F4-A28A-7EB0E5A44CC9}" dt="2025-06-12T13:41:34.229" v="3057" actId="403"/>
        <pc:sldMkLst>
          <pc:docMk/>
          <pc:sldMk cId="2222100714" sldId="274"/>
        </pc:sldMkLst>
        <pc:spChg chg="mod">
          <ac:chgData name="Jeffrey Moe" userId="495852c6-9817-4bbb-9162-b2e8ad79383d" providerId="ADAL" clId="{4EB92B56-6C0F-47F4-A28A-7EB0E5A44CC9}" dt="2025-06-12T13:38:56.911" v="3031" actId="26606"/>
          <ac:spMkLst>
            <pc:docMk/>
            <pc:sldMk cId="2222100714" sldId="274"/>
            <ac:spMk id="2" creationId="{E59A4DCF-FAEE-F085-3B4C-D8F0D5C72758}"/>
          </ac:spMkLst>
        </pc:spChg>
        <pc:spChg chg="del mod">
          <ac:chgData name="Jeffrey Moe" userId="495852c6-9817-4bbb-9162-b2e8ad79383d" providerId="ADAL" clId="{4EB92B56-6C0F-47F4-A28A-7EB0E5A44CC9}" dt="2025-06-12T13:38:47.788" v="3030" actId="26606"/>
          <ac:spMkLst>
            <pc:docMk/>
            <pc:sldMk cId="2222100714" sldId="274"/>
            <ac:spMk id="3" creationId="{03F648CD-9008-43B9-6135-959EDE4B297A}"/>
          </ac:spMkLst>
        </pc:spChg>
        <pc:spChg chg="add mod">
          <ac:chgData name="Jeffrey Moe" userId="495852c6-9817-4bbb-9162-b2e8ad79383d" providerId="ADAL" clId="{4EB92B56-6C0F-47F4-A28A-7EB0E5A44CC9}" dt="2025-06-12T13:38:56.911" v="3031" actId="26606"/>
          <ac:spMkLst>
            <pc:docMk/>
            <pc:sldMk cId="2222100714" sldId="274"/>
            <ac:spMk id="5" creationId="{86F1619E-4C66-524A-83F3-2F8442B76613}"/>
          </ac:spMkLst>
        </pc:spChg>
        <pc:spChg chg="add">
          <ac:chgData name="Jeffrey Moe" userId="495852c6-9817-4bbb-9162-b2e8ad79383d" providerId="ADAL" clId="{4EB92B56-6C0F-47F4-A28A-7EB0E5A44CC9}" dt="2025-06-12T13:38:56.911" v="3031" actId="26606"/>
          <ac:spMkLst>
            <pc:docMk/>
            <pc:sldMk cId="2222100714" sldId="274"/>
            <ac:spMk id="13" creationId="{B50AB553-2A96-4A92-96F2-93548E096954}"/>
          </ac:spMkLst>
        </pc:spChg>
        <pc:graphicFrameChg chg="add mod ord modGraphic">
          <ac:chgData name="Jeffrey Moe" userId="495852c6-9817-4bbb-9162-b2e8ad79383d" providerId="ADAL" clId="{4EB92B56-6C0F-47F4-A28A-7EB0E5A44CC9}" dt="2025-06-12T13:41:34.229" v="3057" actId="403"/>
          <ac:graphicFrameMkLst>
            <pc:docMk/>
            <pc:sldMk cId="2222100714" sldId="274"/>
            <ac:graphicFrameMk id="7" creationId="{63F6F16A-56D8-BE58-2F45-ABF2285AF1B3}"/>
          </ac:graphicFrameMkLst>
        </pc:graphicFrameChg>
        <pc:picChg chg="add mod">
          <ac:chgData name="Jeffrey Moe" userId="495852c6-9817-4bbb-9162-b2e8ad79383d" providerId="ADAL" clId="{4EB92B56-6C0F-47F4-A28A-7EB0E5A44CC9}" dt="2025-06-12T13:39:04.697" v="3032" actId="27614"/>
          <ac:picMkLst>
            <pc:docMk/>
            <pc:sldMk cId="2222100714" sldId="274"/>
            <ac:picMk id="9" creationId="{742D67DB-1BD7-EECB-4230-16B57066FBC0}"/>
          </ac:picMkLst>
        </pc:picChg>
      </pc:sldChg>
      <pc:sldChg chg="addSp delSp modSp new mod setBg">
        <pc:chgData name="Jeffrey Moe" userId="495852c6-9817-4bbb-9162-b2e8ad79383d" providerId="ADAL" clId="{4EB92B56-6C0F-47F4-A28A-7EB0E5A44CC9}" dt="2025-06-12T14:05:38.414" v="4463" actId="20577"/>
        <pc:sldMkLst>
          <pc:docMk/>
          <pc:sldMk cId="2021213490" sldId="275"/>
        </pc:sldMkLst>
        <pc:spChg chg="mod">
          <ac:chgData name="Jeffrey Moe" userId="495852c6-9817-4bbb-9162-b2e8ad79383d" providerId="ADAL" clId="{4EB92B56-6C0F-47F4-A28A-7EB0E5A44CC9}" dt="2025-06-12T14:00:40.097" v="3971"/>
          <ac:spMkLst>
            <pc:docMk/>
            <pc:sldMk cId="2021213490" sldId="275"/>
            <ac:spMk id="2" creationId="{2D58AB39-963B-2B40-B057-810FDCBA6122}"/>
          </ac:spMkLst>
        </pc:spChg>
        <pc:spChg chg="del mod">
          <ac:chgData name="Jeffrey Moe" userId="495852c6-9817-4bbb-9162-b2e8ad79383d" providerId="ADAL" clId="{4EB92B56-6C0F-47F4-A28A-7EB0E5A44CC9}" dt="2025-06-12T13:59:22.163" v="3870" actId="26606"/>
          <ac:spMkLst>
            <pc:docMk/>
            <pc:sldMk cId="2021213490" sldId="275"/>
            <ac:spMk id="3" creationId="{3F2AD62B-7C72-EAE6-7F6F-462C621A7F3E}"/>
          </ac:spMkLst>
        </pc:spChg>
        <pc:spChg chg="add mod">
          <ac:chgData name="Jeffrey Moe" userId="495852c6-9817-4bbb-9162-b2e8ad79383d" providerId="ADAL" clId="{4EB92B56-6C0F-47F4-A28A-7EB0E5A44CC9}" dt="2025-06-12T14:00:47.617" v="3974" actId="1076"/>
          <ac:spMkLst>
            <pc:docMk/>
            <pc:sldMk cId="2021213490" sldId="275"/>
            <ac:spMk id="6" creationId="{AA3BABE2-DA38-93E5-1084-2D70190D923A}"/>
          </ac:spMkLst>
        </pc:spChg>
        <pc:spChg chg="add">
          <ac:chgData name="Jeffrey Moe" userId="495852c6-9817-4bbb-9162-b2e8ad79383d" providerId="ADAL" clId="{4EB92B56-6C0F-47F4-A28A-7EB0E5A44CC9}" dt="2025-06-12T13:59:22.163" v="3870" actId="26606"/>
          <ac:spMkLst>
            <pc:docMk/>
            <pc:sldMk cId="2021213490" sldId="275"/>
            <ac:spMk id="9" creationId="{600DC1B0-7E1A-BD02-3F93-19E6B1B75075}"/>
          </ac:spMkLst>
        </pc:spChg>
        <pc:graphicFrameChg chg="add mod modGraphic">
          <ac:chgData name="Jeffrey Moe" userId="495852c6-9817-4bbb-9162-b2e8ad79383d" providerId="ADAL" clId="{4EB92B56-6C0F-47F4-A28A-7EB0E5A44CC9}" dt="2025-06-12T14:05:38.414" v="4463" actId="20577"/>
          <ac:graphicFrameMkLst>
            <pc:docMk/>
            <pc:sldMk cId="2021213490" sldId="275"/>
            <ac:graphicFrameMk id="5" creationId="{B64EBBBE-73A4-43A1-A17F-5CE2494D2983}"/>
          </ac:graphicFrameMkLst>
        </pc:graphicFrameChg>
      </pc:sldChg>
      <pc:sldChg chg="modSp add mod ord">
        <pc:chgData name="Jeffrey Moe" userId="495852c6-9817-4bbb-9162-b2e8ad79383d" providerId="ADAL" clId="{4EB92B56-6C0F-47F4-A28A-7EB0E5A44CC9}" dt="2025-06-12T14:04:33.017" v="4245" actId="20577"/>
        <pc:sldMkLst>
          <pc:docMk/>
          <pc:sldMk cId="3666139372" sldId="276"/>
        </pc:sldMkLst>
        <pc:spChg chg="mod">
          <ac:chgData name="Jeffrey Moe" userId="495852c6-9817-4bbb-9162-b2e8ad79383d" providerId="ADAL" clId="{4EB92B56-6C0F-47F4-A28A-7EB0E5A44CC9}" dt="2025-06-12T14:04:33.017" v="4245" actId="20577"/>
          <ac:spMkLst>
            <pc:docMk/>
            <pc:sldMk cId="3666139372" sldId="276"/>
            <ac:spMk id="4" creationId="{C5E48BAE-AC55-73ED-5221-9428C3C3995A}"/>
          </ac:spMkLst>
        </pc:spChg>
      </pc:sldChg>
      <pc:sldChg chg="addSp delSp modSp new mod setBg modClrScheme chgLayout">
        <pc:chgData name="Jeffrey Moe" userId="495852c6-9817-4bbb-9162-b2e8ad79383d" providerId="ADAL" clId="{4EB92B56-6C0F-47F4-A28A-7EB0E5A44CC9}" dt="2025-06-12T18:54:35.948" v="6194" actId="1076"/>
        <pc:sldMkLst>
          <pc:docMk/>
          <pc:sldMk cId="573589470" sldId="277"/>
        </pc:sldMkLst>
        <pc:spChg chg="del mod ord">
          <ac:chgData name="Jeffrey Moe" userId="495852c6-9817-4bbb-9162-b2e8ad79383d" providerId="ADAL" clId="{4EB92B56-6C0F-47F4-A28A-7EB0E5A44CC9}" dt="2025-06-12T15:02:08.351" v="5198" actId="700"/>
          <ac:spMkLst>
            <pc:docMk/>
            <pc:sldMk cId="573589470" sldId="277"/>
            <ac:spMk id="2" creationId="{CEAB66A9-7DAC-3552-7836-D75AA9E2165F}"/>
          </ac:spMkLst>
        </pc:spChg>
        <pc:spChg chg="del mod ord">
          <ac:chgData name="Jeffrey Moe" userId="495852c6-9817-4bbb-9162-b2e8ad79383d" providerId="ADAL" clId="{4EB92B56-6C0F-47F4-A28A-7EB0E5A44CC9}" dt="2025-06-12T15:02:08.351" v="5198" actId="700"/>
          <ac:spMkLst>
            <pc:docMk/>
            <pc:sldMk cId="573589470" sldId="277"/>
            <ac:spMk id="3" creationId="{9EB2C5C2-4143-725D-5D67-4F234A483151}"/>
          </ac:spMkLst>
        </pc:spChg>
        <pc:spChg chg="add mod ord">
          <ac:chgData name="Jeffrey Moe" userId="495852c6-9817-4bbb-9162-b2e8ad79383d" providerId="ADAL" clId="{4EB92B56-6C0F-47F4-A28A-7EB0E5A44CC9}" dt="2025-06-12T18:35:32.009" v="6157" actId="26606"/>
          <ac:spMkLst>
            <pc:docMk/>
            <pc:sldMk cId="573589470" sldId="277"/>
            <ac:spMk id="4" creationId="{939AA0A8-072B-BC54-B149-00FF325E9E39}"/>
          </ac:spMkLst>
        </pc:spChg>
        <pc:spChg chg="add del mod ord">
          <ac:chgData name="Jeffrey Moe" userId="495852c6-9817-4bbb-9162-b2e8ad79383d" providerId="ADAL" clId="{4EB92B56-6C0F-47F4-A28A-7EB0E5A44CC9}" dt="2025-06-12T18:35:32.009" v="6157" actId="26606"/>
          <ac:spMkLst>
            <pc:docMk/>
            <pc:sldMk cId="573589470" sldId="277"/>
            <ac:spMk id="5" creationId="{99C331BF-62B8-E0A5-CBCE-64137CA818B6}"/>
          </ac:spMkLst>
        </pc:spChg>
        <pc:spChg chg="add del">
          <ac:chgData name="Jeffrey Moe" userId="495852c6-9817-4bbb-9162-b2e8ad79383d" providerId="ADAL" clId="{4EB92B56-6C0F-47F4-A28A-7EB0E5A44CC9}" dt="2025-06-12T15:38:32.786" v="5200" actId="22"/>
          <ac:spMkLst>
            <pc:docMk/>
            <pc:sldMk cId="573589470" sldId="277"/>
            <ac:spMk id="7" creationId="{EB45A5E2-440C-86D5-27BA-E63A935EAA60}"/>
          </ac:spMkLst>
        </pc:spChg>
        <pc:spChg chg="add">
          <ac:chgData name="Jeffrey Moe" userId="495852c6-9817-4bbb-9162-b2e8ad79383d" providerId="ADAL" clId="{4EB92B56-6C0F-47F4-A28A-7EB0E5A44CC9}" dt="2025-06-12T18:35:32.009" v="6157" actId="26606"/>
          <ac:spMkLst>
            <pc:docMk/>
            <pc:sldMk cId="573589470" sldId="277"/>
            <ac:spMk id="8" creationId="{600DC1B0-7E1A-BD02-3F93-19E6B1B75075}"/>
          </ac:spMkLst>
        </pc:spChg>
        <pc:spChg chg="add del mod">
          <ac:chgData name="Jeffrey Moe" userId="495852c6-9817-4bbb-9162-b2e8ad79383d" providerId="ADAL" clId="{4EB92B56-6C0F-47F4-A28A-7EB0E5A44CC9}" dt="2025-06-12T18:35:22.669" v="6155" actId="21"/>
          <ac:spMkLst>
            <pc:docMk/>
            <pc:sldMk cId="573589470" sldId="277"/>
            <ac:spMk id="9" creationId="{A2F1F215-A436-327E-A377-52FC11263183}"/>
          </ac:spMkLst>
        </pc:spChg>
        <pc:spChg chg="add del mod">
          <ac:chgData name="Jeffrey Moe" userId="495852c6-9817-4bbb-9162-b2e8ad79383d" providerId="ADAL" clId="{4EB92B56-6C0F-47F4-A28A-7EB0E5A44CC9}" dt="2025-06-12T18:35:22.669" v="6155" actId="21"/>
          <ac:spMkLst>
            <pc:docMk/>
            <pc:sldMk cId="573589470" sldId="277"/>
            <ac:spMk id="11" creationId="{631933F5-6F70-058D-2D14-15A9F87E7906}"/>
          </ac:spMkLst>
        </pc:spChg>
        <pc:spChg chg="add mod">
          <ac:chgData name="Jeffrey Moe" userId="495852c6-9817-4bbb-9162-b2e8ad79383d" providerId="ADAL" clId="{4EB92B56-6C0F-47F4-A28A-7EB0E5A44CC9}" dt="2025-06-12T18:54:35.948" v="6194" actId="1076"/>
          <ac:spMkLst>
            <pc:docMk/>
            <pc:sldMk cId="573589470" sldId="277"/>
            <ac:spMk id="12" creationId="{76625C36-2757-702F-6645-834EEFA496D0}"/>
          </ac:spMkLst>
        </pc:spChg>
        <pc:spChg chg="add mod">
          <ac:chgData name="Jeffrey Moe" userId="495852c6-9817-4bbb-9162-b2e8ad79383d" providerId="ADAL" clId="{4EB92B56-6C0F-47F4-A28A-7EB0E5A44CC9}" dt="2025-06-12T18:54:27.683" v="6191" actId="1076"/>
          <ac:spMkLst>
            <pc:docMk/>
            <pc:sldMk cId="573589470" sldId="277"/>
            <ac:spMk id="13" creationId="{4593B77C-9960-18C2-0D14-E5005E9B577E}"/>
          </ac:spMkLst>
        </pc:spChg>
        <pc:graphicFrameChg chg="add mod modGraphic">
          <ac:chgData name="Jeffrey Moe" userId="495852c6-9817-4bbb-9162-b2e8ad79383d" providerId="ADAL" clId="{4EB92B56-6C0F-47F4-A28A-7EB0E5A44CC9}" dt="2025-06-12T18:36:11.836" v="6165" actId="403"/>
          <ac:graphicFrameMkLst>
            <pc:docMk/>
            <pc:sldMk cId="573589470" sldId="277"/>
            <ac:graphicFrameMk id="10" creationId="{A7C6F6A0-745C-0B6C-6323-910FED700FEB}"/>
          </ac:graphicFrameMkLst>
        </pc:graphicFrameChg>
      </pc:sldChg>
      <pc:sldChg chg="addSp delSp modSp new mod">
        <pc:chgData name="Jeffrey Moe" userId="495852c6-9817-4bbb-9162-b2e8ad79383d" providerId="ADAL" clId="{4EB92B56-6C0F-47F4-A28A-7EB0E5A44CC9}" dt="2025-06-12T19:04:22.395" v="6289" actId="20577"/>
        <pc:sldMkLst>
          <pc:docMk/>
          <pc:sldMk cId="1757265123" sldId="278"/>
        </pc:sldMkLst>
        <pc:spChg chg="mod">
          <ac:chgData name="Jeffrey Moe" userId="495852c6-9817-4bbb-9162-b2e8ad79383d" providerId="ADAL" clId="{4EB92B56-6C0F-47F4-A28A-7EB0E5A44CC9}" dt="2025-06-12T18:36:34.329" v="6166"/>
          <ac:spMkLst>
            <pc:docMk/>
            <pc:sldMk cId="1757265123" sldId="278"/>
            <ac:spMk id="2" creationId="{8A94B427-FDE2-0F80-9CD8-48F1B2F948A9}"/>
          </ac:spMkLst>
        </pc:spChg>
        <pc:spChg chg="mod">
          <ac:chgData name="Jeffrey Moe" userId="495852c6-9817-4bbb-9162-b2e8ad79383d" providerId="ADAL" clId="{4EB92B56-6C0F-47F4-A28A-7EB0E5A44CC9}" dt="2025-06-12T19:04:22.395" v="6289" actId="20577"/>
          <ac:spMkLst>
            <pc:docMk/>
            <pc:sldMk cId="1757265123" sldId="278"/>
            <ac:spMk id="3" creationId="{7AC2825A-E9E8-50FF-795E-3053F41A9ECE}"/>
          </ac:spMkLst>
        </pc:spChg>
        <pc:spChg chg="add mod">
          <ac:chgData name="Jeffrey Moe" userId="495852c6-9817-4bbb-9162-b2e8ad79383d" providerId="ADAL" clId="{4EB92B56-6C0F-47F4-A28A-7EB0E5A44CC9}" dt="2025-06-12T19:03:31.295" v="6288" actId="1076"/>
          <ac:spMkLst>
            <pc:docMk/>
            <pc:sldMk cId="1757265123" sldId="278"/>
            <ac:spMk id="9" creationId="{A2F1F215-A436-327E-A377-52FC11263183}"/>
          </ac:spMkLst>
        </pc:spChg>
        <pc:spChg chg="add del mod">
          <ac:chgData name="Jeffrey Moe" userId="495852c6-9817-4bbb-9162-b2e8ad79383d" providerId="ADAL" clId="{4EB92B56-6C0F-47F4-A28A-7EB0E5A44CC9}" dt="2025-06-12T19:03:27.160" v="6287" actId="478"/>
          <ac:spMkLst>
            <pc:docMk/>
            <pc:sldMk cId="1757265123" sldId="278"/>
            <ac:spMk id="11" creationId="{631933F5-6F70-058D-2D14-15A9F87E7906}"/>
          </ac:spMkLst>
        </pc:spChg>
      </pc:sldChg>
      <pc:sldChg chg="modSp new mod">
        <pc:chgData name="Jeffrey Moe" userId="495852c6-9817-4bbb-9162-b2e8ad79383d" providerId="ADAL" clId="{4EB92B56-6C0F-47F4-A28A-7EB0E5A44CC9}" dt="2025-06-12T18:13:56.097" v="5760" actId="27636"/>
        <pc:sldMkLst>
          <pc:docMk/>
          <pc:sldMk cId="2315528029" sldId="279"/>
        </pc:sldMkLst>
        <pc:spChg chg="mod">
          <ac:chgData name="Jeffrey Moe" userId="495852c6-9817-4bbb-9162-b2e8ad79383d" providerId="ADAL" clId="{4EB92B56-6C0F-47F4-A28A-7EB0E5A44CC9}" dt="2025-06-12T16:47:42.983" v="5568"/>
          <ac:spMkLst>
            <pc:docMk/>
            <pc:sldMk cId="2315528029" sldId="279"/>
            <ac:spMk id="2" creationId="{79F6EFC7-8D39-CA90-8B0F-CCF04212428E}"/>
          </ac:spMkLst>
        </pc:spChg>
        <pc:spChg chg="mod">
          <ac:chgData name="Jeffrey Moe" userId="495852c6-9817-4bbb-9162-b2e8ad79383d" providerId="ADAL" clId="{4EB92B56-6C0F-47F4-A28A-7EB0E5A44CC9}" dt="2025-06-12T18:13:56.097" v="5760" actId="27636"/>
          <ac:spMkLst>
            <pc:docMk/>
            <pc:sldMk cId="2315528029" sldId="279"/>
            <ac:spMk id="3" creationId="{079A187C-D2FE-C9C3-B48F-AADF1AC9CC74}"/>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8.svg"/></Relationships>
</file>

<file path=ppt/diagrams/_rels/data1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8.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5D4A46-F2F3-4EA2-AE44-BD01B2BA2EB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5E76353-04C6-4228-8CF5-F1D5144125AD}">
      <dgm:prSet/>
      <dgm:spPr/>
      <dgm:t>
        <a:bodyPr/>
        <a:lstStyle/>
        <a:p>
          <a:pPr>
            <a:lnSpc>
              <a:spcPct val="100000"/>
            </a:lnSpc>
          </a:pPr>
          <a:r>
            <a:rPr lang="en-US" dirty="0"/>
            <a:t>Current System Analysis</a:t>
          </a:r>
        </a:p>
      </dgm:t>
    </dgm:pt>
    <dgm:pt modelId="{5D873198-BE85-4933-8D9C-21B60CAC47E4}" type="parTrans" cxnId="{9D5FBEC1-C637-44EB-B82F-CF3D36C1ED9B}">
      <dgm:prSet/>
      <dgm:spPr/>
      <dgm:t>
        <a:bodyPr/>
        <a:lstStyle/>
        <a:p>
          <a:endParaRPr lang="en-US"/>
        </a:p>
      </dgm:t>
    </dgm:pt>
    <dgm:pt modelId="{3BC74D6D-8521-47C9-90DF-DFA6D0A309F4}" type="sibTrans" cxnId="{9D5FBEC1-C637-44EB-B82F-CF3D36C1ED9B}">
      <dgm:prSet/>
      <dgm:spPr/>
      <dgm:t>
        <a:bodyPr/>
        <a:lstStyle/>
        <a:p>
          <a:pPr>
            <a:lnSpc>
              <a:spcPct val="100000"/>
            </a:lnSpc>
          </a:pPr>
          <a:endParaRPr lang="en-US"/>
        </a:p>
      </dgm:t>
    </dgm:pt>
    <dgm:pt modelId="{ED097BAD-681A-468B-B46B-05EBD09250FB}">
      <dgm:prSet/>
      <dgm:spPr/>
      <dgm:t>
        <a:bodyPr/>
        <a:lstStyle/>
        <a:p>
          <a:pPr>
            <a:lnSpc>
              <a:spcPct val="100000"/>
            </a:lnSpc>
          </a:pPr>
          <a:r>
            <a:rPr lang="en-US" dirty="0"/>
            <a:t>Amazon Timestream Overview</a:t>
          </a:r>
        </a:p>
      </dgm:t>
    </dgm:pt>
    <dgm:pt modelId="{2EF171E4-F00B-4AD3-AC0B-8B7B0B4D3ED5}" type="parTrans" cxnId="{51E6698B-73D5-4DF1-85D7-73C496217E96}">
      <dgm:prSet/>
      <dgm:spPr/>
      <dgm:t>
        <a:bodyPr/>
        <a:lstStyle/>
        <a:p>
          <a:endParaRPr lang="en-US"/>
        </a:p>
      </dgm:t>
    </dgm:pt>
    <dgm:pt modelId="{A40F09CA-598A-46CB-B49F-3C3CAF29BE96}" type="sibTrans" cxnId="{51E6698B-73D5-4DF1-85D7-73C496217E96}">
      <dgm:prSet/>
      <dgm:spPr/>
      <dgm:t>
        <a:bodyPr/>
        <a:lstStyle/>
        <a:p>
          <a:pPr>
            <a:lnSpc>
              <a:spcPct val="100000"/>
            </a:lnSpc>
          </a:pPr>
          <a:endParaRPr lang="en-US"/>
        </a:p>
      </dgm:t>
    </dgm:pt>
    <dgm:pt modelId="{23A093D4-9E11-43FE-9D68-C3C7862F9C92}">
      <dgm:prSet/>
      <dgm:spPr/>
      <dgm:t>
        <a:bodyPr/>
        <a:lstStyle/>
        <a:p>
          <a:pPr>
            <a:lnSpc>
              <a:spcPct val="100000"/>
            </a:lnSpc>
          </a:pPr>
          <a:r>
            <a:rPr lang="en-US" dirty="0"/>
            <a:t>Critical Analysis of Timestream in DevOps</a:t>
          </a:r>
        </a:p>
      </dgm:t>
    </dgm:pt>
    <dgm:pt modelId="{E626C140-7CFC-4D49-8C27-233A0405311C}" type="parTrans" cxnId="{85F9DEAA-C1C8-430D-98A3-E81DCE747975}">
      <dgm:prSet/>
      <dgm:spPr/>
      <dgm:t>
        <a:bodyPr/>
        <a:lstStyle/>
        <a:p>
          <a:endParaRPr lang="en-US"/>
        </a:p>
      </dgm:t>
    </dgm:pt>
    <dgm:pt modelId="{2AF097F4-EA33-413C-87E6-97EC8F3D6391}" type="sibTrans" cxnId="{85F9DEAA-C1C8-430D-98A3-E81DCE747975}">
      <dgm:prSet/>
      <dgm:spPr/>
      <dgm:t>
        <a:bodyPr/>
        <a:lstStyle/>
        <a:p>
          <a:pPr>
            <a:lnSpc>
              <a:spcPct val="100000"/>
            </a:lnSpc>
          </a:pPr>
          <a:endParaRPr lang="en-US"/>
        </a:p>
      </dgm:t>
    </dgm:pt>
    <dgm:pt modelId="{531B9C37-4151-4510-A047-2AE6DC04037F}">
      <dgm:prSet/>
      <dgm:spPr/>
      <dgm:t>
        <a:bodyPr/>
        <a:lstStyle/>
        <a:p>
          <a:pPr>
            <a:lnSpc>
              <a:spcPct val="100000"/>
            </a:lnSpc>
          </a:pPr>
          <a:r>
            <a:rPr lang="en-US"/>
            <a:t>Timestream Implementation</a:t>
          </a:r>
        </a:p>
      </dgm:t>
    </dgm:pt>
    <dgm:pt modelId="{A99D4F30-7EF0-44C9-B63C-E43365272D83}" type="parTrans" cxnId="{C7517C6C-B07B-48D9-84DD-CB2CAAD95B61}">
      <dgm:prSet/>
      <dgm:spPr/>
      <dgm:t>
        <a:bodyPr/>
        <a:lstStyle/>
        <a:p>
          <a:endParaRPr lang="en-US"/>
        </a:p>
      </dgm:t>
    </dgm:pt>
    <dgm:pt modelId="{C1A2F655-3DEF-436C-B384-5C2559136FF1}" type="sibTrans" cxnId="{C7517C6C-B07B-48D9-84DD-CB2CAAD95B61}">
      <dgm:prSet/>
      <dgm:spPr/>
      <dgm:t>
        <a:bodyPr/>
        <a:lstStyle/>
        <a:p>
          <a:pPr>
            <a:lnSpc>
              <a:spcPct val="100000"/>
            </a:lnSpc>
          </a:pPr>
          <a:endParaRPr lang="en-US"/>
        </a:p>
      </dgm:t>
    </dgm:pt>
    <dgm:pt modelId="{9DDDA70E-C469-4855-B589-A6E772D3D2F3}">
      <dgm:prSet/>
      <dgm:spPr/>
      <dgm:t>
        <a:bodyPr/>
        <a:lstStyle/>
        <a:p>
          <a:pPr>
            <a:lnSpc>
              <a:spcPct val="100000"/>
            </a:lnSpc>
          </a:pPr>
          <a:r>
            <a:rPr lang="en-US"/>
            <a:t>DevOps Queries</a:t>
          </a:r>
        </a:p>
      </dgm:t>
    </dgm:pt>
    <dgm:pt modelId="{849BBE25-84E0-4EEF-948D-E7C14B7D772C}" type="parTrans" cxnId="{E833F07E-4BC0-4F7F-825C-71949ADC2ADE}">
      <dgm:prSet/>
      <dgm:spPr/>
      <dgm:t>
        <a:bodyPr/>
        <a:lstStyle/>
        <a:p>
          <a:endParaRPr lang="en-US"/>
        </a:p>
      </dgm:t>
    </dgm:pt>
    <dgm:pt modelId="{DECBA3D1-3B3A-40CC-99FE-1D5C7D6CF35A}" type="sibTrans" cxnId="{E833F07E-4BC0-4F7F-825C-71949ADC2ADE}">
      <dgm:prSet/>
      <dgm:spPr/>
      <dgm:t>
        <a:bodyPr/>
        <a:lstStyle/>
        <a:p>
          <a:endParaRPr lang="en-US"/>
        </a:p>
      </dgm:t>
    </dgm:pt>
    <dgm:pt modelId="{2878F03D-6695-4F7D-8217-1208D59974BE}" type="pres">
      <dgm:prSet presAssocID="{315D4A46-F2F3-4EA2-AE44-BD01B2BA2EBB}" presName="root" presStyleCnt="0">
        <dgm:presLayoutVars>
          <dgm:dir/>
          <dgm:resizeHandles val="exact"/>
        </dgm:presLayoutVars>
      </dgm:prSet>
      <dgm:spPr/>
    </dgm:pt>
    <dgm:pt modelId="{377196C1-E90C-48FB-97B1-A725DC09A10A}" type="pres">
      <dgm:prSet presAssocID="{315D4A46-F2F3-4EA2-AE44-BD01B2BA2EBB}" presName="container" presStyleCnt="0">
        <dgm:presLayoutVars>
          <dgm:dir/>
          <dgm:resizeHandles val="exact"/>
        </dgm:presLayoutVars>
      </dgm:prSet>
      <dgm:spPr/>
    </dgm:pt>
    <dgm:pt modelId="{EA502C71-53F8-4A9B-A3E8-748FB7D74F9B}" type="pres">
      <dgm:prSet presAssocID="{A5E76353-04C6-4228-8CF5-F1D5144125AD}" presName="compNode" presStyleCnt="0"/>
      <dgm:spPr/>
    </dgm:pt>
    <dgm:pt modelId="{30CDEB36-4075-4175-B0CA-6A8BACCE07DD}" type="pres">
      <dgm:prSet presAssocID="{A5E76353-04C6-4228-8CF5-F1D5144125AD}" presName="iconBgRect" presStyleLbl="bgShp" presStyleIdx="0" presStyleCnt="5"/>
      <dgm:spPr/>
    </dgm:pt>
    <dgm:pt modelId="{83EF56F2-A16C-402D-B1EC-29AD042DBA5E}" type="pres">
      <dgm:prSet presAssocID="{A5E76353-04C6-4228-8CF5-F1D5144125A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V Monitor Selected"/>
        </a:ext>
      </dgm:extLst>
    </dgm:pt>
    <dgm:pt modelId="{ADB2EFD3-B963-4EFF-94A2-9283B3734C96}" type="pres">
      <dgm:prSet presAssocID="{A5E76353-04C6-4228-8CF5-F1D5144125AD}" presName="spaceRect" presStyleCnt="0"/>
      <dgm:spPr/>
    </dgm:pt>
    <dgm:pt modelId="{BAFEBA26-59B5-49CB-9BDD-7B09991FAD3C}" type="pres">
      <dgm:prSet presAssocID="{A5E76353-04C6-4228-8CF5-F1D5144125AD}" presName="textRect" presStyleLbl="revTx" presStyleIdx="0" presStyleCnt="5">
        <dgm:presLayoutVars>
          <dgm:chMax val="1"/>
          <dgm:chPref val="1"/>
        </dgm:presLayoutVars>
      </dgm:prSet>
      <dgm:spPr/>
    </dgm:pt>
    <dgm:pt modelId="{C06F6D25-8641-4756-B6EA-6FB0836CABCF}" type="pres">
      <dgm:prSet presAssocID="{3BC74D6D-8521-47C9-90DF-DFA6D0A309F4}" presName="sibTrans" presStyleLbl="sibTrans2D1" presStyleIdx="0" presStyleCnt="0"/>
      <dgm:spPr/>
    </dgm:pt>
    <dgm:pt modelId="{5C8822B9-0CF1-4FF0-A9CE-5CF4805E6DFB}" type="pres">
      <dgm:prSet presAssocID="{ED097BAD-681A-468B-B46B-05EBD09250FB}" presName="compNode" presStyleCnt="0"/>
      <dgm:spPr/>
    </dgm:pt>
    <dgm:pt modelId="{FC6D9297-3BEF-4A74-933E-9A10A30865EB}" type="pres">
      <dgm:prSet presAssocID="{ED097BAD-681A-468B-B46B-05EBD09250FB}" presName="iconBgRect" presStyleLbl="bgShp" presStyleIdx="1" presStyleCnt="5"/>
      <dgm:spPr/>
    </dgm:pt>
    <dgm:pt modelId="{F1BEC417-4C16-454D-BBFD-C20F9E81A218}" type="pres">
      <dgm:prSet presAssocID="{ED097BAD-681A-468B-B46B-05EBD09250F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stem"/>
        </a:ext>
      </dgm:extLst>
    </dgm:pt>
    <dgm:pt modelId="{86B24E52-603F-42F3-B88F-4916378293EA}" type="pres">
      <dgm:prSet presAssocID="{ED097BAD-681A-468B-B46B-05EBD09250FB}" presName="spaceRect" presStyleCnt="0"/>
      <dgm:spPr/>
    </dgm:pt>
    <dgm:pt modelId="{8B8A012C-008F-4AE7-8D02-C4AE8AF418CB}" type="pres">
      <dgm:prSet presAssocID="{ED097BAD-681A-468B-B46B-05EBD09250FB}" presName="textRect" presStyleLbl="revTx" presStyleIdx="1" presStyleCnt="5">
        <dgm:presLayoutVars>
          <dgm:chMax val="1"/>
          <dgm:chPref val="1"/>
        </dgm:presLayoutVars>
      </dgm:prSet>
      <dgm:spPr/>
    </dgm:pt>
    <dgm:pt modelId="{51B6F3D0-E5A1-4F1B-A09D-7CAC348F8CD8}" type="pres">
      <dgm:prSet presAssocID="{A40F09CA-598A-46CB-B49F-3C3CAF29BE96}" presName="sibTrans" presStyleLbl="sibTrans2D1" presStyleIdx="0" presStyleCnt="0"/>
      <dgm:spPr/>
    </dgm:pt>
    <dgm:pt modelId="{C4C6B408-E9BB-4D06-A1ED-D7D8E86251E3}" type="pres">
      <dgm:prSet presAssocID="{23A093D4-9E11-43FE-9D68-C3C7862F9C92}" presName="compNode" presStyleCnt="0"/>
      <dgm:spPr/>
    </dgm:pt>
    <dgm:pt modelId="{E2E8F2C1-4A73-4BF1-87B4-DCF33ADE67E1}" type="pres">
      <dgm:prSet presAssocID="{23A093D4-9E11-43FE-9D68-C3C7862F9C92}" presName="iconBgRect" presStyleLbl="bgShp" presStyleIdx="2" presStyleCnt="5"/>
      <dgm:spPr/>
    </dgm:pt>
    <dgm:pt modelId="{2214D222-80D5-4855-8A39-70FB23ABD9C9}" type="pres">
      <dgm:prSet presAssocID="{23A093D4-9E11-43FE-9D68-C3C7862F9C9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lp"/>
        </a:ext>
      </dgm:extLst>
    </dgm:pt>
    <dgm:pt modelId="{C6F7B7AF-DA4B-4A1F-B87E-B68590248064}" type="pres">
      <dgm:prSet presAssocID="{23A093D4-9E11-43FE-9D68-C3C7862F9C92}" presName="spaceRect" presStyleCnt="0"/>
      <dgm:spPr/>
    </dgm:pt>
    <dgm:pt modelId="{7DC760A6-DFE4-4C8E-A617-3DC1FACC4BF3}" type="pres">
      <dgm:prSet presAssocID="{23A093D4-9E11-43FE-9D68-C3C7862F9C92}" presName="textRect" presStyleLbl="revTx" presStyleIdx="2" presStyleCnt="5">
        <dgm:presLayoutVars>
          <dgm:chMax val="1"/>
          <dgm:chPref val="1"/>
        </dgm:presLayoutVars>
      </dgm:prSet>
      <dgm:spPr/>
    </dgm:pt>
    <dgm:pt modelId="{7BB745A0-489A-4DC3-A42A-50121B8F7082}" type="pres">
      <dgm:prSet presAssocID="{2AF097F4-EA33-413C-87E6-97EC8F3D6391}" presName="sibTrans" presStyleLbl="sibTrans2D1" presStyleIdx="0" presStyleCnt="0"/>
      <dgm:spPr/>
    </dgm:pt>
    <dgm:pt modelId="{B2EE7E38-A304-4411-A35C-2DC676639FD8}" type="pres">
      <dgm:prSet presAssocID="{531B9C37-4151-4510-A047-2AE6DC04037F}" presName="compNode" presStyleCnt="0"/>
      <dgm:spPr/>
    </dgm:pt>
    <dgm:pt modelId="{FD587B50-E109-4103-8840-106C410F2A5D}" type="pres">
      <dgm:prSet presAssocID="{531B9C37-4151-4510-A047-2AE6DC04037F}" presName="iconBgRect" presStyleLbl="bgShp" presStyleIdx="3" presStyleCnt="5"/>
      <dgm:spPr/>
    </dgm:pt>
    <dgm:pt modelId="{DB3657EE-4F51-43D2-B469-BA2FD635F37F}" type="pres">
      <dgm:prSet presAssocID="{531B9C37-4151-4510-A047-2AE6DC04037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chedule Event Action"/>
        </a:ext>
      </dgm:extLst>
    </dgm:pt>
    <dgm:pt modelId="{802BC647-32D7-4C36-905B-0A1C2FC789B2}" type="pres">
      <dgm:prSet presAssocID="{531B9C37-4151-4510-A047-2AE6DC04037F}" presName="spaceRect" presStyleCnt="0"/>
      <dgm:spPr/>
    </dgm:pt>
    <dgm:pt modelId="{078C7194-B125-4EA6-866C-3EB230880FAB}" type="pres">
      <dgm:prSet presAssocID="{531B9C37-4151-4510-A047-2AE6DC04037F}" presName="textRect" presStyleLbl="revTx" presStyleIdx="3" presStyleCnt="5">
        <dgm:presLayoutVars>
          <dgm:chMax val="1"/>
          <dgm:chPref val="1"/>
        </dgm:presLayoutVars>
      </dgm:prSet>
      <dgm:spPr/>
    </dgm:pt>
    <dgm:pt modelId="{CD04E605-3D43-4DE6-BC16-6E45C8505265}" type="pres">
      <dgm:prSet presAssocID="{C1A2F655-3DEF-436C-B384-5C2559136FF1}" presName="sibTrans" presStyleLbl="sibTrans2D1" presStyleIdx="0" presStyleCnt="0"/>
      <dgm:spPr/>
    </dgm:pt>
    <dgm:pt modelId="{A1D2EF2D-EA3E-4842-91A0-857BF87A66F9}" type="pres">
      <dgm:prSet presAssocID="{9DDDA70E-C469-4855-B589-A6E772D3D2F3}" presName="compNode" presStyleCnt="0"/>
      <dgm:spPr/>
    </dgm:pt>
    <dgm:pt modelId="{864FC307-0ACA-4AED-A1A6-3F4C0F3F70E1}" type="pres">
      <dgm:prSet presAssocID="{9DDDA70E-C469-4855-B589-A6E772D3D2F3}" presName="iconBgRect" presStyleLbl="bgShp" presStyleIdx="4" presStyleCnt="5"/>
      <dgm:spPr/>
    </dgm:pt>
    <dgm:pt modelId="{BBCBC6F2-D5C7-4303-B008-CC6EFAF8D0CD}" type="pres">
      <dgm:prSet presAssocID="{9DDDA70E-C469-4855-B589-A6E772D3D2F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53B25DA5-E66F-444C-B6C0-CA9041E8EBA8}" type="pres">
      <dgm:prSet presAssocID="{9DDDA70E-C469-4855-B589-A6E772D3D2F3}" presName="spaceRect" presStyleCnt="0"/>
      <dgm:spPr/>
    </dgm:pt>
    <dgm:pt modelId="{CDA01984-9C00-4A11-BBB0-4EAF7FEC8385}" type="pres">
      <dgm:prSet presAssocID="{9DDDA70E-C469-4855-B589-A6E772D3D2F3}" presName="textRect" presStyleLbl="revTx" presStyleIdx="4" presStyleCnt="5">
        <dgm:presLayoutVars>
          <dgm:chMax val="1"/>
          <dgm:chPref val="1"/>
        </dgm:presLayoutVars>
      </dgm:prSet>
      <dgm:spPr/>
    </dgm:pt>
  </dgm:ptLst>
  <dgm:cxnLst>
    <dgm:cxn modelId="{FC5F5800-F753-4BC7-A83A-2207BF3E6129}" type="presOf" srcId="{9DDDA70E-C469-4855-B589-A6E772D3D2F3}" destId="{CDA01984-9C00-4A11-BBB0-4EAF7FEC8385}" srcOrd="0" destOrd="0" presId="urn:microsoft.com/office/officeart/2018/2/layout/IconCircleList"/>
    <dgm:cxn modelId="{6DB6BB09-23A9-429E-90E6-65B44CED2F0B}" type="presOf" srcId="{C1A2F655-3DEF-436C-B384-5C2559136FF1}" destId="{CD04E605-3D43-4DE6-BC16-6E45C8505265}" srcOrd="0" destOrd="0" presId="urn:microsoft.com/office/officeart/2018/2/layout/IconCircleList"/>
    <dgm:cxn modelId="{301C512B-30A8-4542-9ABB-4B31B4F36563}" type="presOf" srcId="{A40F09CA-598A-46CB-B49F-3C3CAF29BE96}" destId="{51B6F3D0-E5A1-4F1B-A09D-7CAC348F8CD8}" srcOrd="0" destOrd="0" presId="urn:microsoft.com/office/officeart/2018/2/layout/IconCircleList"/>
    <dgm:cxn modelId="{BA1B1339-E3C1-41E1-B843-B88BCC2A3B92}" type="presOf" srcId="{2AF097F4-EA33-413C-87E6-97EC8F3D6391}" destId="{7BB745A0-489A-4DC3-A42A-50121B8F7082}" srcOrd="0" destOrd="0" presId="urn:microsoft.com/office/officeart/2018/2/layout/IconCircleList"/>
    <dgm:cxn modelId="{6324B43F-4E04-4A92-BF35-FFB4A3C25AE2}" type="presOf" srcId="{A5E76353-04C6-4228-8CF5-F1D5144125AD}" destId="{BAFEBA26-59B5-49CB-9BDD-7B09991FAD3C}" srcOrd="0" destOrd="0" presId="urn:microsoft.com/office/officeart/2018/2/layout/IconCircleList"/>
    <dgm:cxn modelId="{C7517C6C-B07B-48D9-84DD-CB2CAAD95B61}" srcId="{315D4A46-F2F3-4EA2-AE44-BD01B2BA2EBB}" destId="{531B9C37-4151-4510-A047-2AE6DC04037F}" srcOrd="3" destOrd="0" parTransId="{A99D4F30-7EF0-44C9-B63C-E43365272D83}" sibTransId="{C1A2F655-3DEF-436C-B384-5C2559136FF1}"/>
    <dgm:cxn modelId="{ABC0E658-429A-4334-AFBA-88FF7578A92D}" type="presOf" srcId="{531B9C37-4151-4510-A047-2AE6DC04037F}" destId="{078C7194-B125-4EA6-866C-3EB230880FAB}" srcOrd="0" destOrd="0" presId="urn:microsoft.com/office/officeart/2018/2/layout/IconCircleList"/>
    <dgm:cxn modelId="{E833F07E-4BC0-4F7F-825C-71949ADC2ADE}" srcId="{315D4A46-F2F3-4EA2-AE44-BD01B2BA2EBB}" destId="{9DDDA70E-C469-4855-B589-A6E772D3D2F3}" srcOrd="4" destOrd="0" parTransId="{849BBE25-84E0-4EEF-948D-E7C14B7D772C}" sibTransId="{DECBA3D1-3B3A-40CC-99FE-1D5C7D6CF35A}"/>
    <dgm:cxn modelId="{B6DC6D87-8EEB-4950-BBB9-757D36B2C96B}" type="presOf" srcId="{ED097BAD-681A-468B-B46B-05EBD09250FB}" destId="{8B8A012C-008F-4AE7-8D02-C4AE8AF418CB}" srcOrd="0" destOrd="0" presId="urn:microsoft.com/office/officeart/2018/2/layout/IconCircleList"/>
    <dgm:cxn modelId="{51E6698B-73D5-4DF1-85D7-73C496217E96}" srcId="{315D4A46-F2F3-4EA2-AE44-BD01B2BA2EBB}" destId="{ED097BAD-681A-468B-B46B-05EBD09250FB}" srcOrd="1" destOrd="0" parTransId="{2EF171E4-F00B-4AD3-AC0B-8B7B0B4D3ED5}" sibTransId="{A40F09CA-598A-46CB-B49F-3C3CAF29BE96}"/>
    <dgm:cxn modelId="{4438D594-3634-4113-B4A3-0E8FA3A88C66}" type="presOf" srcId="{3BC74D6D-8521-47C9-90DF-DFA6D0A309F4}" destId="{C06F6D25-8641-4756-B6EA-6FB0836CABCF}" srcOrd="0" destOrd="0" presId="urn:microsoft.com/office/officeart/2018/2/layout/IconCircleList"/>
    <dgm:cxn modelId="{EB70E994-AC5C-4DAA-810B-F1CE3EE25732}" type="presOf" srcId="{23A093D4-9E11-43FE-9D68-C3C7862F9C92}" destId="{7DC760A6-DFE4-4C8E-A617-3DC1FACC4BF3}" srcOrd="0" destOrd="0" presId="urn:microsoft.com/office/officeart/2018/2/layout/IconCircleList"/>
    <dgm:cxn modelId="{85F9DEAA-C1C8-430D-98A3-E81DCE747975}" srcId="{315D4A46-F2F3-4EA2-AE44-BD01B2BA2EBB}" destId="{23A093D4-9E11-43FE-9D68-C3C7862F9C92}" srcOrd="2" destOrd="0" parTransId="{E626C140-7CFC-4D49-8C27-233A0405311C}" sibTransId="{2AF097F4-EA33-413C-87E6-97EC8F3D6391}"/>
    <dgm:cxn modelId="{9D5FBEC1-C637-44EB-B82F-CF3D36C1ED9B}" srcId="{315D4A46-F2F3-4EA2-AE44-BD01B2BA2EBB}" destId="{A5E76353-04C6-4228-8CF5-F1D5144125AD}" srcOrd="0" destOrd="0" parTransId="{5D873198-BE85-4933-8D9C-21B60CAC47E4}" sibTransId="{3BC74D6D-8521-47C9-90DF-DFA6D0A309F4}"/>
    <dgm:cxn modelId="{76EC20DE-8F77-466D-8077-B96081B64AF6}" type="presOf" srcId="{315D4A46-F2F3-4EA2-AE44-BD01B2BA2EBB}" destId="{2878F03D-6695-4F7D-8217-1208D59974BE}" srcOrd="0" destOrd="0" presId="urn:microsoft.com/office/officeart/2018/2/layout/IconCircleList"/>
    <dgm:cxn modelId="{D07ED669-ACE9-443C-B9DF-A0D84CE55CC2}" type="presParOf" srcId="{2878F03D-6695-4F7D-8217-1208D59974BE}" destId="{377196C1-E90C-48FB-97B1-A725DC09A10A}" srcOrd="0" destOrd="0" presId="urn:microsoft.com/office/officeart/2018/2/layout/IconCircleList"/>
    <dgm:cxn modelId="{0D0A2145-F09B-421C-BA87-2F652D2B5A14}" type="presParOf" srcId="{377196C1-E90C-48FB-97B1-A725DC09A10A}" destId="{EA502C71-53F8-4A9B-A3E8-748FB7D74F9B}" srcOrd="0" destOrd="0" presId="urn:microsoft.com/office/officeart/2018/2/layout/IconCircleList"/>
    <dgm:cxn modelId="{A9B3998A-5376-48EF-BF10-43E6D3F0B0F1}" type="presParOf" srcId="{EA502C71-53F8-4A9B-A3E8-748FB7D74F9B}" destId="{30CDEB36-4075-4175-B0CA-6A8BACCE07DD}" srcOrd="0" destOrd="0" presId="urn:microsoft.com/office/officeart/2018/2/layout/IconCircleList"/>
    <dgm:cxn modelId="{9CF4C883-73C5-4B9D-AEFF-6271F4AEA0EC}" type="presParOf" srcId="{EA502C71-53F8-4A9B-A3E8-748FB7D74F9B}" destId="{83EF56F2-A16C-402D-B1EC-29AD042DBA5E}" srcOrd="1" destOrd="0" presId="urn:microsoft.com/office/officeart/2018/2/layout/IconCircleList"/>
    <dgm:cxn modelId="{07D5EA8F-AABD-42AF-9DAF-494365E2091B}" type="presParOf" srcId="{EA502C71-53F8-4A9B-A3E8-748FB7D74F9B}" destId="{ADB2EFD3-B963-4EFF-94A2-9283B3734C96}" srcOrd="2" destOrd="0" presId="urn:microsoft.com/office/officeart/2018/2/layout/IconCircleList"/>
    <dgm:cxn modelId="{8D37D6AA-5D9B-4840-8F41-C33D7A009D58}" type="presParOf" srcId="{EA502C71-53F8-4A9B-A3E8-748FB7D74F9B}" destId="{BAFEBA26-59B5-49CB-9BDD-7B09991FAD3C}" srcOrd="3" destOrd="0" presId="urn:microsoft.com/office/officeart/2018/2/layout/IconCircleList"/>
    <dgm:cxn modelId="{C5378F9C-0C46-4DCC-ABF2-AD1EEFBC7D58}" type="presParOf" srcId="{377196C1-E90C-48FB-97B1-A725DC09A10A}" destId="{C06F6D25-8641-4756-B6EA-6FB0836CABCF}" srcOrd="1" destOrd="0" presId="urn:microsoft.com/office/officeart/2018/2/layout/IconCircleList"/>
    <dgm:cxn modelId="{A29F41B1-8605-45EF-A11B-F33EECFB9797}" type="presParOf" srcId="{377196C1-E90C-48FB-97B1-A725DC09A10A}" destId="{5C8822B9-0CF1-4FF0-A9CE-5CF4805E6DFB}" srcOrd="2" destOrd="0" presId="urn:microsoft.com/office/officeart/2018/2/layout/IconCircleList"/>
    <dgm:cxn modelId="{3C773768-53B9-43DB-A09E-F8DD1638FE0C}" type="presParOf" srcId="{5C8822B9-0CF1-4FF0-A9CE-5CF4805E6DFB}" destId="{FC6D9297-3BEF-4A74-933E-9A10A30865EB}" srcOrd="0" destOrd="0" presId="urn:microsoft.com/office/officeart/2018/2/layout/IconCircleList"/>
    <dgm:cxn modelId="{D386C566-6C90-47D5-A48E-8C30258C8603}" type="presParOf" srcId="{5C8822B9-0CF1-4FF0-A9CE-5CF4805E6DFB}" destId="{F1BEC417-4C16-454D-BBFD-C20F9E81A218}" srcOrd="1" destOrd="0" presId="urn:microsoft.com/office/officeart/2018/2/layout/IconCircleList"/>
    <dgm:cxn modelId="{1307B2FB-23BE-49A8-8D3E-FC1602283F35}" type="presParOf" srcId="{5C8822B9-0CF1-4FF0-A9CE-5CF4805E6DFB}" destId="{86B24E52-603F-42F3-B88F-4916378293EA}" srcOrd="2" destOrd="0" presId="urn:microsoft.com/office/officeart/2018/2/layout/IconCircleList"/>
    <dgm:cxn modelId="{C46A7ED9-59D6-41D1-B50B-B7EC5DF5F50E}" type="presParOf" srcId="{5C8822B9-0CF1-4FF0-A9CE-5CF4805E6DFB}" destId="{8B8A012C-008F-4AE7-8D02-C4AE8AF418CB}" srcOrd="3" destOrd="0" presId="urn:microsoft.com/office/officeart/2018/2/layout/IconCircleList"/>
    <dgm:cxn modelId="{9EC77F5C-D0DC-4952-9F1A-18232629A454}" type="presParOf" srcId="{377196C1-E90C-48FB-97B1-A725DC09A10A}" destId="{51B6F3D0-E5A1-4F1B-A09D-7CAC348F8CD8}" srcOrd="3" destOrd="0" presId="urn:microsoft.com/office/officeart/2018/2/layout/IconCircleList"/>
    <dgm:cxn modelId="{AC177C59-E829-4191-A16B-B6DE45511380}" type="presParOf" srcId="{377196C1-E90C-48FB-97B1-A725DC09A10A}" destId="{C4C6B408-E9BB-4D06-A1ED-D7D8E86251E3}" srcOrd="4" destOrd="0" presId="urn:microsoft.com/office/officeart/2018/2/layout/IconCircleList"/>
    <dgm:cxn modelId="{D992E602-BDBE-457E-A3A1-E6F83910CE26}" type="presParOf" srcId="{C4C6B408-E9BB-4D06-A1ED-D7D8E86251E3}" destId="{E2E8F2C1-4A73-4BF1-87B4-DCF33ADE67E1}" srcOrd="0" destOrd="0" presId="urn:microsoft.com/office/officeart/2018/2/layout/IconCircleList"/>
    <dgm:cxn modelId="{7304834D-F8E2-4E56-8F35-01620B1D7733}" type="presParOf" srcId="{C4C6B408-E9BB-4D06-A1ED-D7D8E86251E3}" destId="{2214D222-80D5-4855-8A39-70FB23ABD9C9}" srcOrd="1" destOrd="0" presId="urn:microsoft.com/office/officeart/2018/2/layout/IconCircleList"/>
    <dgm:cxn modelId="{676100A6-4972-40CE-966E-42CD0E2D9314}" type="presParOf" srcId="{C4C6B408-E9BB-4D06-A1ED-D7D8E86251E3}" destId="{C6F7B7AF-DA4B-4A1F-B87E-B68590248064}" srcOrd="2" destOrd="0" presId="urn:microsoft.com/office/officeart/2018/2/layout/IconCircleList"/>
    <dgm:cxn modelId="{5F2E219C-231C-4100-8F0B-B910F7888C05}" type="presParOf" srcId="{C4C6B408-E9BB-4D06-A1ED-D7D8E86251E3}" destId="{7DC760A6-DFE4-4C8E-A617-3DC1FACC4BF3}" srcOrd="3" destOrd="0" presId="urn:microsoft.com/office/officeart/2018/2/layout/IconCircleList"/>
    <dgm:cxn modelId="{4EF34818-D782-4212-9E75-5DA27E884E61}" type="presParOf" srcId="{377196C1-E90C-48FB-97B1-A725DC09A10A}" destId="{7BB745A0-489A-4DC3-A42A-50121B8F7082}" srcOrd="5" destOrd="0" presId="urn:microsoft.com/office/officeart/2018/2/layout/IconCircleList"/>
    <dgm:cxn modelId="{29BD17E6-833F-4C28-9520-B0FE553CDB10}" type="presParOf" srcId="{377196C1-E90C-48FB-97B1-A725DC09A10A}" destId="{B2EE7E38-A304-4411-A35C-2DC676639FD8}" srcOrd="6" destOrd="0" presId="urn:microsoft.com/office/officeart/2018/2/layout/IconCircleList"/>
    <dgm:cxn modelId="{37602729-DD12-4D20-B398-6A4A7B07BD75}" type="presParOf" srcId="{B2EE7E38-A304-4411-A35C-2DC676639FD8}" destId="{FD587B50-E109-4103-8840-106C410F2A5D}" srcOrd="0" destOrd="0" presId="urn:microsoft.com/office/officeart/2018/2/layout/IconCircleList"/>
    <dgm:cxn modelId="{85AC92B1-24B4-4CCF-AA70-638B780F75C9}" type="presParOf" srcId="{B2EE7E38-A304-4411-A35C-2DC676639FD8}" destId="{DB3657EE-4F51-43D2-B469-BA2FD635F37F}" srcOrd="1" destOrd="0" presId="urn:microsoft.com/office/officeart/2018/2/layout/IconCircleList"/>
    <dgm:cxn modelId="{BE33E28F-262E-4E91-A046-F9ACEE87BD7B}" type="presParOf" srcId="{B2EE7E38-A304-4411-A35C-2DC676639FD8}" destId="{802BC647-32D7-4C36-905B-0A1C2FC789B2}" srcOrd="2" destOrd="0" presId="urn:microsoft.com/office/officeart/2018/2/layout/IconCircleList"/>
    <dgm:cxn modelId="{6E3B9A1E-2080-49D0-8ABC-BB8296CFD955}" type="presParOf" srcId="{B2EE7E38-A304-4411-A35C-2DC676639FD8}" destId="{078C7194-B125-4EA6-866C-3EB230880FAB}" srcOrd="3" destOrd="0" presId="urn:microsoft.com/office/officeart/2018/2/layout/IconCircleList"/>
    <dgm:cxn modelId="{106BD7B6-51C0-4A59-BA01-CA20DD978737}" type="presParOf" srcId="{377196C1-E90C-48FB-97B1-A725DC09A10A}" destId="{CD04E605-3D43-4DE6-BC16-6E45C8505265}" srcOrd="7" destOrd="0" presId="urn:microsoft.com/office/officeart/2018/2/layout/IconCircleList"/>
    <dgm:cxn modelId="{169DEAF0-749C-4086-9563-C66AA88F69F9}" type="presParOf" srcId="{377196C1-E90C-48FB-97B1-A725DC09A10A}" destId="{A1D2EF2D-EA3E-4842-91A0-857BF87A66F9}" srcOrd="8" destOrd="0" presId="urn:microsoft.com/office/officeart/2018/2/layout/IconCircleList"/>
    <dgm:cxn modelId="{4CF13BB5-7557-4CFA-B2D4-36704957D495}" type="presParOf" srcId="{A1D2EF2D-EA3E-4842-91A0-857BF87A66F9}" destId="{864FC307-0ACA-4AED-A1A6-3F4C0F3F70E1}" srcOrd="0" destOrd="0" presId="urn:microsoft.com/office/officeart/2018/2/layout/IconCircleList"/>
    <dgm:cxn modelId="{D6587B99-D262-45A7-80F2-A078A3D78FBB}" type="presParOf" srcId="{A1D2EF2D-EA3E-4842-91A0-857BF87A66F9}" destId="{BBCBC6F2-D5C7-4303-B008-CC6EFAF8D0CD}" srcOrd="1" destOrd="0" presId="urn:microsoft.com/office/officeart/2018/2/layout/IconCircleList"/>
    <dgm:cxn modelId="{DC51D5A0-A0EA-4B08-83E3-6329BAA06264}" type="presParOf" srcId="{A1D2EF2D-EA3E-4842-91A0-857BF87A66F9}" destId="{53B25DA5-E66F-444C-B6C0-CA9041E8EBA8}" srcOrd="2" destOrd="0" presId="urn:microsoft.com/office/officeart/2018/2/layout/IconCircleList"/>
    <dgm:cxn modelId="{AA28B91E-84CB-41D6-A2BE-225330D769FE}" type="presParOf" srcId="{A1D2EF2D-EA3E-4842-91A0-857BF87A66F9}" destId="{CDA01984-9C00-4A11-BBB0-4EAF7FEC838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E6E8D5-6815-49A2-A587-A8EC7C10815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7344E4D-BE84-4CC3-A664-5059899F2566}">
      <dgm:prSet/>
      <dgm:spPr/>
      <dgm:t>
        <a:bodyPr/>
        <a:lstStyle/>
        <a:p>
          <a:pPr>
            <a:lnSpc>
              <a:spcPct val="100000"/>
            </a:lnSpc>
          </a:pPr>
          <a:r>
            <a:rPr lang="en-US" dirty="0"/>
            <a:t>DevOps Monitoring – The process of analyzing and monitoring network infrastructure and performance based on key performance indicators (KPIs) that are set by IT.</a:t>
          </a:r>
        </a:p>
      </dgm:t>
    </dgm:pt>
    <dgm:pt modelId="{32E117B3-47DD-4AD7-A0D3-30EAAD9BA26E}" type="parTrans" cxnId="{B1536C7C-FF5A-4BDE-8126-D315B3EE30F1}">
      <dgm:prSet/>
      <dgm:spPr/>
      <dgm:t>
        <a:bodyPr/>
        <a:lstStyle/>
        <a:p>
          <a:endParaRPr lang="en-US"/>
        </a:p>
      </dgm:t>
    </dgm:pt>
    <dgm:pt modelId="{4ACEB5D0-EF14-4DC1-ACC6-256033DDFCDB}" type="sibTrans" cxnId="{B1536C7C-FF5A-4BDE-8126-D315B3EE30F1}">
      <dgm:prSet/>
      <dgm:spPr/>
      <dgm:t>
        <a:bodyPr/>
        <a:lstStyle/>
        <a:p>
          <a:endParaRPr lang="en-US"/>
        </a:p>
      </dgm:t>
    </dgm:pt>
    <dgm:pt modelId="{05787855-2431-4B70-BA0B-2D1B76D9BF83}">
      <dgm:prSet/>
      <dgm:spPr/>
      <dgm:t>
        <a:bodyPr/>
        <a:lstStyle/>
        <a:p>
          <a:pPr>
            <a:lnSpc>
              <a:spcPct val="100000"/>
            </a:lnSpc>
          </a:pPr>
          <a:r>
            <a:rPr lang="en-US" dirty="0"/>
            <a:t>Because OptimaTech is rapidly growing, they are supporting more and more infrastructure for many different applications. </a:t>
          </a:r>
        </a:p>
      </dgm:t>
    </dgm:pt>
    <dgm:pt modelId="{1A0FA14C-03FB-4F9B-954A-0EA5C2E8F194}" type="parTrans" cxnId="{0003BD75-E242-47FC-A257-632E6EB947B6}">
      <dgm:prSet/>
      <dgm:spPr/>
      <dgm:t>
        <a:bodyPr/>
        <a:lstStyle/>
        <a:p>
          <a:endParaRPr lang="en-US"/>
        </a:p>
      </dgm:t>
    </dgm:pt>
    <dgm:pt modelId="{4886DFCD-C33A-4D1D-930C-CFDD44563290}" type="sibTrans" cxnId="{0003BD75-E242-47FC-A257-632E6EB947B6}">
      <dgm:prSet/>
      <dgm:spPr/>
      <dgm:t>
        <a:bodyPr/>
        <a:lstStyle/>
        <a:p>
          <a:endParaRPr lang="en-US"/>
        </a:p>
      </dgm:t>
    </dgm:pt>
    <dgm:pt modelId="{A6BC8EA7-0D75-4BE3-8665-CCB6BEA02C05}">
      <dgm:prSet/>
      <dgm:spPr/>
      <dgm:t>
        <a:bodyPr/>
        <a:lstStyle/>
        <a:p>
          <a:pPr>
            <a:lnSpc>
              <a:spcPct val="100000"/>
            </a:lnSpc>
          </a:pPr>
          <a:r>
            <a:rPr lang="en-US"/>
            <a:t>Monitoring this infrastructure to ensure high availability and performance for their users is causing a large volume of time series data to be generated. </a:t>
          </a:r>
        </a:p>
      </dgm:t>
    </dgm:pt>
    <dgm:pt modelId="{54EBF71A-72FD-4CB9-8448-507DB2D63BE8}" type="parTrans" cxnId="{08F44869-9AF6-47C5-A5E3-92B47A5FCF1F}">
      <dgm:prSet/>
      <dgm:spPr/>
      <dgm:t>
        <a:bodyPr/>
        <a:lstStyle/>
        <a:p>
          <a:endParaRPr lang="en-US"/>
        </a:p>
      </dgm:t>
    </dgm:pt>
    <dgm:pt modelId="{2A67928B-FF31-4A58-B3F9-30592545BF2D}" type="sibTrans" cxnId="{08F44869-9AF6-47C5-A5E3-92B47A5FCF1F}">
      <dgm:prSet/>
      <dgm:spPr/>
      <dgm:t>
        <a:bodyPr/>
        <a:lstStyle/>
        <a:p>
          <a:endParaRPr lang="en-US"/>
        </a:p>
      </dgm:t>
    </dgm:pt>
    <dgm:pt modelId="{48F369F1-1890-4646-9EF1-B886E77630C5}">
      <dgm:prSet/>
      <dgm:spPr/>
      <dgm:t>
        <a:bodyPr/>
        <a:lstStyle/>
        <a:p>
          <a:pPr>
            <a:lnSpc>
              <a:spcPct val="100000"/>
            </a:lnSpc>
          </a:pPr>
          <a:r>
            <a:rPr lang="en-US"/>
            <a:t>The volume of this data causes problems on traditional databases that do not have high write throughput. </a:t>
          </a:r>
        </a:p>
      </dgm:t>
    </dgm:pt>
    <dgm:pt modelId="{17ECADE6-52DD-423A-9FCB-9D6C0AD312FB}" type="parTrans" cxnId="{D6F05D77-FFAD-48F8-8DEC-0797E66F554A}">
      <dgm:prSet/>
      <dgm:spPr/>
      <dgm:t>
        <a:bodyPr/>
        <a:lstStyle/>
        <a:p>
          <a:endParaRPr lang="en-US"/>
        </a:p>
      </dgm:t>
    </dgm:pt>
    <dgm:pt modelId="{114B4A3F-4FAD-4215-A4ED-C2D70BFCBB30}" type="sibTrans" cxnId="{D6F05D77-FFAD-48F8-8DEC-0797E66F554A}">
      <dgm:prSet/>
      <dgm:spPr/>
      <dgm:t>
        <a:bodyPr/>
        <a:lstStyle/>
        <a:p>
          <a:endParaRPr lang="en-US"/>
        </a:p>
      </dgm:t>
    </dgm:pt>
    <dgm:pt modelId="{7ACBECFE-5878-43F8-86A1-F6E71CE2FABB}" type="pres">
      <dgm:prSet presAssocID="{DAE6E8D5-6815-49A2-A587-A8EC7C108157}" presName="root" presStyleCnt="0">
        <dgm:presLayoutVars>
          <dgm:dir/>
          <dgm:resizeHandles val="exact"/>
        </dgm:presLayoutVars>
      </dgm:prSet>
      <dgm:spPr/>
    </dgm:pt>
    <dgm:pt modelId="{BF8F5426-A39B-45C0-B9D8-26C08A007EF5}" type="pres">
      <dgm:prSet presAssocID="{D7344E4D-BE84-4CC3-A664-5059899F2566}" presName="compNode" presStyleCnt="0"/>
      <dgm:spPr/>
    </dgm:pt>
    <dgm:pt modelId="{2082DCC4-8DD1-4CB2-8048-ABB0EB84FF8A}" type="pres">
      <dgm:prSet presAssocID="{D7344E4D-BE84-4CC3-A664-5059899F2566}" presName="bgRect" presStyleLbl="bgShp" presStyleIdx="0" presStyleCnt="4"/>
      <dgm:spPr/>
    </dgm:pt>
    <dgm:pt modelId="{6474B0E7-6AB4-4115-ADFD-45EC2E459DC8}" type="pres">
      <dgm:prSet presAssocID="{D7344E4D-BE84-4CC3-A664-5059899F256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274231D2-9270-4B1C-B58F-0E1471538916}" type="pres">
      <dgm:prSet presAssocID="{D7344E4D-BE84-4CC3-A664-5059899F2566}" presName="spaceRect" presStyleCnt="0"/>
      <dgm:spPr/>
    </dgm:pt>
    <dgm:pt modelId="{FB297C75-F99A-43D7-850D-D9C75E0403B6}" type="pres">
      <dgm:prSet presAssocID="{D7344E4D-BE84-4CC3-A664-5059899F2566}" presName="parTx" presStyleLbl="revTx" presStyleIdx="0" presStyleCnt="4">
        <dgm:presLayoutVars>
          <dgm:chMax val="0"/>
          <dgm:chPref val="0"/>
        </dgm:presLayoutVars>
      </dgm:prSet>
      <dgm:spPr/>
    </dgm:pt>
    <dgm:pt modelId="{AC85B3EF-6302-45B7-BFD7-B88C3B30F93F}" type="pres">
      <dgm:prSet presAssocID="{4ACEB5D0-EF14-4DC1-ACC6-256033DDFCDB}" presName="sibTrans" presStyleCnt="0"/>
      <dgm:spPr/>
    </dgm:pt>
    <dgm:pt modelId="{A0B43C02-1BED-4B7F-9A79-5A8DD3C7D328}" type="pres">
      <dgm:prSet presAssocID="{05787855-2431-4B70-BA0B-2D1B76D9BF83}" presName="compNode" presStyleCnt="0"/>
      <dgm:spPr/>
    </dgm:pt>
    <dgm:pt modelId="{D2D95AA7-9F0E-42C6-9848-F0714F57D351}" type="pres">
      <dgm:prSet presAssocID="{05787855-2431-4B70-BA0B-2D1B76D9BF83}" presName="bgRect" presStyleLbl="bgShp" presStyleIdx="1" presStyleCnt="4"/>
      <dgm:spPr/>
    </dgm:pt>
    <dgm:pt modelId="{A2ECF0B6-F355-44EF-B4D5-D6264F067FC1}" type="pres">
      <dgm:prSet presAssocID="{05787855-2431-4B70-BA0B-2D1B76D9BF8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refighter"/>
        </a:ext>
      </dgm:extLst>
    </dgm:pt>
    <dgm:pt modelId="{887EDD9A-AFDC-41C1-9050-084D3E3AE83C}" type="pres">
      <dgm:prSet presAssocID="{05787855-2431-4B70-BA0B-2D1B76D9BF83}" presName="spaceRect" presStyleCnt="0"/>
      <dgm:spPr/>
    </dgm:pt>
    <dgm:pt modelId="{E59C4CE4-89CE-4089-B820-B9251310CC45}" type="pres">
      <dgm:prSet presAssocID="{05787855-2431-4B70-BA0B-2D1B76D9BF83}" presName="parTx" presStyleLbl="revTx" presStyleIdx="1" presStyleCnt="4">
        <dgm:presLayoutVars>
          <dgm:chMax val="0"/>
          <dgm:chPref val="0"/>
        </dgm:presLayoutVars>
      </dgm:prSet>
      <dgm:spPr/>
    </dgm:pt>
    <dgm:pt modelId="{0B2EC003-33D6-4D61-B073-1D82DDD3336C}" type="pres">
      <dgm:prSet presAssocID="{4886DFCD-C33A-4D1D-930C-CFDD44563290}" presName="sibTrans" presStyleCnt="0"/>
      <dgm:spPr/>
    </dgm:pt>
    <dgm:pt modelId="{918AAA69-92A3-4A65-9177-A1029FE1EE19}" type="pres">
      <dgm:prSet presAssocID="{A6BC8EA7-0D75-4BE3-8665-CCB6BEA02C05}" presName="compNode" presStyleCnt="0"/>
      <dgm:spPr/>
    </dgm:pt>
    <dgm:pt modelId="{01EC9F2E-9CB3-4620-B133-A49E047EAA51}" type="pres">
      <dgm:prSet presAssocID="{A6BC8EA7-0D75-4BE3-8665-CCB6BEA02C05}" presName="bgRect" presStyleLbl="bgShp" presStyleIdx="2" presStyleCnt="4"/>
      <dgm:spPr/>
    </dgm:pt>
    <dgm:pt modelId="{EF468E68-D615-4F29-B208-192DCE4FE993}" type="pres">
      <dgm:prSet presAssocID="{A6BC8EA7-0D75-4BE3-8665-CCB6BEA02C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EF6BEDD0-7982-49DC-9B3E-E04C72EEBFF2}" type="pres">
      <dgm:prSet presAssocID="{A6BC8EA7-0D75-4BE3-8665-CCB6BEA02C05}" presName="spaceRect" presStyleCnt="0"/>
      <dgm:spPr/>
    </dgm:pt>
    <dgm:pt modelId="{054CBCFB-894E-447C-AFA6-D5A0668922F8}" type="pres">
      <dgm:prSet presAssocID="{A6BC8EA7-0D75-4BE3-8665-CCB6BEA02C05}" presName="parTx" presStyleLbl="revTx" presStyleIdx="2" presStyleCnt="4">
        <dgm:presLayoutVars>
          <dgm:chMax val="0"/>
          <dgm:chPref val="0"/>
        </dgm:presLayoutVars>
      </dgm:prSet>
      <dgm:spPr/>
    </dgm:pt>
    <dgm:pt modelId="{230B4A33-CF46-41A1-969E-9AE38E832188}" type="pres">
      <dgm:prSet presAssocID="{2A67928B-FF31-4A58-B3F9-30592545BF2D}" presName="sibTrans" presStyleCnt="0"/>
      <dgm:spPr/>
    </dgm:pt>
    <dgm:pt modelId="{25F4E513-CB95-431E-B697-BCA46D5243A0}" type="pres">
      <dgm:prSet presAssocID="{48F369F1-1890-4646-9EF1-B886E77630C5}" presName="compNode" presStyleCnt="0"/>
      <dgm:spPr/>
    </dgm:pt>
    <dgm:pt modelId="{5721080F-CAA9-4581-BD29-23DF6C27151A}" type="pres">
      <dgm:prSet presAssocID="{48F369F1-1890-4646-9EF1-B886E77630C5}" presName="bgRect" presStyleLbl="bgShp" presStyleIdx="3" presStyleCnt="4"/>
      <dgm:spPr/>
    </dgm:pt>
    <dgm:pt modelId="{F465EA2D-F1D8-43C1-84A0-CA6C6D6FFB3B}" type="pres">
      <dgm:prSet presAssocID="{48F369F1-1890-4646-9EF1-B886E77630C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88D8E44C-28A4-4B2F-AC76-BF4FD8B8D5C1}" type="pres">
      <dgm:prSet presAssocID="{48F369F1-1890-4646-9EF1-B886E77630C5}" presName="spaceRect" presStyleCnt="0"/>
      <dgm:spPr/>
    </dgm:pt>
    <dgm:pt modelId="{011A9D6C-9FD9-48CD-BCF0-42B180881445}" type="pres">
      <dgm:prSet presAssocID="{48F369F1-1890-4646-9EF1-B886E77630C5}" presName="parTx" presStyleLbl="revTx" presStyleIdx="3" presStyleCnt="4">
        <dgm:presLayoutVars>
          <dgm:chMax val="0"/>
          <dgm:chPref val="0"/>
        </dgm:presLayoutVars>
      </dgm:prSet>
      <dgm:spPr/>
    </dgm:pt>
  </dgm:ptLst>
  <dgm:cxnLst>
    <dgm:cxn modelId="{20A31233-E296-4077-A692-6D08DFB6485A}" type="presOf" srcId="{48F369F1-1890-4646-9EF1-B886E77630C5}" destId="{011A9D6C-9FD9-48CD-BCF0-42B180881445}" srcOrd="0" destOrd="0" presId="urn:microsoft.com/office/officeart/2018/2/layout/IconVerticalSolidList"/>
    <dgm:cxn modelId="{08F44869-9AF6-47C5-A5E3-92B47A5FCF1F}" srcId="{DAE6E8D5-6815-49A2-A587-A8EC7C108157}" destId="{A6BC8EA7-0D75-4BE3-8665-CCB6BEA02C05}" srcOrd="2" destOrd="0" parTransId="{54EBF71A-72FD-4CB9-8448-507DB2D63BE8}" sibTransId="{2A67928B-FF31-4A58-B3F9-30592545BF2D}"/>
    <dgm:cxn modelId="{0003BD75-E242-47FC-A257-632E6EB947B6}" srcId="{DAE6E8D5-6815-49A2-A587-A8EC7C108157}" destId="{05787855-2431-4B70-BA0B-2D1B76D9BF83}" srcOrd="1" destOrd="0" parTransId="{1A0FA14C-03FB-4F9B-954A-0EA5C2E8F194}" sibTransId="{4886DFCD-C33A-4D1D-930C-CFDD44563290}"/>
    <dgm:cxn modelId="{D6F05D77-FFAD-48F8-8DEC-0797E66F554A}" srcId="{DAE6E8D5-6815-49A2-A587-A8EC7C108157}" destId="{48F369F1-1890-4646-9EF1-B886E77630C5}" srcOrd="3" destOrd="0" parTransId="{17ECADE6-52DD-423A-9FCB-9D6C0AD312FB}" sibTransId="{114B4A3F-4FAD-4215-A4ED-C2D70BFCBB30}"/>
    <dgm:cxn modelId="{B1536C7C-FF5A-4BDE-8126-D315B3EE30F1}" srcId="{DAE6E8D5-6815-49A2-A587-A8EC7C108157}" destId="{D7344E4D-BE84-4CC3-A664-5059899F2566}" srcOrd="0" destOrd="0" parTransId="{32E117B3-47DD-4AD7-A0D3-30EAAD9BA26E}" sibTransId="{4ACEB5D0-EF14-4DC1-ACC6-256033DDFCDB}"/>
    <dgm:cxn modelId="{EAFDAB7F-67A0-435E-A08D-A79B509B4A62}" type="presOf" srcId="{05787855-2431-4B70-BA0B-2D1B76D9BF83}" destId="{E59C4CE4-89CE-4089-B820-B9251310CC45}" srcOrd="0" destOrd="0" presId="urn:microsoft.com/office/officeart/2018/2/layout/IconVerticalSolidList"/>
    <dgm:cxn modelId="{6FED53AB-A637-4511-B0F3-7382ADF9998B}" type="presOf" srcId="{D7344E4D-BE84-4CC3-A664-5059899F2566}" destId="{FB297C75-F99A-43D7-850D-D9C75E0403B6}" srcOrd="0" destOrd="0" presId="urn:microsoft.com/office/officeart/2018/2/layout/IconVerticalSolidList"/>
    <dgm:cxn modelId="{B1181EEB-7EB1-4CE1-9D0C-648703628E87}" type="presOf" srcId="{A6BC8EA7-0D75-4BE3-8665-CCB6BEA02C05}" destId="{054CBCFB-894E-447C-AFA6-D5A0668922F8}" srcOrd="0" destOrd="0" presId="urn:microsoft.com/office/officeart/2018/2/layout/IconVerticalSolidList"/>
    <dgm:cxn modelId="{790B3EEB-72E2-4B6E-99DD-6162C1211F40}" type="presOf" srcId="{DAE6E8D5-6815-49A2-A587-A8EC7C108157}" destId="{7ACBECFE-5878-43F8-86A1-F6E71CE2FABB}" srcOrd="0" destOrd="0" presId="urn:microsoft.com/office/officeart/2018/2/layout/IconVerticalSolidList"/>
    <dgm:cxn modelId="{2918AD93-D795-45B3-B82D-B5ACBD224F7B}" type="presParOf" srcId="{7ACBECFE-5878-43F8-86A1-F6E71CE2FABB}" destId="{BF8F5426-A39B-45C0-B9D8-26C08A007EF5}" srcOrd="0" destOrd="0" presId="urn:microsoft.com/office/officeart/2018/2/layout/IconVerticalSolidList"/>
    <dgm:cxn modelId="{EF2CBE46-4091-47FB-B869-CAA0A060481E}" type="presParOf" srcId="{BF8F5426-A39B-45C0-B9D8-26C08A007EF5}" destId="{2082DCC4-8DD1-4CB2-8048-ABB0EB84FF8A}" srcOrd="0" destOrd="0" presId="urn:microsoft.com/office/officeart/2018/2/layout/IconVerticalSolidList"/>
    <dgm:cxn modelId="{98E5BE5E-E6F3-42CC-A6E3-3FD2EE62785C}" type="presParOf" srcId="{BF8F5426-A39B-45C0-B9D8-26C08A007EF5}" destId="{6474B0E7-6AB4-4115-ADFD-45EC2E459DC8}" srcOrd="1" destOrd="0" presId="urn:microsoft.com/office/officeart/2018/2/layout/IconVerticalSolidList"/>
    <dgm:cxn modelId="{EAC5DD4E-A159-4FC1-8245-F9A0BDBF17A7}" type="presParOf" srcId="{BF8F5426-A39B-45C0-B9D8-26C08A007EF5}" destId="{274231D2-9270-4B1C-B58F-0E1471538916}" srcOrd="2" destOrd="0" presId="urn:microsoft.com/office/officeart/2018/2/layout/IconVerticalSolidList"/>
    <dgm:cxn modelId="{85A5ECC5-9393-4E2B-B500-55C8B4D81CC1}" type="presParOf" srcId="{BF8F5426-A39B-45C0-B9D8-26C08A007EF5}" destId="{FB297C75-F99A-43D7-850D-D9C75E0403B6}" srcOrd="3" destOrd="0" presId="urn:microsoft.com/office/officeart/2018/2/layout/IconVerticalSolidList"/>
    <dgm:cxn modelId="{29F17C7C-0461-4AC8-97AC-DE2DFC4CABF6}" type="presParOf" srcId="{7ACBECFE-5878-43F8-86A1-F6E71CE2FABB}" destId="{AC85B3EF-6302-45B7-BFD7-B88C3B30F93F}" srcOrd="1" destOrd="0" presId="urn:microsoft.com/office/officeart/2018/2/layout/IconVerticalSolidList"/>
    <dgm:cxn modelId="{34D3CB01-079D-4D6E-BAF4-CEA6ED057F05}" type="presParOf" srcId="{7ACBECFE-5878-43F8-86A1-F6E71CE2FABB}" destId="{A0B43C02-1BED-4B7F-9A79-5A8DD3C7D328}" srcOrd="2" destOrd="0" presId="urn:microsoft.com/office/officeart/2018/2/layout/IconVerticalSolidList"/>
    <dgm:cxn modelId="{80E4F184-5FD0-4D59-B600-E607B913E63A}" type="presParOf" srcId="{A0B43C02-1BED-4B7F-9A79-5A8DD3C7D328}" destId="{D2D95AA7-9F0E-42C6-9848-F0714F57D351}" srcOrd="0" destOrd="0" presId="urn:microsoft.com/office/officeart/2018/2/layout/IconVerticalSolidList"/>
    <dgm:cxn modelId="{7CCF505B-4879-43EA-A1F9-85DCB7509626}" type="presParOf" srcId="{A0B43C02-1BED-4B7F-9A79-5A8DD3C7D328}" destId="{A2ECF0B6-F355-44EF-B4D5-D6264F067FC1}" srcOrd="1" destOrd="0" presId="urn:microsoft.com/office/officeart/2018/2/layout/IconVerticalSolidList"/>
    <dgm:cxn modelId="{A14D279C-44F9-48B8-A2C0-A1EA327EBD42}" type="presParOf" srcId="{A0B43C02-1BED-4B7F-9A79-5A8DD3C7D328}" destId="{887EDD9A-AFDC-41C1-9050-084D3E3AE83C}" srcOrd="2" destOrd="0" presId="urn:microsoft.com/office/officeart/2018/2/layout/IconVerticalSolidList"/>
    <dgm:cxn modelId="{97E83233-4AAC-4A33-9914-80878AFCCAC7}" type="presParOf" srcId="{A0B43C02-1BED-4B7F-9A79-5A8DD3C7D328}" destId="{E59C4CE4-89CE-4089-B820-B9251310CC45}" srcOrd="3" destOrd="0" presId="urn:microsoft.com/office/officeart/2018/2/layout/IconVerticalSolidList"/>
    <dgm:cxn modelId="{A31D39CA-9D0C-4675-AEBA-66277165B0D5}" type="presParOf" srcId="{7ACBECFE-5878-43F8-86A1-F6E71CE2FABB}" destId="{0B2EC003-33D6-4D61-B073-1D82DDD3336C}" srcOrd="3" destOrd="0" presId="urn:microsoft.com/office/officeart/2018/2/layout/IconVerticalSolidList"/>
    <dgm:cxn modelId="{2AD4EFA3-B3D3-424A-BD7A-A7EA9704C05A}" type="presParOf" srcId="{7ACBECFE-5878-43F8-86A1-F6E71CE2FABB}" destId="{918AAA69-92A3-4A65-9177-A1029FE1EE19}" srcOrd="4" destOrd="0" presId="urn:microsoft.com/office/officeart/2018/2/layout/IconVerticalSolidList"/>
    <dgm:cxn modelId="{793C1B2C-F397-4EFC-A965-758BB4578D90}" type="presParOf" srcId="{918AAA69-92A3-4A65-9177-A1029FE1EE19}" destId="{01EC9F2E-9CB3-4620-B133-A49E047EAA51}" srcOrd="0" destOrd="0" presId="urn:microsoft.com/office/officeart/2018/2/layout/IconVerticalSolidList"/>
    <dgm:cxn modelId="{FB148330-9153-455E-8DD6-AF57803EE8B0}" type="presParOf" srcId="{918AAA69-92A3-4A65-9177-A1029FE1EE19}" destId="{EF468E68-D615-4F29-B208-192DCE4FE993}" srcOrd="1" destOrd="0" presId="urn:microsoft.com/office/officeart/2018/2/layout/IconVerticalSolidList"/>
    <dgm:cxn modelId="{6339D3DC-99C3-453D-BA0E-9D43B41FE8E5}" type="presParOf" srcId="{918AAA69-92A3-4A65-9177-A1029FE1EE19}" destId="{EF6BEDD0-7982-49DC-9B3E-E04C72EEBFF2}" srcOrd="2" destOrd="0" presId="urn:microsoft.com/office/officeart/2018/2/layout/IconVerticalSolidList"/>
    <dgm:cxn modelId="{3714A4DB-6833-4EF0-A07B-3A5897ED915E}" type="presParOf" srcId="{918AAA69-92A3-4A65-9177-A1029FE1EE19}" destId="{054CBCFB-894E-447C-AFA6-D5A0668922F8}" srcOrd="3" destOrd="0" presId="urn:microsoft.com/office/officeart/2018/2/layout/IconVerticalSolidList"/>
    <dgm:cxn modelId="{9987B04B-C22D-48A5-9420-3796FD64D195}" type="presParOf" srcId="{7ACBECFE-5878-43F8-86A1-F6E71CE2FABB}" destId="{230B4A33-CF46-41A1-969E-9AE38E832188}" srcOrd="5" destOrd="0" presId="urn:microsoft.com/office/officeart/2018/2/layout/IconVerticalSolidList"/>
    <dgm:cxn modelId="{11DCD2D5-D6F6-436F-8592-8FABA99A1833}" type="presParOf" srcId="{7ACBECFE-5878-43F8-86A1-F6E71CE2FABB}" destId="{25F4E513-CB95-431E-B697-BCA46D5243A0}" srcOrd="6" destOrd="0" presId="urn:microsoft.com/office/officeart/2018/2/layout/IconVerticalSolidList"/>
    <dgm:cxn modelId="{DFD6218A-5DD3-4E89-B0CC-3093BC5CD058}" type="presParOf" srcId="{25F4E513-CB95-431E-B697-BCA46D5243A0}" destId="{5721080F-CAA9-4581-BD29-23DF6C27151A}" srcOrd="0" destOrd="0" presId="urn:microsoft.com/office/officeart/2018/2/layout/IconVerticalSolidList"/>
    <dgm:cxn modelId="{587A0549-1639-4E18-A863-7D9E2D7DCD1D}" type="presParOf" srcId="{25F4E513-CB95-431E-B697-BCA46D5243A0}" destId="{F465EA2D-F1D8-43C1-84A0-CA6C6D6FFB3B}" srcOrd="1" destOrd="0" presId="urn:microsoft.com/office/officeart/2018/2/layout/IconVerticalSolidList"/>
    <dgm:cxn modelId="{F4D577AA-3397-476A-B247-381B4DC5891E}" type="presParOf" srcId="{25F4E513-CB95-431E-B697-BCA46D5243A0}" destId="{88D8E44C-28A4-4B2F-AC76-BF4FD8B8D5C1}" srcOrd="2" destOrd="0" presId="urn:microsoft.com/office/officeart/2018/2/layout/IconVerticalSolidList"/>
    <dgm:cxn modelId="{8DB58048-B02B-426E-B3AF-E38D3BA82550}" type="presParOf" srcId="{25F4E513-CB95-431E-B697-BCA46D5243A0}" destId="{011A9D6C-9FD9-48CD-BCF0-42B18088144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826868-EAD3-4C95-9088-9A30341743F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CC9DEC4-8E50-49B2-A3EF-DCE73F545CC8}">
      <dgm:prSet/>
      <dgm:spPr/>
      <dgm:t>
        <a:bodyPr/>
        <a:lstStyle/>
        <a:p>
          <a:pPr>
            <a:lnSpc>
              <a:spcPct val="100000"/>
            </a:lnSpc>
          </a:pPr>
          <a:r>
            <a:rPr lang="en-US" dirty="0"/>
            <a:t>Because of the industries that OptimaTech supports with their cloud platform, such as monitoring climate and traffic patterns, high availability and performance are critical aspects. </a:t>
          </a:r>
        </a:p>
      </dgm:t>
    </dgm:pt>
    <dgm:pt modelId="{8F5FDBBA-2771-47EF-83CD-6C3D7D1871A2}" type="parTrans" cxnId="{EF329776-FC70-436C-B413-EEBE8EB91593}">
      <dgm:prSet/>
      <dgm:spPr/>
      <dgm:t>
        <a:bodyPr/>
        <a:lstStyle/>
        <a:p>
          <a:endParaRPr lang="en-US"/>
        </a:p>
      </dgm:t>
    </dgm:pt>
    <dgm:pt modelId="{2E6E3E83-2FB4-4FCD-9EA5-6633DED7BA43}" type="sibTrans" cxnId="{EF329776-FC70-436C-B413-EEBE8EB91593}">
      <dgm:prSet/>
      <dgm:spPr/>
      <dgm:t>
        <a:bodyPr/>
        <a:lstStyle/>
        <a:p>
          <a:endParaRPr lang="en-US"/>
        </a:p>
      </dgm:t>
    </dgm:pt>
    <dgm:pt modelId="{49E08F47-896A-4F0A-91B8-52A46705A6A1}">
      <dgm:prSet/>
      <dgm:spPr/>
      <dgm:t>
        <a:bodyPr/>
        <a:lstStyle/>
        <a:p>
          <a:pPr>
            <a:lnSpc>
              <a:spcPct val="100000"/>
            </a:lnSpc>
          </a:pPr>
          <a:r>
            <a:rPr lang="en-US" dirty="0"/>
            <a:t>OptimaTech needs to be able to see these variables in real-time to ensure that they are operating at the levels they need to. </a:t>
          </a:r>
        </a:p>
      </dgm:t>
    </dgm:pt>
    <dgm:pt modelId="{C6DB1DD7-5B6C-43A3-BBF5-2A9720F13339}" type="parTrans" cxnId="{351D14A8-4049-41A9-856B-4FB33EC78E61}">
      <dgm:prSet/>
      <dgm:spPr/>
      <dgm:t>
        <a:bodyPr/>
        <a:lstStyle/>
        <a:p>
          <a:endParaRPr lang="en-US"/>
        </a:p>
      </dgm:t>
    </dgm:pt>
    <dgm:pt modelId="{6F528784-1818-4542-A7CD-45EA10D374C5}" type="sibTrans" cxnId="{351D14A8-4049-41A9-856B-4FB33EC78E61}">
      <dgm:prSet/>
      <dgm:spPr/>
      <dgm:t>
        <a:bodyPr/>
        <a:lstStyle/>
        <a:p>
          <a:endParaRPr lang="en-US"/>
        </a:p>
      </dgm:t>
    </dgm:pt>
    <dgm:pt modelId="{3A1F7565-1C87-4AB4-B970-57443FED759B}">
      <dgm:prSet/>
      <dgm:spPr/>
      <dgm:t>
        <a:bodyPr/>
        <a:lstStyle/>
        <a:p>
          <a:pPr>
            <a:lnSpc>
              <a:spcPct val="100000"/>
            </a:lnSpc>
          </a:pPr>
          <a:r>
            <a:rPr lang="en-US"/>
            <a:t>Their current setup struggles with real-time reporting because traditional databases store data on the disk, which causes latency in data retrieval. </a:t>
          </a:r>
        </a:p>
      </dgm:t>
    </dgm:pt>
    <dgm:pt modelId="{05DDD2EC-CFC6-4BC9-9B84-13A075DB1CFC}" type="parTrans" cxnId="{431ACE07-5263-428A-B492-212B0E7671D9}">
      <dgm:prSet/>
      <dgm:spPr/>
      <dgm:t>
        <a:bodyPr/>
        <a:lstStyle/>
        <a:p>
          <a:endParaRPr lang="en-US"/>
        </a:p>
      </dgm:t>
    </dgm:pt>
    <dgm:pt modelId="{31A857FF-FDB8-400C-9C76-65CDAE86AA8B}" type="sibTrans" cxnId="{431ACE07-5263-428A-B492-212B0E7671D9}">
      <dgm:prSet/>
      <dgm:spPr/>
      <dgm:t>
        <a:bodyPr/>
        <a:lstStyle/>
        <a:p>
          <a:endParaRPr lang="en-US"/>
        </a:p>
      </dgm:t>
    </dgm:pt>
    <dgm:pt modelId="{32375F3E-0EDF-4538-A6C5-4653423CBDAF}">
      <dgm:prSet/>
      <dgm:spPr/>
      <dgm:t>
        <a:bodyPr/>
        <a:lstStyle/>
        <a:p>
          <a:pPr>
            <a:lnSpc>
              <a:spcPct val="100000"/>
            </a:lnSpc>
          </a:pPr>
          <a:r>
            <a:rPr lang="en-US"/>
            <a:t>There are also complex queries required to access the data that is needed for the analysis needed, causing additional latency as the queries need to search entire DBs for the data requested at times.</a:t>
          </a:r>
        </a:p>
      </dgm:t>
    </dgm:pt>
    <dgm:pt modelId="{287E44CC-0F8C-4548-9A6C-7D8FC7CA0EC4}" type="parTrans" cxnId="{6F6DCBAE-494C-4E42-8F0E-97C24476DE58}">
      <dgm:prSet/>
      <dgm:spPr/>
      <dgm:t>
        <a:bodyPr/>
        <a:lstStyle/>
        <a:p>
          <a:endParaRPr lang="en-US"/>
        </a:p>
      </dgm:t>
    </dgm:pt>
    <dgm:pt modelId="{B4111D17-45B4-4240-82EE-260101EB2ED2}" type="sibTrans" cxnId="{6F6DCBAE-494C-4E42-8F0E-97C24476DE58}">
      <dgm:prSet/>
      <dgm:spPr/>
      <dgm:t>
        <a:bodyPr/>
        <a:lstStyle/>
        <a:p>
          <a:endParaRPr lang="en-US"/>
        </a:p>
      </dgm:t>
    </dgm:pt>
    <dgm:pt modelId="{D311F0BB-EEC1-4989-91A9-FFC964521745}" type="pres">
      <dgm:prSet presAssocID="{73826868-EAD3-4C95-9088-9A30341743F8}" presName="root" presStyleCnt="0">
        <dgm:presLayoutVars>
          <dgm:dir/>
          <dgm:resizeHandles val="exact"/>
        </dgm:presLayoutVars>
      </dgm:prSet>
      <dgm:spPr/>
    </dgm:pt>
    <dgm:pt modelId="{D9837B57-C4B5-42ED-BE4A-1533000C2560}" type="pres">
      <dgm:prSet presAssocID="{CCC9DEC4-8E50-49B2-A3EF-DCE73F545CC8}" presName="compNode" presStyleCnt="0"/>
      <dgm:spPr/>
    </dgm:pt>
    <dgm:pt modelId="{308CD0B2-F3F0-4A44-BD27-271B39D843DB}" type="pres">
      <dgm:prSet presAssocID="{CCC9DEC4-8E50-49B2-A3EF-DCE73F545CC8}" presName="bgRect" presStyleLbl="bgShp" presStyleIdx="0" presStyleCnt="4"/>
      <dgm:spPr/>
    </dgm:pt>
    <dgm:pt modelId="{56838A4D-DC35-4C4B-B6E6-825D345C2983}" type="pres">
      <dgm:prSet presAssocID="{CCC9DEC4-8E50-49B2-A3EF-DCE73F545CC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ainy scene"/>
        </a:ext>
      </dgm:extLst>
    </dgm:pt>
    <dgm:pt modelId="{2BC9AC2F-C7DE-4CC0-B6DE-B48B491A9CCB}" type="pres">
      <dgm:prSet presAssocID="{CCC9DEC4-8E50-49B2-A3EF-DCE73F545CC8}" presName="spaceRect" presStyleCnt="0"/>
      <dgm:spPr/>
    </dgm:pt>
    <dgm:pt modelId="{1C8A6AFB-F259-47E8-9DE1-ACEBB0D5B3F9}" type="pres">
      <dgm:prSet presAssocID="{CCC9DEC4-8E50-49B2-A3EF-DCE73F545CC8}" presName="parTx" presStyleLbl="revTx" presStyleIdx="0" presStyleCnt="4">
        <dgm:presLayoutVars>
          <dgm:chMax val="0"/>
          <dgm:chPref val="0"/>
        </dgm:presLayoutVars>
      </dgm:prSet>
      <dgm:spPr/>
    </dgm:pt>
    <dgm:pt modelId="{6CD80B2D-231C-4C01-9050-B77F4E24C6C1}" type="pres">
      <dgm:prSet presAssocID="{2E6E3E83-2FB4-4FCD-9EA5-6633DED7BA43}" presName="sibTrans" presStyleCnt="0"/>
      <dgm:spPr/>
    </dgm:pt>
    <dgm:pt modelId="{B0309932-CDB7-4E4B-963E-AD0581B24A13}" type="pres">
      <dgm:prSet presAssocID="{49E08F47-896A-4F0A-91B8-52A46705A6A1}" presName="compNode" presStyleCnt="0"/>
      <dgm:spPr/>
    </dgm:pt>
    <dgm:pt modelId="{B72422F8-D27E-486D-B65D-03257D1C7738}" type="pres">
      <dgm:prSet presAssocID="{49E08F47-896A-4F0A-91B8-52A46705A6A1}" presName="bgRect" presStyleLbl="bgShp" presStyleIdx="1" presStyleCnt="4"/>
      <dgm:spPr/>
    </dgm:pt>
    <dgm:pt modelId="{05B4A35F-0AFA-4984-8681-9D674EB02BF4}" type="pres">
      <dgm:prSet presAssocID="{49E08F47-896A-4F0A-91B8-52A46705A6A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032F1A47-0A57-4BFE-9559-6713D8A36093}" type="pres">
      <dgm:prSet presAssocID="{49E08F47-896A-4F0A-91B8-52A46705A6A1}" presName="spaceRect" presStyleCnt="0"/>
      <dgm:spPr/>
    </dgm:pt>
    <dgm:pt modelId="{57F34FEB-D919-433A-8B9E-E790B51D96B8}" type="pres">
      <dgm:prSet presAssocID="{49E08F47-896A-4F0A-91B8-52A46705A6A1}" presName="parTx" presStyleLbl="revTx" presStyleIdx="1" presStyleCnt="4">
        <dgm:presLayoutVars>
          <dgm:chMax val="0"/>
          <dgm:chPref val="0"/>
        </dgm:presLayoutVars>
      </dgm:prSet>
      <dgm:spPr/>
    </dgm:pt>
    <dgm:pt modelId="{5D2BCCE9-F539-4EC6-9670-932D8B94ADD6}" type="pres">
      <dgm:prSet presAssocID="{6F528784-1818-4542-A7CD-45EA10D374C5}" presName="sibTrans" presStyleCnt="0"/>
      <dgm:spPr/>
    </dgm:pt>
    <dgm:pt modelId="{37BD9C4B-36F3-459A-87B5-284693B6F8C5}" type="pres">
      <dgm:prSet presAssocID="{3A1F7565-1C87-4AB4-B970-57443FED759B}" presName="compNode" presStyleCnt="0"/>
      <dgm:spPr/>
    </dgm:pt>
    <dgm:pt modelId="{0762762C-E21D-4F61-92F5-943B5078D347}" type="pres">
      <dgm:prSet presAssocID="{3A1F7565-1C87-4AB4-B970-57443FED759B}" presName="bgRect" presStyleLbl="bgShp" presStyleIdx="2" presStyleCnt="4"/>
      <dgm:spPr/>
    </dgm:pt>
    <dgm:pt modelId="{9C661976-05AF-42F4-ACC9-CB97D1276ECD}" type="pres">
      <dgm:prSet presAssocID="{3A1F7565-1C87-4AB4-B970-57443FED759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9C9801D1-F3B7-4CF7-9F36-2095A5820D0D}" type="pres">
      <dgm:prSet presAssocID="{3A1F7565-1C87-4AB4-B970-57443FED759B}" presName="spaceRect" presStyleCnt="0"/>
      <dgm:spPr/>
    </dgm:pt>
    <dgm:pt modelId="{5337E06B-B923-4BB3-B003-948A66D7A40D}" type="pres">
      <dgm:prSet presAssocID="{3A1F7565-1C87-4AB4-B970-57443FED759B}" presName="parTx" presStyleLbl="revTx" presStyleIdx="2" presStyleCnt="4">
        <dgm:presLayoutVars>
          <dgm:chMax val="0"/>
          <dgm:chPref val="0"/>
        </dgm:presLayoutVars>
      </dgm:prSet>
      <dgm:spPr/>
    </dgm:pt>
    <dgm:pt modelId="{CF172D58-361E-4D8D-B439-BB0F863D4F66}" type="pres">
      <dgm:prSet presAssocID="{31A857FF-FDB8-400C-9C76-65CDAE86AA8B}" presName="sibTrans" presStyleCnt="0"/>
      <dgm:spPr/>
    </dgm:pt>
    <dgm:pt modelId="{1E0C0DDB-C3C2-4BA3-B18C-31BB97B1E0FD}" type="pres">
      <dgm:prSet presAssocID="{32375F3E-0EDF-4538-A6C5-4653423CBDAF}" presName="compNode" presStyleCnt="0"/>
      <dgm:spPr/>
    </dgm:pt>
    <dgm:pt modelId="{E7BE45BB-1A55-4B5E-9135-76A9B639D3AA}" type="pres">
      <dgm:prSet presAssocID="{32375F3E-0EDF-4538-A6C5-4653423CBDAF}" presName="bgRect" presStyleLbl="bgShp" presStyleIdx="3" presStyleCnt="4"/>
      <dgm:spPr/>
    </dgm:pt>
    <dgm:pt modelId="{348F906F-E363-4247-A3D0-BDF63447BAF2}" type="pres">
      <dgm:prSet presAssocID="{32375F3E-0EDF-4538-A6C5-4653423CBD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07268F1B-489B-4B67-B002-64C240D9562D}" type="pres">
      <dgm:prSet presAssocID="{32375F3E-0EDF-4538-A6C5-4653423CBDAF}" presName="spaceRect" presStyleCnt="0"/>
      <dgm:spPr/>
    </dgm:pt>
    <dgm:pt modelId="{7293249E-97D0-476A-A4A2-F563A7EBF4A1}" type="pres">
      <dgm:prSet presAssocID="{32375F3E-0EDF-4538-A6C5-4653423CBDAF}" presName="parTx" presStyleLbl="revTx" presStyleIdx="3" presStyleCnt="4">
        <dgm:presLayoutVars>
          <dgm:chMax val="0"/>
          <dgm:chPref val="0"/>
        </dgm:presLayoutVars>
      </dgm:prSet>
      <dgm:spPr/>
    </dgm:pt>
  </dgm:ptLst>
  <dgm:cxnLst>
    <dgm:cxn modelId="{431ACE07-5263-428A-B492-212B0E7671D9}" srcId="{73826868-EAD3-4C95-9088-9A30341743F8}" destId="{3A1F7565-1C87-4AB4-B970-57443FED759B}" srcOrd="2" destOrd="0" parTransId="{05DDD2EC-CFC6-4BC9-9B84-13A075DB1CFC}" sibTransId="{31A857FF-FDB8-400C-9C76-65CDAE86AA8B}"/>
    <dgm:cxn modelId="{AC38B138-5570-4035-8ACF-5661B04D4135}" type="presOf" srcId="{3A1F7565-1C87-4AB4-B970-57443FED759B}" destId="{5337E06B-B923-4BB3-B003-948A66D7A40D}" srcOrd="0" destOrd="0" presId="urn:microsoft.com/office/officeart/2018/2/layout/IconVerticalSolidList"/>
    <dgm:cxn modelId="{AB308170-9855-4D32-BCD1-A19A6CEA44FE}" type="presOf" srcId="{32375F3E-0EDF-4538-A6C5-4653423CBDAF}" destId="{7293249E-97D0-476A-A4A2-F563A7EBF4A1}" srcOrd="0" destOrd="0" presId="urn:microsoft.com/office/officeart/2018/2/layout/IconVerticalSolidList"/>
    <dgm:cxn modelId="{EF329776-FC70-436C-B413-EEBE8EB91593}" srcId="{73826868-EAD3-4C95-9088-9A30341743F8}" destId="{CCC9DEC4-8E50-49B2-A3EF-DCE73F545CC8}" srcOrd="0" destOrd="0" parTransId="{8F5FDBBA-2771-47EF-83CD-6C3D7D1871A2}" sibTransId="{2E6E3E83-2FB4-4FCD-9EA5-6633DED7BA43}"/>
    <dgm:cxn modelId="{5D1A7A7B-CB4B-4ED8-85F3-50D5BA2E4E6B}" type="presOf" srcId="{73826868-EAD3-4C95-9088-9A30341743F8}" destId="{D311F0BB-EEC1-4989-91A9-FFC964521745}" srcOrd="0" destOrd="0" presId="urn:microsoft.com/office/officeart/2018/2/layout/IconVerticalSolidList"/>
    <dgm:cxn modelId="{351D14A8-4049-41A9-856B-4FB33EC78E61}" srcId="{73826868-EAD3-4C95-9088-9A30341743F8}" destId="{49E08F47-896A-4F0A-91B8-52A46705A6A1}" srcOrd="1" destOrd="0" parTransId="{C6DB1DD7-5B6C-43A3-BBF5-2A9720F13339}" sibTransId="{6F528784-1818-4542-A7CD-45EA10D374C5}"/>
    <dgm:cxn modelId="{6F6DCBAE-494C-4E42-8F0E-97C24476DE58}" srcId="{73826868-EAD3-4C95-9088-9A30341743F8}" destId="{32375F3E-0EDF-4538-A6C5-4653423CBDAF}" srcOrd="3" destOrd="0" parTransId="{287E44CC-0F8C-4548-9A6C-7D8FC7CA0EC4}" sibTransId="{B4111D17-45B4-4240-82EE-260101EB2ED2}"/>
    <dgm:cxn modelId="{B4E083DF-A819-4956-8432-018CECD2A5B8}" type="presOf" srcId="{CCC9DEC4-8E50-49B2-A3EF-DCE73F545CC8}" destId="{1C8A6AFB-F259-47E8-9DE1-ACEBB0D5B3F9}" srcOrd="0" destOrd="0" presId="urn:microsoft.com/office/officeart/2018/2/layout/IconVerticalSolidList"/>
    <dgm:cxn modelId="{69A9A9E2-E6AE-414C-A3A6-B0F13006B2AD}" type="presOf" srcId="{49E08F47-896A-4F0A-91B8-52A46705A6A1}" destId="{57F34FEB-D919-433A-8B9E-E790B51D96B8}" srcOrd="0" destOrd="0" presId="urn:microsoft.com/office/officeart/2018/2/layout/IconVerticalSolidList"/>
    <dgm:cxn modelId="{521240BD-64F3-4D68-AC28-5B2B97235008}" type="presParOf" srcId="{D311F0BB-EEC1-4989-91A9-FFC964521745}" destId="{D9837B57-C4B5-42ED-BE4A-1533000C2560}" srcOrd="0" destOrd="0" presId="urn:microsoft.com/office/officeart/2018/2/layout/IconVerticalSolidList"/>
    <dgm:cxn modelId="{9FEF55E0-8EF2-42F1-8506-4CC958FD7D65}" type="presParOf" srcId="{D9837B57-C4B5-42ED-BE4A-1533000C2560}" destId="{308CD0B2-F3F0-4A44-BD27-271B39D843DB}" srcOrd="0" destOrd="0" presId="urn:microsoft.com/office/officeart/2018/2/layout/IconVerticalSolidList"/>
    <dgm:cxn modelId="{A72B2AD2-7ABF-43CC-B1B1-7885141EA4DD}" type="presParOf" srcId="{D9837B57-C4B5-42ED-BE4A-1533000C2560}" destId="{56838A4D-DC35-4C4B-B6E6-825D345C2983}" srcOrd="1" destOrd="0" presId="urn:microsoft.com/office/officeart/2018/2/layout/IconVerticalSolidList"/>
    <dgm:cxn modelId="{167F5397-629C-4B28-9B4A-90EDD1F330D7}" type="presParOf" srcId="{D9837B57-C4B5-42ED-BE4A-1533000C2560}" destId="{2BC9AC2F-C7DE-4CC0-B6DE-B48B491A9CCB}" srcOrd="2" destOrd="0" presId="urn:microsoft.com/office/officeart/2018/2/layout/IconVerticalSolidList"/>
    <dgm:cxn modelId="{0BFDA840-C44B-4FC4-AC02-A8DB058AD2A3}" type="presParOf" srcId="{D9837B57-C4B5-42ED-BE4A-1533000C2560}" destId="{1C8A6AFB-F259-47E8-9DE1-ACEBB0D5B3F9}" srcOrd="3" destOrd="0" presId="urn:microsoft.com/office/officeart/2018/2/layout/IconVerticalSolidList"/>
    <dgm:cxn modelId="{7552C6C8-0BD5-415C-8951-FD9B3C36DC75}" type="presParOf" srcId="{D311F0BB-EEC1-4989-91A9-FFC964521745}" destId="{6CD80B2D-231C-4C01-9050-B77F4E24C6C1}" srcOrd="1" destOrd="0" presId="urn:microsoft.com/office/officeart/2018/2/layout/IconVerticalSolidList"/>
    <dgm:cxn modelId="{A137EE97-C927-4FC6-9DC0-BA2DA5CBCAFE}" type="presParOf" srcId="{D311F0BB-EEC1-4989-91A9-FFC964521745}" destId="{B0309932-CDB7-4E4B-963E-AD0581B24A13}" srcOrd="2" destOrd="0" presId="urn:microsoft.com/office/officeart/2018/2/layout/IconVerticalSolidList"/>
    <dgm:cxn modelId="{0B76C573-EDF9-4580-80E0-6B54CFA9C47F}" type="presParOf" srcId="{B0309932-CDB7-4E4B-963E-AD0581B24A13}" destId="{B72422F8-D27E-486D-B65D-03257D1C7738}" srcOrd="0" destOrd="0" presId="urn:microsoft.com/office/officeart/2018/2/layout/IconVerticalSolidList"/>
    <dgm:cxn modelId="{41F7B1F9-700B-4110-903D-A6DB5CD8DF90}" type="presParOf" srcId="{B0309932-CDB7-4E4B-963E-AD0581B24A13}" destId="{05B4A35F-0AFA-4984-8681-9D674EB02BF4}" srcOrd="1" destOrd="0" presId="urn:microsoft.com/office/officeart/2018/2/layout/IconVerticalSolidList"/>
    <dgm:cxn modelId="{6ABD85A8-8832-4B9F-B85B-3C12BC8D9D96}" type="presParOf" srcId="{B0309932-CDB7-4E4B-963E-AD0581B24A13}" destId="{032F1A47-0A57-4BFE-9559-6713D8A36093}" srcOrd="2" destOrd="0" presId="urn:microsoft.com/office/officeart/2018/2/layout/IconVerticalSolidList"/>
    <dgm:cxn modelId="{8FC86BCB-0CA4-4DA0-B81C-708813B81DD4}" type="presParOf" srcId="{B0309932-CDB7-4E4B-963E-AD0581B24A13}" destId="{57F34FEB-D919-433A-8B9E-E790B51D96B8}" srcOrd="3" destOrd="0" presId="urn:microsoft.com/office/officeart/2018/2/layout/IconVerticalSolidList"/>
    <dgm:cxn modelId="{80CF7D16-8369-46AA-9557-38D09AA1DADD}" type="presParOf" srcId="{D311F0BB-EEC1-4989-91A9-FFC964521745}" destId="{5D2BCCE9-F539-4EC6-9670-932D8B94ADD6}" srcOrd="3" destOrd="0" presId="urn:microsoft.com/office/officeart/2018/2/layout/IconVerticalSolidList"/>
    <dgm:cxn modelId="{CE3DC464-F4B9-4CEC-851D-60DDC2FC41F8}" type="presParOf" srcId="{D311F0BB-EEC1-4989-91A9-FFC964521745}" destId="{37BD9C4B-36F3-459A-87B5-284693B6F8C5}" srcOrd="4" destOrd="0" presId="urn:microsoft.com/office/officeart/2018/2/layout/IconVerticalSolidList"/>
    <dgm:cxn modelId="{E9BA1DC3-D24E-42B8-A060-75596233D8FE}" type="presParOf" srcId="{37BD9C4B-36F3-459A-87B5-284693B6F8C5}" destId="{0762762C-E21D-4F61-92F5-943B5078D347}" srcOrd="0" destOrd="0" presId="urn:microsoft.com/office/officeart/2018/2/layout/IconVerticalSolidList"/>
    <dgm:cxn modelId="{33A38B4C-0B0C-4D0E-B814-B2280A077935}" type="presParOf" srcId="{37BD9C4B-36F3-459A-87B5-284693B6F8C5}" destId="{9C661976-05AF-42F4-ACC9-CB97D1276ECD}" srcOrd="1" destOrd="0" presId="urn:microsoft.com/office/officeart/2018/2/layout/IconVerticalSolidList"/>
    <dgm:cxn modelId="{D12350C0-F2C2-4957-B43C-3B06F9D89FEB}" type="presParOf" srcId="{37BD9C4B-36F3-459A-87B5-284693B6F8C5}" destId="{9C9801D1-F3B7-4CF7-9F36-2095A5820D0D}" srcOrd="2" destOrd="0" presId="urn:microsoft.com/office/officeart/2018/2/layout/IconVerticalSolidList"/>
    <dgm:cxn modelId="{AE69D728-8C6C-415C-A87F-0127E53B90F3}" type="presParOf" srcId="{37BD9C4B-36F3-459A-87B5-284693B6F8C5}" destId="{5337E06B-B923-4BB3-B003-948A66D7A40D}" srcOrd="3" destOrd="0" presId="urn:microsoft.com/office/officeart/2018/2/layout/IconVerticalSolidList"/>
    <dgm:cxn modelId="{7FD70885-643D-422F-B90F-443F3219FCB6}" type="presParOf" srcId="{D311F0BB-EEC1-4989-91A9-FFC964521745}" destId="{CF172D58-361E-4D8D-B439-BB0F863D4F66}" srcOrd="5" destOrd="0" presId="urn:microsoft.com/office/officeart/2018/2/layout/IconVerticalSolidList"/>
    <dgm:cxn modelId="{A6C1DFE4-188F-411D-BBD1-F9F4C6E0A0F2}" type="presParOf" srcId="{D311F0BB-EEC1-4989-91A9-FFC964521745}" destId="{1E0C0DDB-C3C2-4BA3-B18C-31BB97B1E0FD}" srcOrd="6" destOrd="0" presId="urn:microsoft.com/office/officeart/2018/2/layout/IconVerticalSolidList"/>
    <dgm:cxn modelId="{A912E043-DE92-489E-8756-19AE85B5CF5F}" type="presParOf" srcId="{1E0C0DDB-C3C2-4BA3-B18C-31BB97B1E0FD}" destId="{E7BE45BB-1A55-4B5E-9135-76A9B639D3AA}" srcOrd="0" destOrd="0" presId="urn:microsoft.com/office/officeart/2018/2/layout/IconVerticalSolidList"/>
    <dgm:cxn modelId="{8F98B7A6-354C-482D-9FF1-D2D599E503E5}" type="presParOf" srcId="{1E0C0DDB-C3C2-4BA3-B18C-31BB97B1E0FD}" destId="{348F906F-E363-4247-A3D0-BDF63447BAF2}" srcOrd="1" destOrd="0" presId="urn:microsoft.com/office/officeart/2018/2/layout/IconVerticalSolidList"/>
    <dgm:cxn modelId="{864C7AD8-E081-4B74-8C09-50CDC81A40B9}" type="presParOf" srcId="{1E0C0DDB-C3C2-4BA3-B18C-31BB97B1E0FD}" destId="{07268F1B-489B-4B67-B002-64C240D9562D}" srcOrd="2" destOrd="0" presId="urn:microsoft.com/office/officeart/2018/2/layout/IconVerticalSolidList"/>
    <dgm:cxn modelId="{2054F684-6383-4BBB-8636-B26B1DF71DE8}" type="presParOf" srcId="{1E0C0DDB-C3C2-4BA3-B18C-31BB97B1E0FD}" destId="{7293249E-97D0-476A-A4A2-F563A7EBF4A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0C7D36-0212-4E8E-B43E-C4329BCAB58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A012CD3-A5A8-4E6F-86E4-A3070927AC0A}">
      <dgm:prSet/>
      <dgm:spPr/>
      <dgm:t>
        <a:bodyPr/>
        <a:lstStyle/>
        <a:p>
          <a:pPr>
            <a:lnSpc>
              <a:spcPct val="100000"/>
            </a:lnSpc>
          </a:pPr>
          <a:r>
            <a:rPr lang="en-US" dirty="0"/>
            <a:t>Because of the current setup, OptimaTech also has struggles with decision making. </a:t>
          </a:r>
        </a:p>
      </dgm:t>
    </dgm:pt>
    <dgm:pt modelId="{5861DF74-2986-4635-97E4-E311DE48388C}" type="parTrans" cxnId="{ED271E92-7576-43B3-9483-1528737466D5}">
      <dgm:prSet/>
      <dgm:spPr/>
      <dgm:t>
        <a:bodyPr/>
        <a:lstStyle/>
        <a:p>
          <a:endParaRPr lang="en-US"/>
        </a:p>
      </dgm:t>
    </dgm:pt>
    <dgm:pt modelId="{3295E137-46E7-4CEB-9C47-635985850B45}" type="sibTrans" cxnId="{ED271E92-7576-43B3-9483-1528737466D5}">
      <dgm:prSet/>
      <dgm:spPr/>
      <dgm:t>
        <a:bodyPr/>
        <a:lstStyle/>
        <a:p>
          <a:endParaRPr lang="en-US"/>
        </a:p>
      </dgm:t>
    </dgm:pt>
    <dgm:pt modelId="{F2D3A1D4-08BC-419E-BFDC-4C70194B6083}">
      <dgm:prSet/>
      <dgm:spPr/>
      <dgm:t>
        <a:bodyPr/>
        <a:lstStyle/>
        <a:p>
          <a:pPr>
            <a:lnSpc>
              <a:spcPct val="100000"/>
            </a:lnSpc>
          </a:pPr>
          <a:r>
            <a:rPr lang="en-US"/>
            <a:t>Relational databases are not designed specifically for time-series data, so additional data processing is required to get the data in a state that can be analyzed for effective decision making. </a:t>
          </a:r>
        </a:p>
      </dgm:t>
    </dgm:pt>
    <dgm:pt modelId="{B3AD18A6-D4AD-4DA6-93E8-745A483B62DD}" type="parTrans" cxnId="{453499A9-4339-49E2-9863-3B3833B81B9D}">
      <dgm:prSet/>
      <dgm:spPr/>
      <dgm:t>
        <a:bodyPr/>
        <a:lstStyle/>
        <a:p>
          <a:endParaRPr lang="en-US"/>
        </a:p>
      </dgm:t>
    </dgm:pt>
    <dgm:pt modelId="{A3B17795-0ACF-4E29-A9FB-2B7BA0DFD847}" type="sibTrans" cxnId="{453499A9-4339-49E2-9863-3B3833B81B9D}">
      <dgm:prSet/>
      <dgm:spPr/>
      <dgm:t>
        <a:bodyPr/>
        <a:lstStyle/>
        <a:p>
          <a:endParaRPr lang="en-US"/>
        </a:p>
      </dgm:t>
    </dgm:pt>
    <dgm:pt modelId="{DFD8EE50-F557-4482-B0D9-509D1D3FE8D1}">
      <dgm:prSet/>
      <dgm:spPr/>
      <dgm:t>
        <a:bodyPr/>
        <a:lstStyle/>
        <a:p>
          <a:pPr>
            <a:lnSpc>
              <a:spcPct val="100000"/>
            </a:lnSpc>
          </a:pPr>
          <a:r>
            <a:rPr lang="en-US"/>
            <a:t>These extra processing steps can lead to errors and inaccurate analysis.</a:t>
          </a:r>
        </a:p>
      </dgm:t>
    </dgm:pt>
    <dgm:pt modelId="{D9FB6A02-6162-42FE-9D2C-381EC4ACB8EE}" type="parTrans" cxnId="{3A994214-E679-420A-A4A4-2CC914DD7452}">
      <dgm:prSet/>
      <dgm:spPr/>
      <dgm:t>
        <a:bodyPr/>
        <a:lstStyle/>
        <a:p>
          <a:endParaRPr lang="en-US"/>
        </a:p>
      </dgm:t>
    </dgm:pt>
    <dgm:pt modelId="{78E7A0FC-1741-4C2F-A7B1-D7DB5061E875}" type="sibTrans" cxnId="{3A994214-E679-420A-A4A4-2CC914DD7452}">
      <dgm:prSet/>
      <dgm:spPr/>
      <dgm:t>
        <a:bodyPr/>
        <a:lstStyle/>
        <a:p>
          <a:endParaRPr lang="en-US"/>
        </a:p>
      </dgm:t>
    </dgm:pt>
    <dgm:pt modelId="{3B1C4A16-8569-4788-B8A4-378DF36F97B9}">
      <dgm:prSet/>
      <dgm:spPr/>
      <dgm:t>
        <a:bodyPr/>
        <a:lstStyle/>
        <a:p>
          <a:pPr>
            <a:lnSpc>
              <a:spcPct val="100000"/>
            </a:lnSpc>
          </a:pPr>
          <a:r>
            <a:rPr lang="en-US"/>
            <a:t>This makes things like anomaly detection and highlighting where performance issues started difficult, which are two critical variables in DevOps decisions.</a:t>
          </a:r>
        </a:p>
      </dgm:t>
    </dgm:pt>
    <dgm:pt modelId="{CBF22BD6-B915-4F01-9AF5-9CBC19EA7131}" type="parTrans" cxnId="{7E5861C9-8D3D-472D-87EE-997AC493C7C3}">
      <dgm:prSet/>
      <dgm:spPr/>
      <dgm:t>
        <a:bodyPr/>
        <a:lstStyle/>
        <a:p>
          <a:endParaRPr lang="en-US"/>
        </a:p>
      </dgm:t>
    </dgm:pt>
    <dgm:pt modelId="{6A694816-ADD1-4016-AA68-A0F763BD6E11}" type="sibTrans" cxnId="{7E5861C9-8D3D-472D-87EE-997AC493C7C3}">
      <dgm:prSet/>
      <dgm:spPr/>
      <dgm:t>
        <a:bodyPr/>
        <a:lstStyle/>
        <a:p>
          <a:endParaRPr lang="en-US"/>
        </a:p>
      </dgm:t>
    </dgm:pt>
    <dgm:pt modelId="{183F5EFE-BC98-4AF3-8330-6999A6155FDB}" type="pres">
      <dgm:prSet presAssocID="{B10C7D36-0212-4E8E-B43E-C4329BCAB58F}" presName="root" presStyleCnt="0">
        <dgm:presLayoutVars>
          <dgm:dir/>
          <dgm:resizeHandles val="exact"/>
        </dgm:presLayoutVars>
      </dgm:prSet>
      <dgm:spPr/>
    </dgm:pt>
    <dgm:pt modelId="{E47301E6-91FA-49E3-B8C8-418E8C78CCAA}" type="pres">
      <dgm:prSet presAssocID="{DA012CD3-A5A8-4E6F-86E4-A3070927AC0A}" presName="compNode" presStyleCnt="0"/>
      <dgm:spPr/>
    </dgm:pt>
    <dgm:pt modelId="{FD743881-832D-4E45-A99F-04DE6F6E8213}" type="pres">
      <dgm:prSet presAssocID="{DA012CD3-A5A8-4E6F-86E4-A3070927AC0A}" presName="bgRect" presStyleLbl="bgShp" presStyleIdx="0" presStyleCnt="4"/>
      <dgm:spPr/>
    </dgm:pt>
    <dgm:pt modelId="{6E4F132A-F41F-4551-B8AE-4153F410FB21}" type="pres">
      <dgm:prSet presAssocID="{DA012CD3-A5A8-4E6F-86E4-A3070927AC0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15B4C5BC-D61F-49BF-AAA8-8972E22592C6}" type="pres">
      <dgm:prSet presAssocID="{DA012CD3-A5A8-4E6F-86E4-A3070927AC0A}" presName="spaceRect" presStyleCnt="0"/>
      <dgm:spPr/>
    </dgm:pt>
    <dgm:pt modelId="{2E460195-79EC-42A9-BEBE-96B3A0FFBB8A}" type="pres">
      <dgm:prSet presAssocID="{DA012CD3-A5A8-4E6F-86E4-A3070927AC0A}" presName="parTx" presStyleLbl="revTx" presStyleIdx="0" presStyleCnt="4">
        <dgm:presLayoutVars>
          <dgm:chMax val="0"/>
          <dgm:chPref val="0"/>
        </dgm:presLayoutVars>
      </dgm:prSet>
      <dgm:spPr/>
    </dgm:pt>
    <dgm:pt modelId="{F6C9FB1F-9695-40E8-A048-948E046165CF}" type="pres">
      <dgm:prSet presAssocID="{3295E137-46E7-4CEB-9C47-635985850B45}" presName="sibTrans" presStyleCnt="0"/>
      <dgm:spPr/>
    </dgm:pt>
    <dgm:pt modelId="{435644BA-E00E-4C37-A242-71EF881F53F7}" type="pres">
      <dgm:prSet presAssocID="{F2D3A1D4-08BC-419E-BFDC-4C70194B6083}" presName="compNode" presStyleCnt="0"/>
      <dgm:spPr/>
    </dgm:pt>
    <dgm:pt modelId="{B716C059-0359-4C9A-A9BE-CCC8BEAED177}" type="pres">
      <dgm:prSet presAssocID="{F2D3A1D4-08BC-419E-BFDC-4C70194B6083}" presName="bgRect" presStyleLbl="bgShp" presStyleIdx="1" presStyleCnt="4"/>
      <dgm:spPr/>
    </dgm:pt>
    <dgm:pt modelId="{896276F1-E248-4B56-B366-9737E1AAADA8}" type="pres">
      <dgm:prSet presAssocID="{F2D3A1D4-08BC-419E-BFDC-4C70194B608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E72BF619-0194-4BD3-8D6A-232ACE7A7491}" type="pres">
      <dgm:prSet presAssocID="{F2D3A1D4-08BC-419E-BFDC-4C70194B6083}" presName="spaceRect" presStyleCnt="0"/>
      <dgm:spPr/>
    </dgm:pt>
    <dgm:pt modelId="{65A62BBB-062C-4A1A-BCD7-AD8B6F1F9807}" type="pres">
      <dgm:prSet presAssocID="{F2D3A1D4-08BC-419E-BFDC-4C70194B6083}" presName="parTx" presStyleLbl="revTx" presStyleIdx="1" presStyleCnt="4">
        <dgm:presLayoutVars>
          <dgm:chMax val="0"/>
          <dgm:chPref val="0"/>
        </dgm:presLayoutVars>
      </dgm:prSet>
      <dgm:spPr/>
    </dgm:pt>
    <dgm:pt modelId="{F4C18BE6-9FE8-4EA0-8DB2-87C3FA39D69E}" type="pres">
      <dgm:prSet presAssocID="{A3B17795-0ACF-4E29-A9FB-2B7BA0DFD847}" presName="sibTrans" presStyleCnt="0"/>
      <dgm:spPr/>
    </dgm:pt>
    <dgm:pt modelId="{21C5EE4B-0876-45F4-90ED-A95ACEE9DE93}" type="pres">
      <dgm:prSet presAssocID="{DFD8EE50-F557-4482-B0D9-509D1D3FE8D1}" presName="compNode" presStyleCnt="0"/>
      <dgm:spPr/>
    </dgm:pt>
    <dgm:pt modelId="{1B66A9E3-464A-4612-A0F5-2777FB1D5F51}" type="pres">
      <dgm:prSet presAssocID="{DFD8EE50-F557-4482-B0D9-509D1D3FE8D1}" presName="bgRect" presStyleLbl="bgShp" presStyleIdx="2" presStyleCnt="4"/>
      <dgm:spPr/>
    </dgm:pt>
    <dgm:pt modelId="{4BCEDE36-D591-4935-8FC7-6A7C5202933E}" type="pres">
      <dgm:prSet presAssocID="{DFD8EE50-F557-4482-B0D9-509D1D3FE8D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peed Bump"/>
        </a:ext>
      </dgm:extLst>
    </dgm:pt>
    <dgm:pt modelId="{6F0840EF-5D69-454C-8E09-F61387700D73}" type="pres">
      <dgm:prSet presAssocID="{DFD8EE50-F557-4482-B0D9-509D1D3FE8D1}" presName="spaceRect" presStyleCnt="0"/>
      <dgm:spPr/>
    </dgm:pt>
    <dgm:pt modelId="{C9A591A5-500A-4B01-B208-E7B0B4550455}" type="pres">
      <dgm:prSet presAssocID="{DFD8EE50-F557-4482-B0D9-509D1D3FE8D1}" presName="parTx" presStyleLbl="revTx" presStyleIdx="2" presStyleCnt="4">
        <dgm:presLayoutVars>
          <dgm:chMax val="0"/>
          <dgm:chPref val="0"/>
        </dgm:presLayoutVars>
      </dgm:prSet>
      <dgm:spPr/>
    </dgm:pt>
    <dgm:pt modelId="{F7387567-1263-4A0F-8EC4-61F8017EB77B}" type="pres">
      <dgm:prSet presAssocID="{78E7A0FC-1741-4C2F-A7B1-D7DB5061E875}" presName="sibTrans" presStyleCnt="0"/>
      <dgm:spPr/>
    </dgm:pt>
    <dgm:pt modelId="{81B15008-C608-40E7-918F-E13AA9B1341E}" type="pres">
      <dgm:prSet presAssocID="{3B1C4A16-8569-4788-B8A4-378DF36F97B9}" presName="compNode" presStyleCnt="0"/>
      <dgm:spPr/>
    </dgm:pt>
    <dgm:pt modelId="{CB5A915D-4F9A-482A-A600-83F9B2DBAF73}" type="pres">
      <dgm:prSet presAssocID="{3B1C4A16-8569-4788-B8A4-378DF36F97B9}" presName="bgRect" presStyleLbl="bgShp" presStyleIdx="3" presStyleCnt="4"/>
      <dgm:spPr/>
    </dgm:pt>
    <dgm:pt modelId="{435AE28B-8D02-4CD3-B316-4A804C65A114}" type="pres">
      <dgm:prSet presAssocID="{3B1C4A16-8569-4788-B8A4-378DF36F97B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26E36134-866B-414E-A2EC-61A56EAC0E3B}" type="pres">
      <dgm:prSet presAssocID="{3B1C4A16-8569-4788-B8A4-378DF36F97B9}" presName="spaceRect" presStyleCnt="0"/>
      <dgm:spPr/>
    </dgm:pt>
    <dgm:pt modelId="{DFD937DE-8DBC-400D-A7D1-1C39B5DB810B}" type="pres">
      <dgm:prSet presAssocID="{3B1C4A16-8569-4788-B8A4-378DF36F97B9}" presName="parTx" presStyleLbl="revTx" presStyleIdx="3" presStyleCnt="4">
        <dgm:presLayoutVars>
          <dgm:chMax val="0"/>
          <dgm:chPref val="0"/>
        </dgm:presLayoutVars>
      </dgm:prSet>
      <dgm:spPr/>
    </dgm:pt>
  </dgm:ptLst>
  <dgm:cxnLst>
    <dgm:cxn modelId="{3A994214-E679-420A-A4A4-2CC914DD7452}" srcId="{B10C7D36-0212-4E8E-B43E-C4329BCAB58F}" destId="{DFD8EE50-F557-4482-B0D9-509D1D3FE8D1}" srcOrd="2" destOrd="0" parTransId="{D9FB6A02-6162-42FE-9D2C-381EC4ACB8EE}" sibTransId="{78E7A0FC-1741-4C2F-A7B1-D7DB5061E875}"/>
    <dgm:cxn modelId="{86C1BF3B-40E6-4A81-B14F-B72818A7B254}" type="presOf" srcId="{DA012CD3-A5A8-4E6F-86E4-A3070927AC0A}" destId="{2E460195-79EC-42A9-BEBE-96B3A0FFBB8A}" srcOrd="0" destOrd="0" presId="urn:microsoft.com/office/officeart/2018/2/layout/IconVerticalSolidList"/>
    <dgm:cxn modelId="{D552B55A-A8F9-4CD2-8626-849E39E6DD70}" type="presOf" srcId="{3B1C4A16-8569-4788-B8A4-378DF36F97B9}" destId="{DFD937DE-8DBC-400D-A7D1-1C39B5DB810B}" srcOrd="0" destOrd="0" presId="urn:microsoft.com/office/officeart/2018/2/layout/IconVerticalSolidList"/>
    <dgm:cxn modelId="{4E9FC182-D6BE-46BC-8F60-6397F495E2AB}" type="presOf" srcId="{DFD8EE50-F557-4482-B0D9-509D1D3FE8D1}" destId="{C9A591A5-500A-4B01-B208-E7B0B4550455}" srcOrd="0" destOrd="0" presId="urn:microsoft.com/office/officeart/2018/2/layout/IconVerticalSolidList"/>
    <dgm:cxn modelId="{ED271E92-7576-43B3-9483-1528737466D5}" srcId="{B10C7D36-0212-4E8E-B43E-C4329BCAB58F}" destId="{DA012CD3-A5A8-4E6F-86E4-A3070927AC0A}" srcOrd="0" destOrd="0" parTransId="{5861DF74-2986-4635-97E4-E311DE48388C}" sibTransId="{3295E137-46E7-4CEB-9C47-635985850B45}"/>
    <dgm:cxn modelId="{951B72A7-92C2-4D45-8309-834ECB1DA3A5}" type="presOf" srcId="{F2D3A1D4-08BC-419E-BFDC-4C70194B6083}" destId="{65A62BBB-062C-4A1A-BCD7-AD8B6F1F9807}" srcOrd="0" destOrd="0" presId="urn:microsoft.com/office/officeart/2018/2/layout/IconVerticalSolidList"/>
    <dgm:cxn modelId="{453499A9-4339-49E2-9863-3B3833B81B9D}" srcId="{B10C7D36-0212-4E8E-B43E-C4329BCAB58F}" destId="{F2D3A1D4-08BC-419E-BFDC-4C70194B6083}" srcOrd="1" destOrd="0" parTransId="{B3AD18A6-D4AD-4DA6-93E8-745A483B62DD}" sibTransId="{A3B17795-0ACF-4E29-A9FB-2B7BA0DFD847}"/>
    <dgm:cxn modelId="{7E5861C9-8D3D-472D-87EE-997AC493C7C3}" srcId="{B10C7D36-0212-4E8E-B43E-C4329BCAB58F}" destId="{3B1C4A16-8569-4788-B8A4-378DF36F97B9}" srcOrd="3" destOrd="0" parTransId="{CBF22BD6-B915-4F01-9AF5-9CBC19EA7131}" sibTransId="{6A694816-ADD1-4016-AA68-A0F763BD6E11}"/>
    <dgm:cxn modelId="{EEB3EBD8-06B7-4E8B-9FE1-DCD4CB08B1F9}" type="presOf" srcId="{B10C7D36-0212-4E8E-B43E-C4329BCAB58F}" destId="{183F5EFE-BC98-4AF3-8330-6999A6155FDB}" srcOrd="0" destOrd="0" presId="urn:microsoft.com/office/officeart/2018/2/layout/IconVerticalSolidList"/>
    <dgm:cxn modelId="{69B88178-2469-4DD4-B1D4-11AAE38B6F95}" type="presParOf" srcId="{183F5EFE-BC98-4AF3-8330-6999A6155FDB}" destId="{E47301E6-91FA-49E3-B8C8-418E8C78CCAA}" srcOrd="0" destOrd="0" presId="urn:microsoft.com/office/officeart/2018/2/layout/IconVerticalSolidList"/>
    <dgm:cxn modelId="{EDB62B7E-B373-47C7-9DBB-8BCEAE7E01C5}" type="presParOf" srcId="{E47301E6-91FA-49E3-B8C8-418E8C78CCAA}" destId="{FD743881-832D-4E45-A99F-04DE6F6E8213}" srcOrd="0" destOrd="0" presId="urn:microsoft.com/office/officeart/2018/2/layout/IconVerticalSolidList"/>
    <dgm:cxn modelId="{959B8CDF-4A41-4056-AEBF-22CB7407BD2E}" type="presParOf" srcId="{E47301E6-91FA-49E3-B8C8-418E8C78CCAA}" destId="{6E4F132A-F41F-4551-B8AE-4153F410FB21}" srcOrd="1" destOrd="0" presId="urn:microsoft.com/office/officeart/2018/2/layout/IconVerticalSolidList"/>
    <dgm:cxn modelId="{C4368775-65BD-43C1-8D40-054B5EA5BEC8}" type="presParOf" srcId="{E47301E6-91FA-49E3-B8C8-418E8C78CCAA}" destId="{15B4C5BC-D61F-49BF-AAA8-8972E22592C6}" srcOrd="2" destOrd="0" presId="urn:microsoft.com/office/officeart/2018/2/layout/IconVerticalSolidList"/>
    <dgm:cxn modelId="{0C9952C2-D65B-43A0-8C74-5C2601AA4CFE}" type="presParOf" srcId="{E47301E6-91FA-49E3-B8C8-418E8C78CCAA}" destId="{2E460195-79EC-42A9-BEBE-96B3A0FFBB8A}" srcOrd="3" destOrd="0" presId="urn:microsoft.com/office/officeart/2018/2/layout/IconVerticalSolidList"/>
    <dgm:cxn modelId="{89A41B16-033D-4A1A-8F28-B4F4BDA7C1A6}" type="presParOf" srcId="{183F5EFE-BC98-4AF3-8330-6999A6155FDB}" destId="{F6C9FB1F-9695-40E8-A048-948E046165CF}" srcOrd="1" destOrd="0" presId="urn:microsoft.com/office/officeart/2018/2/layout/IconVerticalSolidList"/>
    <dgm:cxn modelId="{10950E16-DC55-4577-858E-43F20BE15ADC}" type="presParOf" srcId="{183F5EFE-BC98-4AF3-8330-6999A6155FDB}" destId="{435644BA-E00E-4C37-A242-71EF881F53F7}" srcOrd="2" destOrd="0" presId="urn:microsoft.com/office/officeart/2018/2/layout/IconVerticalSolidList"/>
    <dgm:cxn modelId="{FC679F7D-5356-474C-AA1F-B38B0AFEB390}" type="presParOf" srcId="{435644BA-E00E-4C37-A242-71EF881F53F7}" destId="{B716C059-0359-4C9A-A9BE-CCC8BEAED177}" srcOrd="0" destOrd="0" presId="urn:microsoft.com/office/officeart/2018/2/layout/IconVerticalSolidList"/>
    <dgm:cxn modelId="{FC3F0C00-1E8A-420C-96FD-162744EAC615}" type="presParOf" srcId="{435644BA-E00E-4C37-A242-71EF881F53F7}" destId="{896276F1-E248-4B56-B366-9737E1AAADA8}" srcOrd="1" destOrd="0" presId="urn:microsoft.com/office/officeart/2018/2/layout/IconVerticalSolidList"/>
    <dgm:cxn modelId="{56585AD4-4173-44CE-87D6-8B02DADC585F}" type="presParOf" srcId="{435644BA-E00E-4C37-A242-71EF881F53F7}" destId="{E72BF619-0194-4BD3-8D6A-232ACE7A7491}" srcOrd="2" destOrd="0" presId="urn:microsoft.com/office/officeart/2018/2/layout/IconVerticalSolidList"/>
    <dgm:cxn modelId="{038B9F47-306B-41CD-9273-9E0ED68C00A4}" type="presParOf" srcId="{435644BA-E00E-4C37-A242-71EF881F53F7}" destId="{65A62BBB-062C-4A1A-BCD7-AD8B6F1F9807}" srcOrd="3" destOrd="0" presId="urn:microsoft.com/office/officeart/2018/2/layout/IconVerticalSolidList"/>
    <dgm:cxn modelId="{B10CD587-F0E6-4DC6-99D8-3844D0CD9472}" type="presParOf" srcId="{183F5EFE-BC98-4AF3-8330-6999A6155FDB}" destId="{F4C18BE6-9FE8-4EA0-8DB2-87C3FA39D69E}" srcOrd="3" destOrd="0" presId="urn:microsoft.com/office/officeart/2018/2/layout/IconVerticalSolidList"/>
    <dgm:cxn modelId="{42D140F9-4A67-4707-87B9-F106CAD92686}" type="presParOf" srcId="{183F5EFE-BC98-4AF3-8330-6999A6155FDB}" destId="{21C5EE4B-0876-45F4-90ED-A95ACEE9DE93}" srcOrd="4" destOrd="0" presId="urn:microsoft.com/office/officeart/2018/2/layout/IconVerticalSolidList"/>
    <dgm:cxn modelId="{B4315139-B074-4387-A6F0-D92BBF17723E}" type="presParOf" srcId="{21C5EE4B-0876-45F4-90ED-A95ACEE9DE93}" destId="{1B66A9E3-464A-4612-A0F5-2777FB1D5F51}" srcOrd="0" destOrd="0" presId="urn:microsoft.com/office/officeart/2018/2/layout/IconVerticalSolidList"/>
    <dgm:cxn modelId="{18CA4E22-F825-4322-BF49-C20270C6E7CF}" type="presParOf" srcId="{21C5EE4B-0876-45F4-90ED-A95ACEE9DE93}" destId="{4BCEDE36-D591-4935-8FC7-6A7C5202933E}" srcOrd="1" destOrd="0" presId="urn:microsoft.com/office/officeart/2018/2/layout/IconVerticalSolidList"/>
    <dgm:cxn modelId="{081EE962-37FA-4321-80E3-5E2677BF2D57}" type="presParOf" srcId="{21C5EE4B-0876-45F4-90ED-A95ACEE9DE93}" destId="{6F0840EF-5D69-454C-8E09-F61387700D73}" srcOrd="2" destOrd="0" presId="urn:microsoft.com/office/officeart/2018/2/layout/IconVerticalSolidList"/>
    <dgm:cxn modelId="{A24672BB-A5DF-4C71-90F4-4DA3F50BB8FB}" type="presParOf" srcId="{21C5EE4B-0876-45F4-90ED-A95ACEE9DE93}" destId="{C9A591A5-500A-4B01-B208-E7B0B4550455}" srcOrd="3" destOrd="0" presId="urn:microsoft.com/office/officeart/2018/2/layout/IconVerticalSolidList"/>
    <dgm:cxn modelId="{6A60964E-2C65-4C08-BD30-864329B55DAE}" type="presParOf" srcId="{183F5EFE-BC98-4AF3-8330-6999A6155FDB}" destId="{F7387567-1263-4A0F-8EC4-61F8017EB77B}" srcOrd="5" destOrd="0" presId="urn:microsoft.com/office/officeart/2018/2/layout/IconVerticalSolidList"/>
    <dgm:cxn modelId="{4F87121D-0E6C-4243-9FE5-583C5D28F2A6}" type="presParOf" srcId="{183F5EFE-BC98-4AF3-8330-6999A6155FDB}" destId="{81B15008-C608-40E7-918F-E13AA9B1341E}" srcOrd="6" destOrd="0" presId="urn:microsoft.com/office/officeart/2018/2/layout/IconVerticalSolidList"/>
    <dgm:cxn modelId="{45D64BA2-576C-43F3-BEE9-5E38D5D22748}" type="presParOf" srcId="{81B15008-C608-40E7-918F-E13AA9B1341E}" destId="{CB5A915D-4F9A-482A-A600-83F9B2DBAF73}" srcOrd="0" destOrd="0" presId="urn:microsoft.com/office/officeart/2018/2/layout/IconVerticalSolidList"/>
    <dgm:cxn modelId="{EF696116-6214-4F72-A106-C643C58231D5}" type="presParOf" srcId="{81B15008-C608-40E7-918F-E13AA9B1341E}" destId="{435AE28B-8D02-4CD3-B316-4A804C65A114}" srcOrd="1" destOrd="0" presId="urn:microsoft.com/office/officeart/2018/2/layout/IconVerticalSolidList"/>
    <dgm:cxn modelId="{443E755F-925A-4925-B448-A3403359082C}" type="presParOf" srcId="{81B15008-C608-40E7-918F-E13AA9B1341E}" destId="{26E36134-866B-414E-A2EC-61A56EAC0E3B}" srcOrd="2" destOrd="0" presId="urn:microsoft.com/office/officeart/2018/2/layout/IconVerticalSolidList"/>
    <dgm:cxn modelId="{E6CAEB8C-8C45-4320-B024-A0212E3ADB45}" type="presParOf" srcId="{81B15008-C608-40E7-918F-E13AA9B1341E}" destId="{DFD937DE-8DBC-400D-A7D1-1C39B5DB810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50E641C-DDFF-4516-8ED2-19722EE99838}"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A79E3969-CBD4-49C6-A2F0-9BA674A757D8}">
      <dgm:prSet custT="1"/>
      <dgm:spPr/>
      <dgm:t>
        <a:bodyPr/>
        <a:lstStyle/>
        <a:p>
          <a:r>
            <a:rPr lang="en-US" sz="1400" dirty="0"/>
            <a:t>Time-Series </a:t>
          </a:r>
          <a:r>
            <a:rPr lang="en-US" sz="1600" dirty="0"/>
            <a:t>data</a:t>
          </a:r>
          <a:r>
            <a:rPr lang="en-US" sz="1400" dirty="0"/>
            <a:t> is data where Time is a primary measurement. </a:t>
          </a:r>
        </a:p>
      </dgm:t>
    </dgm:pt>
    <dgm:pt modelId="{E6D9D6C0-9B51-4F2B-851B-F2848F5456D0}" type="parTrans" cxnId="{C4E20239-6983-4725-8F21-0738B9FC8AA3}">
      <dgm:prSet/>
      <dgm:spPr/>
      <dgm:t>
        <a:bodyPr/>
        <a:lstStyle/>
        <a:p>
          <a:endParaRPr lang="en-US"/>
        </a:p>
      </dgm:t>
    </dgm:pt>
    <dgm:pt modelId="{3A28D8B7-37FB-4A5B-A052-E28E855014F5}" type="sibTrans" cxnId="{C4E20239-6983-4725-8F21-0738B9FC8AA3}">
      <dgm:prSet phldrT="01"/>
      <dgm:spPr/>
      <dgm:t>
        <a:bodyPr/>
        <a:lstStyle/>
        <a:p>
          <a:r>
            <a:rPr lang="en-US"/>
            <a:t>01</a:t>
          </a:r>
        </a:p>
      </dgm:t>
    </dgm:pt>
    <dgm:pt modelId="{66875FE9-B5C3-4A56-965F-14B84DA7B361}">
      <dgm:prSet custT="1"/>
      <dgm:spPr/>
      <dgm:t>
        <a:bodyPr/>
        <a:lstStyle/>
        <a:p>
          <a:r>
            <a:rPr lang="en-US" sz="1200" dirty="0"/>
            <a:t>An example of this would be sensor data collected in 5 min intervals.</a:t>
          </a:r>
        </a:p>
      </dgm:t>
    </dgm:pt>
    <dgm:pt modelId="{47E06486-343B-4C11-8CB6-889DFF679CB8}" type="parTrans" cxnId="{36205C5A-C9CE-429F-A7A6-57E19AAE48C3}">
      <dgm:prSet/>
      <dgm:spPr/>
      <dgm:t>
        <a:bodyPr/>
        <a:lstStyle/>
        <a:p>
          <a:endParaRPr lang="en-US"/>
        </a:p>
      </dgm:t>
    </dgm:pt>
    <dgm:pt modelId="{088056C4-AF03-4F12-B994-C9258190A8DF}" type="sibTrans" cxnId="{36205C5A-C9CE-429F-A7A6-57E19AAE48C3}">
      <dgm:prSet/>
      <dgm:spPr/>
      <dgm:t>
        <a:bodyPr/>
        <a:lstStyle/>
        <a:p>
          <a:endParaRPr lang="en-US"/>
        </a:p>
      </dgm:t>
    </dgm:pt>
    <dgm:pt modelId="{368ADDE7-2CD5-4363-AC6F-B7BA28C08672}">
      <dgm:prSet custT="1"/>
      <dgm:spPr/>
      <dgm:t>
        <a:bodyPr/>
        <a:lstStyle/>
        <a:p>
          <a:r>
            <a:rPr lang="en-US" sz="1200" dirty="0"/>
            <a:t>This data can be collected in regular or irregular intervals.</a:t>
          </a:r>
        </a:p>
      </dgm:t>
    </dgm:pt>
    <dgm:pt modelId="{C930602C-B704-4969-B037-EB29C588F382}" type="parTrans" cxnId="{49C45825-C450-4F74-844F-DFD21A3DF32A}">
      <dgm:prSet/>
      <dgm:spPr/>
      <dgm:t>
        <a:bodyPr/>
        <a:lstStyle/>
        <a:p>
          <a:endParaRPr lang="en-US"/>
        </a:p>
      </dgm:t>
    </dgm:pt>
    <dgm:pt modelId="{6E2B14E2-491F-44F3-954A-BEC3A7ED8D16}" type="sibTrans" cxnId="{49C45825-C450-4F74-844F-DFD21A3DF32A}">
      <dgm:prSet/>
      <dgm:spPr/>
      <dgm:t>
        <a:bodyPr/>
        <a:lstStyle/>
        <a:p>
          <a:endParaRPr lang="en-US"/>
        </a:p>
      </dgm:t>
    </dgm:pt>
    <dgm:pt modelId="{01B01480-9543-45BB-86A2-2D4638352FA0}">
      <dgm:prSet custT="1"/>
      <dgm:spPr/>
      <dgm:t>
        <a:bodyPr/>
        <a:lstStyle/>
        <a:p>
          <a:r>
            <a:rPr lang="en-US" sz="1600" dirty="0"/>
            <a:t>Time-Series Databases (TSDBs) are DBs that are designed and optimized for time-series data.</a:t>
          </a:r>
        </a:p>
      </dgm:t>
    </dgm:pt>
    <dgm:pt modelId="{2BA9D1E5-70F2-4CB8-A9B9-2CE4ED47790D}" type="parTrans" cxnId="{6135DAB7-F758-4E6E-A821-E7EA3FD2C7CF}">
      <dgm:prSet/>
      <dgm:spPr/>
      <dgm:t>
        <a:bodyPr/>
        <a:lstStyle/>
        <a:p>
          <a:endParaRPr lang="en-US"/>
        </a:p>
      </dgm:t>
    </dgm:pt>
    <dgm:pt modelId="{FDD06ED8-A553-40D2-98E6-FA5353467062}" type="sibTrans" cxnId="{6135DAB7-F758-4E6E-A821-E7EA3FD2C7CF}">
      <dgm:prSet phldrT="02"/>
      <dgm:spPr/>
      <dgm:t>
        <a:bodyPr/>
        <a:lstStyle/>
        <a:p>
          <a:r>
            <a:rPr lang="en-US"/>
            <a:t>02</a:t>
          </a:r>
        </a:p>
      </dgm:t>
    </dgm:pt>
    <dgm:pt modelId="{580F3383-23E3-4563-B61E-85FECA4BE3FC}">
      <dgm:prSet custT="1"/>
      <dgm:spPr/>
      <dgm:t>
        <a:bodyPr/>
        <a:lstStyle/>
        <a:p>
          <a:r>
            <a:rPr lang="en-US" sz="1600" dirty="0"/>
            <a:t>TSDBs excel and have architecture to support querying data over long time periods unlike traditional </a:t>
          </a:r>
          <a:r>
            <a:rPr lang="en-US" sz="1600" dirty="0" err="1"/>
            <a:t>DBs.</a:t>
          </a:r>
          <a:endParaRPr lang="en-US" sz="1600" dirty="0"/>
        </a:p>
      </dgm:t>
    </dgm:pt>
    <dgm:pt modelId="{9D0C99CE-2724-413B-9DD1-29F802FADD1E}" type="parTrans" cxnId="{995CE93E-ABF3-4D5E-BF84-F56D7BD3DCF2}">
      <dgm:prSet/>
      <dgm:spPr/>
      <dgm:t>
        <a:bodyPr/>
        <a:lstStyle/>
        <a:p>
          <a:endParaRPr lang="en-US"/>
        </a:p>
      </dgm:t>
    </dgm:pt>
    <dgm:pt modelId="{439F7274-607C-4B59-8DFE-06EF8D7C16B3}" type="sibTrans" cxnId="{995CE93E-ABF3-4D5E-BF84-F56D7BD3DCF2}">
      <dgm:prSet phldrT="03"/>
      <dgm:spPr/>
      <dgm:t>
        <a:bodyPr/>
        <a:lstStyle/>
        <a:p>
          <a:r>
            <a:rPr lang="en-US"/>
            <a:t>03</a:t>
          </a:r>
        </a:p>
      </dgm:t>
    </dgm:pt>
    <dgm:pt modelId="{E19D2454-2DF2-487E-B0F9-91A29B071B2A}">
      <dgm:prSet custT="1"/>
      <dgm:spPr/>
      <dgm:t>
        <a:bodyPr/>
        <a:lstStyle/>
        <a:p>
          <a:r>
            <a:rPr lang="en-US" sz="1600" dirty="0"/>
            <a:t>TSDBs have data expiration methods built in, to ensure that you don’t have database bloat as collect more and more data points.</a:t>
          </a:r>
        </a:p>
      </dgm:t>
    </dgm:pt>
    <dgm:pt modelId="{A06F4C99-2861-4A1A-9184-E5C586A02C14}" type="parTrans" cxnId="{F4768C31-7B0F-46C6-A585-76EA5B6C3DF2}">
      <dgm:prSet/>
      <dgm:spPr/>
      <dgm:t>
        <a:bodyPr/>
        <a:lstStyle/>
        <a:p>
          <a:endParaRPr lang="en-US"/>
        </a:p>
      </dgm:t>
    </dgm:pt>
    <dgm:pt modelId="{8CB2F362-B37B-4123-859F-71DEC40361D8}" type="sibTrans" cxnId="{F4768C31-7B0F-46C6-A585-76EA5B6C3DF2}">
      <dgm:prSet phldrT="04"/>
      <dgm:spPr/>
      <dgm:t>
        <a:bodyPr/>
        <a:lstStyle/>
        <a:p>
          <a:r>
            <a:rPr lang="en-US"/>
            <a:t>04</a:t>
          </a:r>
        </a:p>
      </dgm:t>
    </dgm:pt>
    <dgm:pt modelId="{C5E139D1-3F21-48F7-ADC3-BC34DD02B3EC}" type="pres">
      <dgm:prSet presAssocID="{150E641C-DDFF-4516-8ED2-19722EE99838}" presName="Name0" presStyleCnt="0">
        <dgm:presLayoutVars>
          <dgm:animLvl val="lvl"/>
          <dgm:resizeHandles val="exact"/>
        </dgm:presLayoutVars>
      </dgm:prSet>
      <dgm:spPr/>
    </dgm:pt>
    <dgm:pt modelId="{55274913-9317-4639-9052-8E5A3102AC5F}" type="pres">
      <dgm:prSet presAssocID="{A79E3969-CBD4-49C6-A2F0-9BA674A757D8}" presName="compositeNode" presStyleCnt="0">
        <dgm:presLayoutVars>
          <dgm:bulletEnabled val="1"/>
        </dgm:presLayoutVars>
      </dgm:prSet>
      <dgm:spPr/>
    </dgm:pt>
    <dgm:pt modelId="{1203FE4D-1E04-4471-8E85-176B65194412}" type="pres">
      <dgm:prSet presAssocID="{A79E3969-CBD4-49C6-A2F0-9BA674A757D8}" presName="bgRect" presStyleLbl="alignNode1" presStyleIdx="0" presStyleCnt="4"/>
      <dgm:spPr/>
    </dgm:pt>
    <dgm:pt modelId="{036CC155-5484-412E-8DCD-56DF726E3E7B}" type="pres">
      <dgm:prSet presAssocID="{3A28D8B7-37FB-4A5B-A052-E28E855014F5}" presName="sibTransNodeRect" presStyleLbl="alignNode1" presStyleIdx="0" presStyleCnt="4">
        <dgm:presLayoutVars>
          <dgm:chMax val="0"/>
          <dgm:bulletEnabled val="1"/>
        </dgm:presLayoutVars>
      </dgm:prSet>
      <dgm:spPr/>
    </dgm:pt>
    <dgm:pt modelId="{8566A37A-82DF-4975-BDFB-81ABF03674DE}" type="pres">
      <dgm:prSet presAssocID="{A79E3969-CBD4-49C6-A2F0-9BA674A757D8}" presName="nodeRect" presStyleLbl="alignNode1" presStyleIdx="0" presStyleCnt="4">
        <dgm:presLayoutVars>
          <dgm:bulletEnabled val="1"/>
        </dgm:presLayoutVars>
      </dgm:prSet>
      <dgm:spPr/>
    </dgm:pt>
    <dgm:pt modelId="{BE59B41D-BE0D-4A80-B320-417A411D0379}" type="pres">
      <dgm:prSet presAssocID="{3A28D8B7-37FB-4A5B-A052-E28E855014F5}" presName="sibTrans" presStyleCnt="0"/>
      <dgm:spPr/>
    </dgm:pt>
    <dgm:pt modelId="{5822FF70-0CA1-4929-B513-CC9C0297A70F}" type="pres">
      <dgm:prSet presAssocID="{01B01480-9543-45BB-86A2-2D4638352FA0}" presName="compositeNode" presStyleCnt="0">
        <dgm:presLayoutVars>
          <dgm:bulletEnabled val="1"/>
        </dgm:presLayoutVars>
      </dgm:prSet>
      <dgm:spPr/>
    </dgm:pt>
    <dgm:pt modelId="{025C578D-0E76-461D-8E4C-34B1B709354C}" type="pres">
      <dgm:prSet presAssocID="{01B01480-9543-45BB-86A2-2D4638352FA0}" presName="bgRect" presStyleLbl="alignNode1" presStyleIdx="1" presStyleCnt="4"/>
      <dgm:spPr/>
    </dgm:pt>
    <dgm:pt modelId="{EE105C41-52F5-49A1-AD8A-BDB619D9A837}" type="pres">
      <dgm:prSet presAssocID="{FDD06ED8-A553-40D2-98E6-FA5353467062}" presName="sibTransNodeRect" presStyleLbl="alignNode1" presStyleIdx="1" presStyleCnt="4">
        <dgm:presLayoutVars>
          <dgm:chMax val="0"/>
          <dgm:bulletEnabled val="1"/>
        </dgm:presLayoutVars>
      </dgm:prSet>
      <dgm:spPr/>
    </dgm:pt>
    <dgm:pt modelId="{9526A8A6-E59A-41D7-8665-51665037E32A}" type="pres">
      <dgm:prSet presAssocID="{01B01480-9543-45BB-86A2-2D4638352FA0}" presName="nodeRect" presStyleLbl="alignNode1" presStyleIdx="1" presStyleCnt="4">
        <dgm:presLayoutVars>
          <dgm:bulletEnabled val="1"/>
        </dgm:presLayoutVars>
      </dgm:prSet>
      <dgm:spPr/>
    </dgm:pt>
    <dgm:pt modelId="{C499FA3B-E465-4C59-AF16-EB3D51DF5F65}" type="pres">
      <dgm:prSet presAssocID="{FDD06ED8-A553-40D2-98E6-FA5353467062}" presName="sibTrans" presStyleCnt="0"/>
      <dgm:spPr/>
    </dgm:pt>
    <dgm:pt modelId="{304B1C13-EC11-460C-860C-2A242DAF57F8}" type="pres">
      <dgm:prSet presAssocID="{580F3383-23E3-4563-B61E-85FECA4BE3FC}" presName="compositeNode" presStyleCnt="0">
        <dgm:presLayoutVars>
          <dgm:bulletEnabled val="1"/>
        </dgm:presLayoutVars>
      </dgm:prSet>
      <dgm:spPr/>
    </dgm:pt>
    <dgm:pt modelId="{162AAFA0-BD0F-454A-8FD3-FCA1FB093DA1}" type="pres">
      <dgm:prSet presAssocID="{580F3383-23E3-4563-B61E-85FECA4BE3FC}" presName="bgRect" presStyleLbl="alignNode1" presStyleIdx="2" presStyleCnt="4"/>
      <dgm:spPr/>
    </dgm:pt>
    <dgm:pt modelId="{E4A8CA9F-DB3F-44D3-BE40-5CB5C05901FD}" type="pres">
      <dgm:prSet presAssocID="{439F7274-607C-4B59-8DFE-06EF8D7C16B3}" presName="sibTransNodeRect" presStyleLbl="alignNode1" presStyleIdx="2" presStyleCnt="4">
        <dgm:presLayoutVars>
          <dgm:chMax val="0"/>
          <dgm:bulletEnabled val="1"/>
        </dgm:presLayoutVars>
      </dgm:prSet>
      <dgm:spPr/>
    </dgm:pt>
    <dgm:pt modelId="{1760B734-457C-4A13-9F42-F8E9C8B0A241}" type="pres">
      <dgm:prSet presAssocID="{580F3383-23E3-4563-B61E-85FECA4BE3FC}" presName="nodeRect" presStyleLbl="alignNode1" presStyleIdx="2" presStyleCnt="4">
        <dgm:presLayoutVars>
          <dgm:bulletEnabled val="1"/>
        </dgm:presLayoutVars>
      </dgm:prSet>
      <dgm:spPr/>
    </dgm:pt>
    <dgm:pt modelId="{759E44D0-2BF8-4846-B2C3-E092410B34B7}" type="pres">
      <dgm:prSet presAssocID="{439F7274-607C-4B59-8DFE-06EF8D7C16B3}" presName="sibTrans" presStyleCnt="0"/>
      <dgm:spPr/>
    </dgm:pt>
    <dgm:pt modelId="{F189818A-C7B3-473B-88E6-5C0CAFEC25BD}" type="pres">
      <dgm:prSet presAssocID="{E19D2454-2DF2-487E-B0F9-91A29B071B2A}" presName="compositeNode" presStyleCnt="0">
        <dgm:presLayoutVars>
          <dgm:bulletEnabled val="1"/>
        </dgm:presLayoutVars>
      </dgm:prSet>
      <dgm:spPr/>
    </dgm:pt>
    <dgm:pt modelId="{DC2A10D1-B156-4574-BA0F-1CD290740024}" type="pres">
      <dgm:prSet presAssocID="{E19D2454-2DF2-487E-B0F9-91A29B071B2A}" presName="bgRect" presStyleLbl="alignNode1" presStyleIdx="3" presStyleCnt="4"/>
      <dgm:spPr/>
    </dgm:pt>
    <dgm:pt modelId="{B4E71B6B-7BD7-425C-A9C4-9F9226895BFD}" type="pres">
      <dgm:prSet presAssocID="{8CB2F362-B37B-4123-859F-71DEC40361D8}" presName="sibTransNodeRect" presStyleLbl="alignNode1" presStyleIdx="3" presStyleCnt="4">
        <dgm:presLayoutVars>
          <dgm:chMax val="0"/>
          <dgm:bulletEnabled val="1"/>
        </dgm:presLayoutVars>
      </dgm:prSet>
      <dgm:spPr/>
    </dgm:pt>
    <dgm:pt modelId="{41C76886-A722-43EB-84F4-CE656024EC26}" type="pres">
      <dgm:prSet presAssocID="{E19D2454-2DF2-487E-B0F9-91A29B071B2A}" presName="nodeRect" presStyleLbl="alignNode1" presStyleIdx="3" presStyleCnt="4">
        <dgm:presLayoutVars>
          <dgm:bulletEnabled val="1"/>
        </dgm:presLayoutVars>
      </dgm:prSet>
      <dgm:spPr/>
    </dgm:pt>
  </dgm:ptLst>
  <dgm:cxnLst>
    <dgm:cxn modelId="{74C87606-8464-4EB6-AE45-F95D597E6B4C}" type="presOf" srcId="{FDD06ED8-A553-40D2-98E6-FA5353467062}" destId="{EE105C41-52F5-49A1-AD8A-BDB619D9A837}" srcOrd="0" destOrd="0" presId="urn:microsoft.com/office/officeart/2016/7/layout/LinearBlockProcessNumbered"/>
    <dgm:cxn modelId="{5071AC06-F7DB-498A-872F-DDE20054E9B8}" type="presOf" srcId="{E19D2454-2DF2-487E-B0F9-91A29B071B2A}" destId="{DC2A10D1-B156-4574-BA0F-1CD290740024}" srcOrd="0" destOrd="0" presId="urn:microsoft.com/office/officeart/2016/7/layout/LinearBlockProcessNumbered"/>
    <dgm:cxn modelId="{B076DA0B-EC75-430D-9742-34E7D51D6CC3}" type="presOf" srcId="{01B01480-9543-45BB-86A2-2D4638352FA0}" destId="{025C578D-0E76-461D-8E4C-34B1B709354C}" srcOrd="0" destOrd="0" presId="urn:microsoft.com/office/officeart/2016/7/layout/LinearBlockProcessNumbered"/>
    <dgm:cxn modelId="{D695E811-695A-4D30-9C08-52D7886943B9}" type="presOf" srcId="{E19D2454-2DF2-487E-B0F9-91A29B071B2A}" destId="{41C76886-A722-43EB-84F4-CE656024EC26}" srcOrd="1" destOrd="0" presId="urn:microsoft.com/office/officeart/2016/7/layout/LinearBlockProcessNumbered"/>
    <dgm:cxn modelId="{49C45825-C450-4F74-844F-DFD21A3DF32A}" srcId="{A79E3969-CBD4-49C6-A2F0-9BA674A757D8}" destId="{368ADDE7-2CD5-4363-AC6F-B7BA28C08672}" srcOrd="1" destOrd="0" parTransId="{C930602C-B704-4969-B037-EB29C588F382}" sibTransId="{6E2B14E2-491F-44F3-954A-BEC3A7ED8D16}"/>
    <dgm:cxn modelId="{619F2526-4514-498D-93EA-E81FAD0CD0AC}" type="presOf" srcId="{580F3383-23E3-4563-B61E-85FECA4BE3FC}" destId="{162AAFA0-BD0F-454A-8FD3-FCA1FB093DA1}" srcOrd="0" destOrd="0" presId="urn:microsoft.com/office/officeart/2016/7/layout/LinearBlockProcessNumbered"/>
    <dgm:cxn modelId="{4970702B-BF26-4011-96F7-4345E979D04C}" type="presOf" srcId="{580F3383-23E3-4563-B61E-85FECA4BE3FC}" destId="{1760B734-457C-4A13-9F42-F8E9C8B0A241}" srcOrd="1" destOrd="0" presId="urn:microsoft.com/office/officeart/2016/7/layout/LinearBlockProcessNumbered"/>
    <dgm:cxn modelId="{F4768C31-7B0F-46C6-A585-76EA5B6C3DF2}" srcId="{150E641C-DDFF-4516-8ED2-19722EE99838}" destId="{E19D2454-2DF2-487E-B0F9-91A29B071B2A}" srcOrd="3" destOrd="0" parTransId="{A06F4C99-2861-4A1A-9184-E5C586A02C14}" sibTransId="{8CB2F362-B37B-4123-859F-71DEC40361D8}"/>
    <dgm:cxn modelId="{C4E20239-6983-4725-8F21-0738B9FC8AA3}" srcId="{150E641C-DDFF-4516-8ED2-19722EE99838}" destId="{A79E3969-CBD4-49C6-A2F0-9BA674A757D8}" srcOrd="0" destOrd="0" parTransId="{E6D9D6C0-9B51-4F2B-851B-F2848F5456D0}" sibTransId="{3A28D8B7-37FB-4A5B-A052-E28E855014F5}"/>
    <dgm:cxn modelId="{AD72843A-D7FD-40FF-8A2D-31AC8AA82D67}" type="presOf" srcId="{A79E3969-CBD4-49C6-A2F0-9BA674A757D8}" destId="{1203FE4D-1E04-4471-8E85-176B65194412}" srcOrd="0" destOrd="0" presId="urn:microsoft.com/office/officeart/2016/7/layout/LinearBlockProcessNumbered"/>
    <dgm:cxn modelId="{84BA9F3B-AB4F-4388-8130-424DA4227633}" type="presOf" srcId="{8CB2F362-B37B-4123-859F-71DEC40361D8}" destId="{B4E71B6B-7BD7-425C-A9C4-9F9226895BFD}" srcOrd="0" destOrd="0" presId="urn:microsoft.com/office/officeart/2016/7/layout/LinearBlockProcessNumbered"/>
    <dgm:cxn modelId="{995CE93E-ABF3-4D5E-BF84-F56D7BD3DCF2}" srcId="{150E641C-DDFF-4516-8ED2-19722EE99838}" destId="{580F3383-23E3-4563-B61E-85FECA4BE3FC}" srcOrd="2" destOrd="0" parTransId="{9D0C99CE-2724-413B-9DD1-29F802FADD1E}" sibTransId="{439F7274-607C-4B59-8DFE-06EF8D7C16B3}"/>
    <dgm:cxn modelId="{62E27643-35BD-4EDC-9E2E-06AFCF0D2900}" type="presOf" srcId="{150E641C-DDFF-4516-8ED2-19722EE99838}" destId="{C5E139D1-3F21-48F7-ADC3-BC34DD02B3EC}" srcOrd="0" destOrd="0" presId="urn:microsoft.com/office/officeart/2016/7/layout/LinearBlockProcessNumbered"/>
    <dgm:cxn modelId="{10923B6E-DD82-46D2-86FC-F7982109FEC8}" type="presOf" srcId="{01B01480-9543-45BB-86A2-2D4638352FA0}" destId="{9526A8A6-E59A-41D7-8665-51665037E32A}" srcOrd="1" destOrd="0" presId="urn:microsoft.com/office/officeart/2016/7/layout/LinearBlockProcessNumbered"/>
    <dgm:cxn modelId="{AC049F52-2CAE-4AAE-9FAF-B61962A83968}" type="presOf" srcId="{A79E3969-CBD4-49C6-A2F0-9BA674A757D8}" destId="{8566A37A-82DF-4975-BDFB-81ABF03674DE}" srcOrd="1" destOrd="0" presId="urn:microsoft.com/office/officeart/2016/7/layout/LinearBlockProcessNumbered"/>
    <dgm:cxn modelId="{36205C5A-C9CE-429F-A7A6-57E19AAE48C3}" srcId="{A79E3969-CBD4-49C6-A2F0-9BA674A757D8}" destId="{66875FE9-B5C3-4A56-965F-14B84DA7B361}" srcOrd="0" destOrd="0" parTransId="{47E06486-343B-4C11-8CB6-889DFF679CB8}" sibTransId="{088056C4-AF03-4F12-B994-C9258190A8DF}"/>
    <dgm:cxn modelId="{A60B8D96-BAFB-4811-BD65-59FEB0A5B45C}" type="presOf" srcId="{66875FE9-B5C3-4A56-965F-14B84DA7B361}" destId="{8566A37A-82DF-4975-BDFB-81ABF03674DE}" srcOrd="0" destOrd="1" presId="urn:microsoft.com/office/officeart/2016/7/layout/LinearBlockProcessNumbered"/>
    <dgm:cxn modelId="{877FDA9B-0A48-42FC-A7B3-D18CEBE1748F}" type="presOf" srcId="{368ADDE7-2CD5-4363-AC6F-B7BA28C08672}" destId="{8566A37A-82DF-4975-BDFB-81ABF03674DE}" srcOrd="0" destOrd="2" presId="urn:microsoft.com/office/officeart/2016/7/layout/LinearBlockProcessNumbered"/>
    <dgm:cxn modelId="{6135DAB7-F758-4E6E-A821-E7EA3FD2C7CF}" srcId="{150E641C-DDFF-4516-8ED2-19722EE99838}" destId="{01B01480-9543-45BB-86A2-2D4638352FA0}" srcOrd="1" destOrd="0" parTransId="{2BA9D1E5-70F2-4CB8-A9B9-2CE4ED47790D}" sibTransId="{FDD06ED8-A553-40D2-98E6-FA5353467062}"/>
    <dgm:cxn modelId="{75D411CF-EB22-4F8B-8613-AF8785BBE0D2}" type="presOf" srcId="{3A28D8B7-37FB-4A5B-A052-E28E855014F5}" destId="{036CC155-5484-412E-8DCD-56DF726E3E7B}" srcOrd="0" destOrd="0" presId="urn:microsoft.com/office/officeart/2016/7/layout/LinearBlockProcessNumbered"/>
    <dgm:cxn modelId="{6428C0EC-6BB3-49C6-ADDC-5AF8D8733C9A}" type="presOf" srcId="{439F7274-607C-4B59-8DFE-06EF8D7C16B3}" destId="{E4A8CA9F-DB3F-44D3-BE40-5CB5C05901FD}" srcOrd="0" destOrd="0" presId="urn:microsoft.com/office/officeart/2016/7/layout/LinearBlockProcessNumbered"/>
    <dgm:cxn modelId="{629C511A-19FC-44AF-B3A4-6A2C97808DD7}" type="presParOf" srcId="{C5E139D1-3F21-48F7-ADC3-BC34DD02B3EC}" destId="{55274913-9317-4639-9052-8E5A3102AC5F}" srcOrd="0" destOrd="0" presId="urn:microsoft.com/office/officeart/2016/7/layout/LinearBlockProcessNumbered"/>
    <dgm:cxn modelId="{E852AAC5-973D-4085-898F-EAE3BDC49546}" type="presParOf" srcId="{55274913-9317-4639-9052-8E5A3102AC5F}" destId="{1203FE4D-1E04-4471-8E85-176B65194412}" srcOrd="0" destOrd="0" presId="urn:microsoft.com/office/officeart/2016/7/layout/LinearBlockProcessNumbered"/>
    <dgm:cxn modelId="{5C738C5B-5E82-4558-BF8D-75D39FA2A359}" type="presParOf" srcId="{55274913-9317-4639-9052-8E5A3102AC5F}" destId="{036CC155-5484-412E-8DCD-56DF726E3E7B}" srcOrd="1" destOrd="0" presId="urn:microsoft.com/office/officeart/2016/7/layout/LinearBlockProcessNumbered"/>
    <dgm:cxn modelId="{92138FB6-B40D-432B-A693-AB047F7F4F91}" type="presParOf" srcId="{55274913-9317-4639-9052-8E5A3102AC5F}" destId="{8566A37A-82DF-4975-BDFB-81ABF03674DE}" srcOrd="2" destOrd="0" presId="urn:microsoft.com/office/officeart/2016/7/layout/LinearBlockProcessNumbered"/>
    <dgm:cxn modelId="{949C304A-F332-4E53-AE4C-3C816283EA06}" type="presParOf" srcId="{C5E139D1-3F21-48F7-ADC3-BC34DD02B3EC}" destId="{BE59B41D-BE0D-4A80-B320-417A411D0379}" srcOrd="1" destOrd="0" presId="urn:microsoft.com/office/officeart/2016/7/layout/LinearBlockProcessNumbered"/>
    <dgm:cxn modelId="{3E2F21C2-424F-42BB-97E8-DDED0100899B}" type="presParOf" srcId="{C5E139D1-3F21-48F7-ADC3-BC34DD02B3EC}" destId="{5822FF70-0CA1-4929-B513-CC9C0297A70F}" srcOrd="2" destOrd="0" presId="urn:microsoft.com/office/officeart/2016/7/layout/LinearBlockProcessNumbered"/>
    <dgm:cxn modelId="{697156B0-3681-4FB1-99EB-A0A15701D9B3}" type="presParOf" srcId="{5822FF70-0CA1-4929-B513-CC9C0297A70F}" destId="{025C578D-0E76-461D-8E4C-34B1B709354C}" srcOrd="0" destOrd="0" presId="urn:microsoft.com/office/officeart/2016/7/layout/LinearBlockProcessNumbered"/>
    <dgm:cxn modelId="{3D9CDEEF-1581-433C-8F1F-89964230D73E}" type="presParOf" srcId="{5822FF70-0CA1-4929-B513-CC9C0297A70F}" destId="{EE105C41-52F5-49A1-AD8A-BDB619D9A837}" srcOrd="1" destOrd="0" presId="urn:microsoft.com/office/officeart/2016/7/layout/LinearBlockProcessNumbered"/>
    <dgm:cxn modelId="{BEC611EC-7853-484A-8F4D-4082A9A66C87}" type="presParOf" srcId="{5822FF70-0CA1-4929-B513-CC9C0297A70F}" destId="{9526A8A6-E59A-41D7-8665-51665037E32A}" srcOrd="2" destOrd="0" presId="urn:microsoft.com/office/officeart/2016/7/layout/LinearBlockProcessNumbered"/>
    <dgm:cxn modelId="{FCB4D93B-4DC9-417D-ADA7-CC2FC3B15DFC}" type="presParOf" srcId="{C5E139D1-3F21-48F7-ADC3-BC34DD02B3EC}" destId="{C499FA3B-E465-4C59-AF16-EB3D51DF5F65}" srcOrd="3" destOrd="0" presId="urn:microsoft.com/office/officeart/2016/7/layout/LinearBlockProcessNumbered"/>
    <dgm:cxn modelId="{7568636E-06E3-4F64-969A-DB1C5FF8F0F6}" type="presParOf" srcId="{C5E139D1-3F21-48F7-ADC3-BC34DD02B3EC}" destId="{304B1C13-EC11-460C-860C-2A242DAF57F8}" srcOrd="4" destOrd="0" presId="urn:microsoft.com/office/officeart/2016/7/layout/LinearBlockProcessNumbered"/>
    <dgm:cxn modelId="{807326A4-ACD0-435D-9EEB-BA5A57AB01C3}" type="presParOf" srcId="{304B1C13-EC11-460C-860C-2A242DAF57F8}" destId="{162AAFA0-BD0F-454A-8FD3-FCA1FB093DA1}" srcOrd="0" destOrd="0" presId="urn:microsoft.com/office/officeart/2016/7/layout/LinearBlockProcessNumbered"/>
    <dgm:cxn modelId="{8623A80E-6C2B-4B18-B5E5-F02221662D84}" type="presParOf" srcId="{304B1C13-EC11-460C-860C-2A242DAF57F8}" destId="{E4A8CA9F-DB3F-44D3-BE40-5CB5C05901FD}" srcOrd="1" destOrd="0" presId="urn:microsoft.com/office/officeart/2016/7/layout/LinearBlockProcessNumbered"/>
    <dgm:cxn modelId="{580F123C-6B76-491F-919A-774F1C62A6A1}" type="presParOf" srcId="{304B1C13-EC11-460C-860C-2A242DAF57F8}" destId="{1760B734-457C-4A13-9F42-F8E9C8B0A241}" srcOrd="2" destOrd="0" presId="urn:microsoft.com/office/officeart/2016/7/layout/LinearBlockProcessNumbered"/>
    <dgm:cxn modelId="{D83A898D-795C-42EB-A97A-DF573A92A3A5}" type="presParOf" srcId="{C5E139D1-3F21-48F7-ADC3-BC34DD02B3EC}" destId="{759E44D0-2BF8-4846-B2C3-E092410B34B7}" srcOrd="5" destOrd="0" presId="urn:microsoft.com/office/officeart/2016/7/layout/LinearBlockProcessNumbered"/>
    <dgm:cxn modelId="{42813AFC-8E6D-4B6A-B234-77FB0A5CE455}" type="presParOf" srcId="{C5E139D1-3F21-48F7-ADC3-BC34DD02B3EC}" destId="{F189818A-C7B3-473B-88E6-5C0CAFEC25BD}" srcOrd="6" destOrd="0" presId="urn:microsoft.com/office/officeart/2016/7/layout/LinearBlockProcessNumbered"/>
    <dgm:cxn modelId="{6A8021E9-8292-4F62-AEA6-7FD98249E331}" type="presParOf" srcId="{F189818A-C7B3-473B-88E6-5C0CAFEC25BD}" destId="{DC2A10D1-B156-4574-BA0F-1CD290740024}" srcOrd="0" destOrd="0" presId="urn:microsoft.com/office/officeart/2016/7/layout/LinearBlockProcessNumbered"/>
    <dgm:cxn modelId="{05B0979C-7CE3-4999-823A-32C9D84AA9C2}" type="presParOf" srcId="{F189818A-C7B3-473B-88E6-5C0CAFEC25BD}" destId="{B4E71B6B-7BD7-425C-A9C4-9F9226895BFD}" srcOrd="1" destOrd="0" presId="urn:microsoft.com/office/officeart/2016/7/layout/LinearBlockProcessNumbered"/>
    <dgm:cxn modelId="{C44F60DB-09A3-4104-89C3-00617F7B7ACC}" type="presParOf" srcId="{F189818A-C7B3-473B-88E6-5C0CAFEC25BD}" destId="{41C76886-A722-43EB-84F4-CE656024EC26}"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2002EF-42F6-49A3-911E-74AEA60F6A7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D3E96D1-825C-4A6D-8E37-F0D1AF1A430A}">
      <dgm:prSet/>
      <dgm:spPr/>
      <dgm:t>
        <a:bodyPr/>
        <a:lstStyle/>
        <a:p>
          <a:r>
            <a:rPr lang="en-US"/>
            <a:t>Fully managed database engine for time-series data on AWS.</a:t>
          </a:r>
        </a:p>
      </dgm:t>
    </dgm:pt>
    <dgm:pt modelId="{8616D9F3-4D9D-464C-9A97-BE7DB9E535DE}" type="parTrans" cxnId="{9157EAFA-A0EC-46FF-AE5C-2E0764C3F859}">
      <dgm:prSet/>
      <dgm:spPr/>
      <dgm:t>
        <a:bodyPr/>
        <a:lstStyle/>
        <a:p>
          <a:endParaRPr lang="en-US"/>
        </a:p>
      </dgm:t>
    </dgm:pt>
    <dgm:pt modelId="{AAA37C06-18D2-4CAE-8BBF-C5A9B5CFF02F}" type="sibTrans" cxnId="{9157EAFA-A0EC-46FF-AE5C-2E0764C3F859}">
      <dgm:prSet/>
      <dgm:spPr/>
      <dgm:t>
        <a:bodyPr/>
        <a:lstStyle/>
        <a:p>
          <a:endParaRPr lang="en-US"/>
        </a:p>
      </dgm:t>
    </dgm:pt>
    <dgm:pt modelId="{83A139B8-56EB-4BF9-A798-3FDAA27D0A6A}">
      <dgm:prSet/>
      <dgm:spPr/>
      <dgm:t>
        <a:bodyPr/>
        <a:lstStyle/>
        <a:p>
          <a:r>
            <a:rPr lang="en-US"/>
            <a:t>Provides scalability benefits being under the AWS umbrella.</a:t>
          </a:r>
        </a:p>
      </dgm:t>
    </dgm:pt>
    <dgm:pt modelId="{8BBD043C-64BB-4391-8F25-DBDA6C48EB8C}" type="parTrans" cxnId="{83569FCD-AA35-4F94-88DE-BE8FAA879551}">
      <dgm:prSet/>
      <dgm:spPr/>
      <dgm:t>
        <a:bodyPr/>
        <a:lstStyle/>
        <a:p>
          <a:endParaRPr lang="en-US"/>
        </a:p>
      </dgm:t>
    </dgm:pt>
    <dgm:pt modelId="{81C3BB29-07BA-4D46-931C-CB8ACCD57274}" type="sibTrans" cxnId="{83569FCD-AA35-4F94-88DE-BE8FAA879551}">
      <dgm:prSet/>
      <dgm:spPr/>
      <dgm:t>
        <a:bodyPr/>
        <a:lstStyle/>
        <a:p>
          <a:endParaRPr lang="en-US"/>
        </a:p>
      </dgm:t>
    </dgm:pt>
    <dgm:pt modelId="{54541FCF-70C2-40DF-8CC8-5094B19DC27B}">
      <dgm:prSet/>
      <dgm:spPr/>
      <dgm:t>
        <a:bodyPr/>
        <a:lstStyle/>
        <a:p>
          <a:r>
            <a:rPr lang="en-US"/>
            <a:t>No need to worry about underlying architecture for deployment.</a:t>
          </a:r>
        </a:p>
      </dgm:t>
    </dgm:pt>
    <dgm:pt modelId="{4427C1B7-33B0-4459-8715-59EA51331E7A}" type="parTrans" cxnId="{70EC2134-0710-4BB1-BDE5-DD596A1192CE}">
      <dgm:prSet/>
      <dgm:spPr/>
      <dgm:t>
        <a:bodyPr/>
        <a:lstStyle/>
        <a:p>
          <a:endParaRPr lang="en-US"/>
        </a:p>
      </dgm:t>
    </dgm:pt>
    <dgm:pt modelId="{A95F7AFD-F1E1-4905-8ABF-312048CCB801}" type="sibTrans" cxnId="{70EC2134-0710-4BB1-BDE5-DD596A1192CE}">
      <dgm:prSet/>
      <dgm:spPr/>
      <dgm:t>
        <a:bodyPr/>
        <a:lstStyle/>
        <a:p>
          <a:endParaRPr lang="en-US"/>
        </a:p>
      </dgm:t>
    </dgm:pt>
    <dgm:pt modelId="{A3845CAE-5D25-48EF-AE6D-D691C7FF7CCC}">
      <dgm:prSet/>
      <dgm:spPr/>
      <dgm:t>
        <a:bodyPr/>
        <a:lstStyle/>
        <a:p>
          <a:r>
            <a:rPr lang="en-US"/>
            <a:t>Utilizes all the security features that AWS has to offer.</a:t>
          </a:r>
        </a:p>
      </dgm:t>
    </dgm:pt>
    <dgm:pt modelId="{2BFADC1B-130C-4B12-8435-F33821AF26B9}" type="parTrans" cxnId="{FD3EDAAD-26B8-4E99-A354-05B5F62BB272}">
      <dgm:prSet/>
      <dgm:spPr/>
      <dgm:t>
        <a:bodyPr/>
        <a:lstStyle/>
        <a:p>
          <a:endParaRPr lang="en-US"/>
        </a:p>
      </dgm:t>
    </dgm:pt>
    <dgm:pt modelId="{15DE3577-210F-491F-B941-3AF6458D8052}" type="sibTrans" cxnId="{FD3EDAAD-26B8-4E99-A354-05B5F62BB272}">
      <dgm:prSet/>
      <dgm:spPr/>
      <dgm:t>
        <a:bodyPr/>
        <a:lstStyle/>
        <a:p>
          <a:endParaRPr lang="en-US"/>
        </a:p>
      </dgm:t>
    </dgm:pt>
    <dgm:pt modelId="{091564D1-24B2-4ACE-B2DA-B1D0614B0353}">
      <dgm:prSet/>
      <dgm:spPr/>
      <dgm:t>
        <a:bodyPr/>
        <a:lstStyle/>
        <a:p>
          <a:r>
            <a:rPr lang="en-US"/>
            <a:t>Built on top of widely used open sourced DBs such as InfluxDB and Telegraf.</a:t>
          </a:r>
        </a:p>
      </dgm:t>
    </dgm:pt>
    <dgm:pt modelId="{2CF7B92D-FC25-458A-B16D-D1C27F42F1C2}" type="parTrans" cxnId="{2A0B0941-B407-4E5C-904E-055747044F6B}">
      <dgm:prSet/>
      <dgm:spPr/>
      <dgm:t>
        <a:bodyPr/>
        <a:lstStyle/>
        <a:p>
          <a:endParaRPr lang="en-US"/>
        </a:p>
      </dgm:t>
    </dgm:pt>
    <dgm:pt modelId="{B33E9C3F-848E-4FD7-8856-BE0B7EB7A000}" type="sibTrans" cxnId="{2A0B0941-B407-4E5C-904E-055747044F6B}">
      <dgm:prSet/>
      <dgm:spPr/>
      <dgm:t>
        <a:bodyPr/>
        <a:lstStyle/>
        <a:p>
          <a:endParaRPr lang="en-US"/>
        </a:p>
      </dgm:t>
    </dgm:pt>
    <dgm:pt modelId="{2F5E0F38-CACE-4312-A40C-5A66E7EB9DB9}" type="pres">
      <dgm:prSet presAssocID="{302002EF-42F6-49A3-911E-74AEA60F6A7F}" presName="vert0" presStyleCnt="0">
        <dgm:presLayoutVars>
          <dgm:dir/>
          <dgm:animOne val="branch"/>
          <dgm:animLvl val="lvl"/>
        </dgm:presLayoutVars>
      </dgm:prSet>
      <dgm:spPr/>
    </dgm:pt>
    <dgm:pt modelId="{777195AD-F458-483F-8097-C9A18B386B51}" type="pres">
      <dgm:prSet presAssocID="{FD3E96D1-825C-4A6D-8E37-F0D1AF1A430A}" presName="thickLine" presStyleLbl="alignNode1" presStyleIdx="0" presStyleCnt="5"/>
      <dgm:spPr/>
    </dgm:pt>
    <dgm:pt modelId="{2AE29F25-DD8B-4D52-AADD-831B7819E4D7}" type="pres">
      <dgm:prSet presAssocID="{FD3E96D1-825C-4A6D-8E37-F0D1AF1A430A}" presName="horz1" presStyleCnt="0"/>
      <dgm:spPr/>
    </dgm:pt>
    <dgm:pt modelId="{A90BF2B1-86DA-4609-B0DB-3B93299CFC35}" type="pres">
      <dgm:prSet presAssocID="{FD3E96D1-825C-4A6D-8E37-F0D1AF1A430A}" presName="tx1" presStyleLbl="revTx" presStyleIdx="0" presStyleCnt="5"/>
      <dgm:spPr/>
    </dgm:pt>
    <dgm:pt modelId="{15E414F2-1E1E-4D69-9060-440294641064}" type="pres">
      <dgm:prSet presAssocID="{FD3E96D1-825C-4A6D-8E37-F0D1AF1A430A}" presName="vert1" presStyleCnt="0"/>
      <dgm:spPr/>
    </dgm:pt>
    <dgm:pt modelId="{ACFE43AA-2844-485A-AB46-BAC62F356E9F}" type="pres">
      <dgm:prSet presAssocID="{83A139B8-56EB-4BF9-A798-3FDAA27D0A6A}" presName="thickLine" presStyleLbl="alignNode1" presStyleIdx="1" presStyleCnt="5"/>
      <dgm:spPr/>
    </dgm:pt>
    <dgm:pt modelId="{66EA8BE7-4791-49B6-9D8D-6CC3FC8DDDB4}" type="pres">
      <dgm:prSet presAssocID="{83A139B8-56EB-4BF9-A798-3FDAA27D0A6A}" presName="horz1" presStyleCnt="0"/>
      <dgm:spPr/>
    </dgm:pt>
    <dgm:pt modelId="{228FB688-E5B5-4DE5-9BF2-94F765829453}" type="pres">
      <dgm:prSet presAssocID="{83A139B8-56EB-4BF9-A798-3FDAA27D0A6A}" presName="tx1" presStyleLbl="revTx" presStyleIdx="1" presStyleCnt="5"/>
      <dgm:spPr/>
    </dgm:pt>
    <dgm:pt modelId="{AE697D23-D70F-48E3-8AC0-6F1AD5441BA4}" type="pres">
      <dgm:prSet presAssocID="{83A139B8-56EB-4BF9-A798-3FDAA27D0A6A}" presName="vert1" presStyleCnt="0"/>
      <dgm:spPr/>
    </dgm:pt>
    <dgm:pt modelId="{7F4BFC17-1FEA-4B8D-B5DE-32E63CF410AE}" type="pres">
      <dgm:prSet presAssocID="{54541FCF-70C2-40DF-8CC8-5094B19DC27B}" presName="thickLine" presStyleLbl="alignNode1" presStyleIdx="2" presStyleCnt="5"/>
      <dgm:spPr/>
    </dgm:pt>
    <dgm:pt modelId="{144FAA57-D3A6-47DE-A922-97FA3600814E}" type="pres">
      <dgm:prSet presAssocID="{54541FCF-70C2-40DF-8CC8-5094B19DC27B}" presName="horz1" presStyleCnt="0"/>
      <dgm:spPr/>
    </dgm:pt>
    <dgm:pt modelId="{DA262EEB-72CE-49F3-BD63-56106779B3F4}" type="pres">
      <dgm:prSet presAssocID="{54541FCF-70C2-40DF-8CC8-5094B19DC27B}" presName="tx1" presStyleLbl="revTx" presStyleIdx="2" presStyleCnt="5"/>
      <dgm:spPr/>
    </dgm:pt>
    <dgm:pt modelId="{06A802BD-7884-4064-9ECB-5F4C4FC215B5}" type="pres">
      <dgm:prSet presAssocID="{54541FCF-70C2-40DF-8CC8-5094B19DC27B}" presName="vert1" presStyleCnt="0"/>
      <dgm:spPr/>
    </dgm:pt>
    <dgm:pt modelId="{DFE95D87-EC44-4F15-811D-6831870EDC16}" type="pres">
      <dgm:prSet presAssocID="{A3845CAE-5D25-48EF-AE6D-D691C7FF7CCC}" presName="thickLine" presStyleLbl="alignNode1" presStyleIdx="3" presStyleCnt="5"/>
      <dgm:spPr/>
    </dgm:pt>
    <dgm:pt modelId="{37AA5496-071D-4679-B009-4D438D93A6E6}" type="pres">
      <dgm:prSet presAssocID="{A3845CAE-5D25-48EF-AE6D-D691C7FF7CCC}" presName="horz1" presStyleCnt="0"/>
      <dgm:spPr/>
    </dgm:pt>
    <dgm:pt modelId="{77B489FF-DAC1-4FC5-8E96-18670FA2A668}" type="pres">
      <dgm:prSet presAssocID="{A3845CAE-5D25-48EF-AE6D-D691C7FF7CCC}" presName="tx1" presStyleLbl="revTx" presStyleIdx="3" presStyleCnt="5"/>
      <dgm:spPr/>
    </dgm:pt>
    <dgm:pt modelId="{168DCDE5-004A-47D7-9301-E430BF77F6BA}" type="pres">
      <dgm:prSet presAssocID="{A3845CAE-5D25-48EF-AE6D-D691C7FF7CCC}" presName="vert1" presStyleCnt="0"/>
      <dgm:spPr/>
    </dgm:pt>
    <dgm:pt modelId="{871F5E14-7FAB-4222-BCB7-702F4DBD9A09}" type="pres">
      <dgm:prSet presAssocID="{091564D1-24B2-4ACE-B2DA-B1D0614B0353}" presName="thickLine" presStyleLbl="alignNode1" presStyleIdx="4" presStyleCnt="5"/>
      <dgm:spPr/>
    </dgm:pt>
    <dgm:pt modelId="{3BE97811-82BC-4DB3-AC35-821CAF220848}" type="pres">
      <dgm:prSet presAssocID="{091564D1-24B2-4ACE-B2DA-B1D0614B0353}" presName="horz1" presStyleCnt="0"/>
      <dgm:spPr/>
    </dgm:pt>
    <dgm:pt modelId="{B777D6FE-73F4-4230-B631-F0532CD97623}" type="pres">
      <dgm:prSet presAssocID="{091564D1-24B2-4ACE-B2DA-B1D0614B0353}" presName="tx1" presStyleLbl="revTx" presStyleIdx="4" presStyleCnt="5"/>
      <dgm:spPr/>
    </dgm:pt>
    <dgm:pt modelId="{46103A66-06D3-44CC-AB67-3A03F8EFDA08}" type="pres">
      <dgm:prSet presAssocID="{091564D1-24B2-4ACE-B2DA-B1D0614B0353}" presName="vert1" presStyleCnt="0"/>
      <dgm:spPr/>
    </dgm:pt>
  </dgm:ptLst>
  <dgm:cxnLst>
    <dgm:cxn modelId="{70EC2134-0710-4BB1-BDE5-DD596A1192CE}" srcId="{302002EF-42F6-49A3-911E-74AEA60F6A7F}" destId="{54541FCF-70C2-40DF-8CC8-5094B19DC27B}" srcOrd="2" destOrd="0" parTransId="{4427C1B7-33B0-4459-8715-59EA51331E7A}" sibTransId="{A95F7AFD-F1E1-4905-8ABF-312048CCB801}"/>
    <dgm:cxn modelId="{2A0B0941-B407-4E5C-904E-055747044F6B}" srcId="{302002EF-42F6-49A3-911E-74AEA60F6A7F}" destId="{091564D1-24B2-4ACE-B2DA-B1D0614B0353}" srcOrd="4" destOrd="0" parTransId="{2CF7B92D-FC25-458A-B16D-D1C27F42F1C2}" sibTransId="{B33E9C3F-848E-4FD7-8856-BE0B7EB7A000}"/>
    <dgm:cxn modelId="{7A6A3A67-FD99-4709-9016-DB105A79C0F4}" type="presOf" srcId="{FD3E96D1-825C-4A6D-8E37-F0D1AF1A430A}" destId="{A90BF2B1-86DA-4609-B0DB-3B93299CFC35}" srcOrd="0" destOrd="0" presId="urn:microsoft.com/office/officeart/2008/layout/LinedList"/>
    <dgm:cxn modelId="{9D412F6C-9D82-4741-BDC8-BAE64DE48504}" type="presOf" srcId="{091564D1-24B2-4ACE-B2DA-B1D0614B0353}" destId="{B777D6FE-73F4-4230-B631-F0532CD97623}" srcOrd="0" destOrd="0" presId="urn:microsoft.com/office/officeart/2008/layout/LinedList"/>
    <dgm:cxn modelId="{36DA3C6F-3FE3-4BE0-91A9-2C8854D15AC3}" type="presOf" srcId="{83A139B8-56EB-4BF9-A798-3FDAA27D0A6A}" destId="{228FB688-E5B5-4DE5-9BF2-94F765829453}" srcOrd="0" destOrd="0" presId="urn:microsoft.com/office/officeart/2008/layout/LinedList"/>
    <dgm:cxn modelId="{C75AF4A3-DD2E-411A-8FFE-1CA029F036E3}" type="presOf" srcId="{54541FCF-70C2-40DF-8CC8-5094B19DC27B}" destId="{DA262EEB-72CE-49F3-BD63-56106779B3F4}" srcOrd="0" destOrd="0" presId="urn:microsoft.com/office/officeart/2008/layout/LinedList"/>
    <dgm:cxn modelId="{FD3EDAAD-26B8-4E99-A354-05B5F62BB272}" srcId="{302002EF-42F6-49A3-911E-74AEA60F6A7F}" destId="{A3845CAE-5D25-48EF-AE6D-D691C7FF7CCC}" srcOrd="3" destOrd="0" parTransId="{2BFADC1B-130C-4B12-8435-F33821AF26B9}" sibTransId="{15DE3577-210F-491F-B941-3AF6458D8052}"/>
    <dgm:cxn modelId="{83569FCD-AA35-4F94-88DE-BE8FAA879551}" srcId="{302002EF-42F6-49A3-911E-74AEA60F6A7F}" destId="{83A139B8-56EB-4BF9-A798-3FDAA27D0A6A}" srcOrd="1" destOrd="0" parTransId="{8BBD043C-64BB-4391-8F25-DBDA6C48EB8C}" sibTransId="{81C3BB29-07BA-4D46-931C-CB8ACCD57274}"/>
    <dgm:cxn modelId="{816718D3-6C95-4FB8-A10E-54AC3A746B41}" type="presOf" srcId="{A3845CAE-5D25-48EF-AE6D-D691C7FF7CCC}" destId="{77B489FF-DAC1-4FC5-8E96-18670FA2A668}" srcOrd="0" destOrd="0" presId="urn:microsoft.com/office/officeart/2008/layout/LinedList"/>
    <dgm:cxn modelId="{3241FEF8-90A8-4F19-BA41-88FB7A04ECFC}" type="presOf" srcId="{302002EF-42F6-49A3-911E-74AEA60F6A7F}" destId="{2F5E0F38-CACE-4312-A40C-5A66E7EB9DB9}" srcOrd="0" destOrd="0" presId="urn:microsoft.com/office/officeart/2008/layout/LinedList"/>
    <dgm:cxn modelId="{9157EAFA-A0EC-46FF-AE5C-2E0764C3F859}" srcId="{302002EF-42F6-49A3-911E-74AEA60F6A7F}" destId="{FD3E96D1-825C-4A6D-8E37-F0D1AF1A430A}" srcOrd="0" destOrd="0" parTransId="{8616D9F3-4D9D-464C-9A97-BE7DB9E535DE}" sibTransId="{AAA37C06-18D2-4CAE-8BBF-C5A9B5CFF02F}"/>
    <dgm:cxn modelId="{8352C64D-A83F-49A4-9A20-B3B4327F98B0}" type="presParOf" srcId="{2F5E0F38-CACE-4312-A40C-5A66E7EB9DB9}" destId="{777195AD-F458-483F-8097-C9A18B386B51}" srcOrd="0" destOrd="0" presId="urn:microsoft.com/office/officeart/2008/layout/LinedList"/>
    <dgm:cxn modelId="{32EC2ACB-1AC9-41AE-81B9-866E9343C3A5}" type="presParOf" srcId="{2F5E0F38-CACE-4312-A40C-5A66E7EB9DB9}" destId="{2AE29F25-DD8B-4D52-AADD-831B7819E4D7}" srcOrd="1" destOrd="0" presId="urn:microsoft.com/office/officeart/2008/layout/LinedList"/>
    <dgm:cxn modelId="{D37E4159-3B8E-43CE-99C1-C6D3BC706D7E}" type="presParOf" srcId="{2AE29F25-DD8B-4D52-AADD-831B7819E4D7}" destId="{A90BF2B1-86DA-4609-B0DB-3B93299CFC35}" srcOrd="0" destOrd="0" presId="urn:microsoft.com/office/officeart/2008/layout/LinedList"/>
    <dgm:cxn modelId="{DCA25758-B3E7-48C2-B57D-79A17E9A1ABE}" type="presParOf" srcId="{2AE29F25-DD8B-4D52-AADD-831B7819E4D7}" destId="{15E414F2-1E1E-4D69-9060-440294641064}" srcOrd="1" destOrd="0" presId="urn:microsoft.com/office/officeart/2008/layout/LinedList"/>
    <dgm:cxn modelId="{3223B3D2-FEB9-41CB-812B-FF9AFAE12571}" type="presParOf" srcId="{2F5E0F38-CACE-4312-A40C-5A66E7EB9DB9}" destId="{ACFE43AA-2844-485A-AB46-BAC62F356E9F}" srcOrd="2" destOrd="0" presId="urn:microsoft.com/office/officeart/2008/layout/LinedList"/>
    <dgm:cxn modelId="{7A907BC4-54E9-4A7B-ADA4-94C1B5D138BC}" type="presParOf" srcId="{2F5E0F38-CACE-4312-A40C-5A66E7EB9DB9}" destId="{66EA8BE7-4791-49B6-9D8D-6CC3FC8DDDB4}" srcOrd="3" destOrd="0" presId="urn:microsoft.com/office/officeart/2008/layout/LinedList"/>
    <dgm:cxn modelId="{FF929ECE-9E9B-4733-9227-F9A9B3E5CB36}" type="presParOf" srcId="{66EA8BE7-4791-49B6-9D8D-6CC3FC8DDDB4}" destId="{228FB688-E5B5-4DE5-9BF2-94F765829453}" srcOrd="0" destOrd="0" presId="urn:microsoft.com/office/officeart/2008/layout/LinedList"/>
    <dgm:cxn modelId="{5CDC52A8-B529-4864-8A73-556771F9B637}" type="presParOf" srcId="{66EA8BE7-4791-49B6-9D8D-6CC3FC8DDDB4}" destId="{AE697D23-D70F-48E3-8AC0-6F1AD5441BA4}" srcOrd="1" destOrd="0" presId="urn:microsoft.com/office/officeart/2008/layout/LinedList"/>
    <dgm:cxn modelId="{5FB4C9F7-5F36-4FA6-811A-1D887650F69F}" type="presParOf" srcId="{2F5E0F38-CACE-4312-A40C-5A66E7EB9DB9}" destId="{7F4BFC17-1FEA-4B8D-B5DE-32E63CF410AE}" srcOrd="4" destOrd="0" presId="urn:microsoft.com/office/officeart/2008/layout/LinedList"/>
    <dgm:cxn modelId="{FF1582DE-097A-4017-A1A8-F2CCA38562B4}" type="presParOf" srcId="{2F5E0F38-CACE-4312-A40C-5A66E7EB9DB9}" destId="{144FAA57-D3A6-47DE-A922-97FA3600814E}" srcOrd="5" destOrd="0" presId="urn:microsoft.com/office/officeart/2008/layout/LinedList"/>
    <dgm:cxn modelId="{9D089772-128B-429E-9B6D-F73250D270F3}" type="presParOf" srcId="{144FAA57-D3A6-47DE-A922-97FA3600814E}" destId="{DA262EEB-72CE-49F3-BD63-56106779B3F4}" srcOrd="0" destOrd="0" presId="urn:microsoft.com/office/officeart/2008/layout/LinedList"/>
    <dgm:cxn modelId="{B2726C18-103F-4CEA-B115-F750A2242BE4}" type="presParOf" srcId="{144FAA57-D3A6-47DE-A922-97FA3600814E}" destId="{06A802BD-7884-4064-9ECB-5F4C4FC215B5}" srcOrd="1" destOrd="0" presId="urn:microsoft.com/office/officeart/2008/layout/LinedList"/>
    <dgm:cxn modelId="{7236C3F5-0D3B-4616-AEC5-353469AE525D}" type="presParOf" srcId="{2F5E0F38-CACE-4312-A40C-5A66E7EB9DB9}" destId="{DFE95D87-EC44-4F15-811D-6831870EDC16}" srcOrd="6" destOrd="0" presId="urn:microsoft.com/office/officeart/2008/layout/LinedList"/>
    <dgm:cxn modelId="{3D1E11CA-C31F-4467-B386-E66271122699}" type="presParOf" srcId="{2F5E0F38-CACE-4312-A40C-5A66E7EB9DB9}" destId="{37AA5496-071D-4679-B009-4D438D93A6E6}" srcOrd="7" destOrd="0" presId="urn:microsoft.com/office/officeart/2008/layout/LinedList"/>
    <dgm:cxn modelId="{9EBE6D3C-1382-4600-80F8-F3C1E5799332}" type="presParOf" srcId="{37AA5496-071D-4679-B009-4D438D93A6E6}" destId="{77B489FF-DAC1-4FC5-8E96-18670FA2A668}" srcOrd="0" destOrd="0" presId="urn:microsoft.com/office/officeart/2008/layout/LinedList"/>
    <dgm:cxn modelId="{0878399D-088C-4A76-BB64-9C4D7819A77D}" type="presParOf" srcId="{37AA5496-071D-4679-B009-4D438D93A6E6}" destId="{168DCDE5-004A-47D7-9301-E430BF77F6BA}" srcOrd="1" destOrd="0" presId="urn:microsoft.com/office/officeart/2008/layout/LinedList"/>
    <dgm:cxn modelId="{907E9F7C-E3A5-4331-8299-E26919F47E92}" type="presParOf" srcId="{2F5E0F38-CACE-4312-A40C-5A66E7EB9DB9}" destId="{871F5E14-7FAB-4222-BCB7-702F4DBD9A09}" srcOrd="8" destOrd="0" presId="urn:microsoft.com/office/officeart/2008/layout/LinedList"/>
    <dgm:cxn modelId="{69569847-A03F-431E-96D5-EDDDE9E6B09A}" type="presParOf" srcId="{2F5E0F38-CACE-4312-A40C-5A66E7EB9DB9}" destId="{3BE97811-82BC-4DB3-AC35-821CAF220848}" srcOrd="9" destOrd="0" presId="urn:microsoft.com/office/officeart/2008/layout/LinedList"/>
    <dgm:cxn modelId="{6B02E908-E5DF-41C5-885D-9884A8744A50}" type="presParOf" srcId="{3BE97811-82BC-4DB3-AC35-821CAF220848}" destId="{B777D6FE-73F4-4230-B631-F0532CD97623}" srcOrd="0" destOrd="0" presId="urn:microsoft.com/office/officeart/2008/layout/LinedList"/>
    <dgm:cxn modelId="{8C8E9104-0AAD-4F41-9F38-72FDD6F05816}" type="presParOf" srcId="{3BE97811-82BC-4DB3-AC35-821CAF220848}" destId="{46103A66-06D3-44CC-AB67-3A03F8EFDA0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166A75B-5B82-4646-AA79-30819E85DF88}"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40CCB6A7-3786-48DB-B8F9-95C7B020A29D}">
      <dgm:prSet custT="1"/>
      <dgm:spPr/>
      <dgm:t>
        <a:bodyPr/>
        <a:lstStyle/>
        <a:p>
          <a:r>
            <a:rPr lang="en-US" sz="1200" dirty="0"/>
            <a:t>Timestream takes in time series data from a source and stores it in one of two locations called storage tiers.</a:t>
          </a:r>
        </a:p>
      </dgm:t>
    </dgm:pt>
    <dgm:pt modelId="{4790ACA6-8A37-4297-8BC4-5DDD8BB7FC42}" type="parTrans" cxnId="{0811AA4F-F62F-4BE5-B27F-B16FAEC163E7}">
      <dgm:prSet/>
      <dgm:spPr/>
      <dgm:t>
        <a:bodyPr/>
        <a:lstStyle/>
        <a:p>
          <a:endParaRPr lang="en-US"/>
        </a:p>
      </dgm:t>
    </dgm:pt>
    <dgm:pt modelId="{F991696C-551C-4993-9412-E3E830A3A85A}" type="sibTrans" cxnId="{0811AA4F-F62F-4BE5-B27F-B16FAEC163E7}">
      <dgm:prSet/>
      <dgm:spPr/>
      <dgm:t>
        <a:bodyPr/>
        <a:lstStyle/>
        <a:p>
          <a:endParaRPr lang="en-US"/>
        </a:p>
      </dgm:t>
    </dgm:pt>
    <dgm:pt modelId="{15E60051-0551-43E2-A56C-4326F1EB3154}">
      <dgm:prSet custT="1"/>
      <dgm:spPr/>
      <dgm:t>
        <a:bodyPr/>
        <a:lstStyle/>
        <a:p>
          <a:r>
            <a:rPr lang="en-US" sz="1200" dirty="0"/>
            <a:t>In-Memory tier – handles the processing of the data into the database and allows for keeping the data here for a set period. It is optimized to have minimal latency for real-time analytics.</a:t>
          </a:r>
        </a:p>
      </dgm:t>
    </dgm:pt>
    <dgm:pt modelId="{A0F77F28-65F3-4A41-AA01-F5553CFB6A27}" type="parTrans" cxnId="{9AB10856-B634-4967-9FE6-7DD750499731}">
      <dgm:prSet/>
      <dgm:spPr/>
      <dgm:t>
        <a:bodyPr/>
        <a:lstStyle/>
        <a:p>
          <a:endParaRPr lang="en-US"/>
        </a:p>
      </dgm:t>
    </dgm:pt>
    <dgm:pt modelId="{D56FA24D-07FD-40A0-B823-58593A009704}" type="sibTrans" cxnId="{9AB10856-B634-4967-9FE6-7DD750499731}">
      <dgm:prSet/>
      <dgm:spPr/>
      <dgm:t>
        <a:bodyPr/>
        <a:lstStyle/>
        <a:p>
          <a:endParaRPr lang="en-US"/>
        </a:p>
      </dgm:t>
    </dgm:pt>
    <dgm:pt modelId="{34136EE5-35E3-4655-9A50-76E195F54068}">
      <dgm:prSet custT="1"/>
      <dgm:spPr/>
      <dgm:t>
        <a:bodyPr/>
        <a:lstStyle/>
        <a:p>
          <a:r>
            <a:rPr lang="en-US" sz="1200" dirty="0"/>
            <a:t>Magnetic tier – was designed to support analytical queries and is low-cost long-term storage of data.</a:t>
          </a:r>
        </a:p>
      </dgm:t>
    </dgm:pt>
    <dgm:pt modelId="{F5BD2D5C-BC65-4A0C-8F88-8592D5D79D0C}" type="parTrans" cxnId="{5AB6D091-BA74-45F8-ACFC-3EF31A11545C}">
      <dgm:prSet/>
      <dgm:spPr/>
      <dgm:t>
        <a:bodyPr/>
        <a:lstStyle/>
        <a:p>
          <a:endParaRPr lang="en-US"/>
        </a:p>
      </dgm:t>
    </dgm:pt>
    <dgm:pt modelId="{BB412D27-CEB7-445D-B001-E38531DE7387}" type="sibTrans" cxnId="{5AB6D091-BA74-45F8-ACFC-3EF31A11545C}">
      <dgm:prSet/>
      <dgm:spPr/>
      <dgm:t>
        <a:bodyPr/>
        <a:lstStyle/>
        <a:p>
          <a:endParaRPr lang="en-US"/>
        </a:p>
      </dgm:t>
    </dgm:pt>
    <dgm:pt modelId="{1667E9A2-24E6-4339-9D45-46AF9C4E7F55}">
      <dgm:prSet custT="1"/>
      <dgm:spPr/>
      <dgm:t>
        <a:bodyPr/>
        <a:lstStyle/>
        <a:p>
          <a:r>
            <a:rPr lang="en-US" sz="1200" dirty="0"/>
            <a:t>Timestream also has a dedicated query layer for easy querying of data using a language that is very similar to SQL. </a:t>
          </a:r>
        </a:p>
      </dgm:t>
    </dgm:pt>
    <dgm:pt modelId="{0763C69A-8353-4FE2-A25E-EEBE60C26C92}" type="parTrans" cxnId="{CD2EDC8B-A1AF-4A14-AF64-23E5CEF8B19A}">
      <dgm:prSet/>
      <dgm:spPr/>
      <dgm:t>
        <a:bodyPr/>
        <a:lstStyle/>
        <a:p>
          <a:endParaRPr lang="en-US"/>
        </a:p>
      </dgm:t>
    </dgm:pt>
    <dgm:pt modelId="{793D2141-1009-4994-B6FF-518D4AFC8F56}" type="sibTrans" cxnId="{CD2EDC8B-A1AF-4A14-AF64-23E5CEF8B19A}">
      <dgm:prSet/>
      <dgm:spPr/>
      <dgm:t>
        <a:bodyPr/>
        <a:lstStyle/>
        <a:p>
          <a:endParaRPr lang="en-US"/>
        </a:p>
      </dgm:t>
    </dgm:pt>
    <dgm:pt modelId="{AE4151EC-235B-4681-A8D4-03BF8E400D43}">
      <dgm:prSet custT="1"/>
      <dgm:spPr/>
      <dgm:t>
        <a:bodyPr/>
        <a:lstStyle/>
        <a:p>
          <a:r>
            <a:rPr lang="en-US" sz="1200" dirty="0"/>
            <a:t>Timestream stores data in tables, but you do not need to specify the columns upon table creation like you would in a traditional database.</a:t>
          </a:r>
        </a:p>
      </dgm:t>
    </dgm:pt>
    <dgm:pt modelId="{92CE4552-529C-4527-933D-E0ACF8793AE7}" type="parTrans" cxnId="{E484505C-9E58-4EAB-981F-BD3757F15CEB}">
      <dgm:prSet/>
      <dgm:spPr/>
      <dgm:t>
        <a:bodyPr/>
        <a:lstStyle/>
        <a:p>
          <a:endParaRPr lang="en-US"/>
        </a:p>
      </dgm:t>
    </dgm:pt>
    <dgm:pt modelId="{6F5746D1-E9DB-4B80-9CE1-97A52910B7CA}" type="sibTrans" cxnId="{E484505C-9E58-4EAB-981F-BD3757F15CEB}">
      <dgm:prSet/>
      <dgm:spPr/>
      <dgm:t>
        <a:bodyPr/>
        <a:lstStyle/>
        <a:p>
          <a:endParaRPr lang="en-US"/>
        </a:p>
      </dgm:t>
    </dgm:pt>
    <dgm:pt modelId="{EED63917-AA57-45A1-84A0-F39B6C1009B4}">
      <dgm:prSet custT="1"/>
      <dgm:spPr/>
      <dgm:t>
        <a:bodyPr/>
        <a:lstStyle/>
        <a:p>
          <a:r>
            <a:rPr lang="en-US" sz="1200" dirty="0"/>
            <a:t>These “columns” are called dimensions, and each table can support 128 unique values. </a:t>
          </a:r>
        </a:p>
      </dgm:t>
    </dgm:pt>
    <dgm:pt modelId="{CCB99661-51E3-4BCB-81D6-FFF57FC49237}" type="parTrans" cxnId="{5A11E694-636B-4A50-A205-F4EFB76AA584}">
      <dgm:prSet/>
      <dgm:spPr/>
      <dgm:t>
        <a:bodyPr/>
        <a:lstStyle/>
        <a:p>
          <a:endParaRPr lang="en-US"/>
        </a:p>
      </dgm:t>
    </dgm:pt>
    <dgm:pt modelId="{5484CAB2-3073-4198-BE8E-78EEB151FD76}" type="sibTrans" cxnId="{5A11E694-636B-4A50-A205-F4EFB76AA584}">
      <dgm:prSet/>
      <dgm:spPr/>
      <dgm:t>
        <a:bodyPr/>
        <a:lstStyle/>
        <a:p>
          <a:endParaRPr lang="en-US"/>
        </a:p>
      </dgm:t>
    </dgm:pt>
    <dgm:pt modelId="{52D951E4-A76F-45D0-AB48-F53418047D2E}">
      <dgm:prSet custT="1"/>
      <dgm:spPr/>
      <dgm:t>
        <a:bodyPr/>
        <a:lstStyle/>
        <a:p>
          <a:r>
            <a:rPr lang="en-US" sz="1200" dirty="0"/>
            <a:t>The data type for all these dimensions is varchar.</a:t>
          </a:r>
        </a:p>
      </dgm:t>
    </dgm:pt>
    <dgm:pt modelId="{DDC2AB62-6057-4C50-9E1C-968BED4058A6}" type="parTrans" cxnId="{D9493520-35A2-4D83-98FE-4B47707CC6A4}">
      <dgm:prSet/>
      <dgm:spPr/>
      <dgm:t>
        <a:bodyPr/>
        <a:lstStyle/>
        <a:p>
          <a:endParaRPr lang="en-US"/>
        </a:p>
      </dgm:t>
    </dgm:pt>
    <dgm:pt modelId="{41970751-1B16-465C-A541-3EB540FE3A50}" type="sibTrans" cxnId="{D9493520-35A2-4D83-98FE-4B47707CC6A4}">
      <dgm:prSet/>
      <dgm:spPr/>
      <dgm:t>
        <a:bodyPr/>
        <a:lstStyle/>
        <a:p>
          <a:endParaRPr lang="en-US"/>
        </a:p>
      </dgm:t>
    </dgm:pt>
    <dgm:pt modelId="{FC714406-B4BF-4DF9-8035-778403CF7A50}" type="pres">
      <dgm:prSet presAssocID="{F166A75B-5B82-4646-AA79-30819E85DF88}" presName="diagram" presStyleCnt="0">
        <dgm:presLayoutVars>
          <dgm:chPref val="1"/>
          <dgm:dir/>
          <dgm:animOne val="branch"/>
          <dgm:animLvl val="lvl"/>
          <dgm:resizeHandles/>
        </dgm:presLayoutVars>
      </dgm:prSet>
      <dgm:spPr/>
    </dgm:pt>
    <dgm:pt modelId="{49824822-082C-47A1-911D-8D7AA0D7319D}" type="pres">
      <dgm:prSet presAssocID="{40CCB6A7-3786-48DB-B8F9-95C7B020A29D}" presName="root" presStyleCnt="0"/>
      <dgm:spPr/>
    </dgm:pt>
    <dgm:pt modelId="{178377A9-51F3-4A02-8A18-7FD059C4BFF0}" type="pres">
      <dgm:prSet presAssocID="{40CCB6A7-3786-48DB-B8F9-95C7B020A29D}" presName="rootComposite" presStyleCnt="0"/>
      <dgm:spPr/>
    </dgm:pt>
    <dgm:pt modelId="{7F28FDF8-A567-4A5A-BB38-263BCCA91F31}" type="pres">
      <dgm:prSet presAssocID="{40CCB6A7-3786-48DB-B8F9-95C7B020A29D}" presName="rootText" presStyleLbl="node1" presStyleIdx="0" presStyleCnt="3"/>
      <dgm:spPr/>
    </dgm:pt>
    <dgm:pt modelId="{C402E77D-00DC-4D6C-80CD-5BC3AC036FBD}" type="pres">
      <dgm:prSet presAssocID="{40CCB6A7-3786-48DB-B8F9-95C7B020A29D}" presName="rootConnector" presStyleLbl="node1" presStyleIdx="0" presStyleCnt="3"/>
      <dgm:spPr/>
    </dgm:pt>
    <dgm:pt modelId="{520AAB74-17B9-4C6D-9429-09E8996E6B44}" type="pres">
      <dgm:prSet presAssocID="{40CCB6A7-3786-48DB-B8F9-95C7B020A29D}" presName="childShape" presStyleCnt="0"/>
      <dgm:spPr/>
    </dgm:pt>
    <dgm:pt modelId="{2237453E-E84D-4790-ACAD-A363B2B6204B}" type="pres">
      <dgm:prSet presAssocID="{A0F77F28-65F3-4A41-AA01-F5553CFB6A27}" presName="Name13" presStyleLbl="parChTrans1D2" presStyleIdx="0" presStyleCnt="4"/>
      <dgm:spPr/>
    </dgm:pt>
    <dgm:pt modelId="{1996B433-12F8-4849-8BEB-8AAA05BF3508}" type="pres">
      <dgm:prSet presAssocID="{15E60051-0551-43E2-A56C-4326F1EB3154}" presName="childText" presStyleLbl="bgAcc1" presStyleIdx="0" presStyleCnt="4" custScaleY="207954">
        <dgm:presLayoutVars>
          <dgm:bulletEnabled val="1"/>
        </dgm:presLayoutVars>
      </dgm:prSet>
      <dgm:spPr/>
    </dgm:pt>
    <dgm:pt modelId="{4D8BAA4E-BFA1-49DD-98B1-5779D5A07E4F}" type="pres">
      <dgm:prSet presAssocID="{F5BD2D5C-BC65-4A0C-8F88-8592D5D79D0C}" presName="Name13" presStyleLbl="parChTrans1D2" presStyleIdx="1" presStyleCnt="4"/>
      <dgm:spPr/>
    </dgm:pt>
    <dgm:pt modelId="{470B52A1-2BC0-415B-B3FD-CE1608D1AFB9}" type="pres">
      <dgm:prSet presAssocID="{34136EE5-35E3-4655-9A50-76E195F54068}" presName="childText" presStyleLbl="bgAcc1" presStyleIdx="1" presStyleCnt="4" custScaleY="130707">
        <dgm:presLayoutVars>
          <dgm:bulletEnabled val="1"/>
        </dgm:presLayoutVars>
      </dgm:prSet>
      <dgm:spPr/>
    </dgm:pt>
    <dgm:pt modelId="{9B82D564-0930-4398-AA5B-B677B3F7A6DA}" type="pres">
      <dgm:prSet presAssocID="{1667E9A2-24E6-4339-9D45-46AF9C4E7F55}" presName="root" presStyleCnt="0"/>
      <dgm:spPr/>
    </dgm:pt>
    <dgm:pt modelId="{60F20380-B376-467B-B4C4-D7F49D471B96}" type="pres">
      <dgm:prSet presAssocID="{1667E9A2-24E6-4339-9D45-46AF9C4E7F55}" presName="rootComposite" presStyleCnt="0"/>
      <dgm:spPr/>
    </dgm:pt>
    <dgm:pt modelId="{3A2F06DB-EE64-4809-B095-E1024A65B51C}" type="pres">
      <dgm:prSet presAssocID="{1667E9A2-24E6-4339-9D45-46AF9C4E7F55}" presName="rootText" presStyleLbl="node1" presStyleIdx="1" presStyleCnt="3"/>
      <dgm:spPr/>
    </dgm:pt>
    <dgm:pt modelId="{CA592D57-A591-4B0D-A8D7-A0024F621556}" type="pres">
      <dgm:prSet presAssocID="{1667E9A2-24E6-4339-9D45-46AF9C4E7F55}" presName="rootConnector" presStyleLbl="node1" presStyleIdx="1" presStyleCnt="3"/>
      <dgm:spPr/>
    </dgm:pt>
    <dgm:pt modelId="{3B21B9E7-32C1-41AF-9086-81F0DDBD643C}" type="pres">
      <dgm:prSet presAssocID="{1667E9A2-24E6-4339-9D45-46AF9C4E7F55}" presName="childShape" presStyleCnt="0"/>
      <dgm:spPr/>
    </dgm:pt>
    <dgm:pt modelId="{9DE5B27F-1BED-4341-BA6F-49321D7A7C38}" type="pres">
      <dgm:prSet presAssocID="{AE4151EC-235B-4681-A8D4-03BF8E400D43}" presName="root" presStyleCnt="0"/>
      <dgm:spPr/>
    </dgm:pt>
    <dgm:pt modelId="{6DCC774D-13E0-4F87-BF28-72255F17AD76}" type="pres">
      <dgm:prSet presAssocID="{AE4151EC-235B-4681-A8D4-03BF8E400D43}" presName="rootComposite" presStyleCnt="0"/>
      <dgm:spPr/>
    </dgm:pt>
    <dgm:pt modelId="{122DBB24-5854-4F65-AD2E-5897687498D9}" type="pres">
      <dgm:prSet presAssocID="{AE4151EC-235B-4681-A8D4-03BF8E400D43}" presName="rootText" presStyleLbl="node1" presStyleIdx="2" presStyleCnt="3" custScaleY="127001"/>
      <dgm:spPr/>
    </dgm:pt>
    <dgm:pt modelId="{59DBA445-373A-4DE4-B799-AB7E04F0A4E9}" type="pres">
      <dgm:prSet presAssocID="{AE4151EC-235B-4681-A8D4-03BF8E400D43}" presName="rootConnector" presStyleLbl="node1" presStyleIdx="2" presStyleCnt="3"/>
      <dgm:spPr/>
    </dgm:pt>
    <dgm:pt modelId="{AB59D0D1-7965-4573-B6FD-4DCCEE40BDD1}" type="pres">
      <dgm:prSet presAssocID="{AE4151EC-235B-4681-A8D4-03BF8E400D43}" presName="childShape" presStyleCnt="0"/>
      <dgm:spPr/>
    </dgm:pt>
    <dgm:pt modelId="{3CD95121-A6C4-4E9A-8474-4FABDE2EF835}" type="pres">
      <dgm:prSet presAssocID="{CCB99661-51E3-4BCB-81D6-FFF57FC49237}" presName="Name13" presStyleLbl="parChTrans1D2" presStyleIdx="2" presStyleCnt="4"/>
      <dgm:spPr/>
    </dgm:pt>
    <dgm:pt modelId="{693052F2-6640-4D3F-84F3-E53B0E35D9C8}" type="pres">
      <dgm:prSet presAssocID="{EED63917-AA57-45A1-84A0-F39B6C1009B4}" presName="childText" presStyleLbl="bgAcc1" presStyleIdx="2" presStyleCnt="4" custScaleY="131190">
        <dgm:presLayoutVars>
          <dgm:bulletEnabled val="1"/>
        </dgm:presLayoutVars>
      </dgm:prSet>
      <dgm:spPr/>
    </dgm:pt>
    <dgm:pt modelId="{E53A03AB-AA41-481C-B2F4-F79A2431224F}" type="pres">
      <dgm:prSet presAssocID="{DDC2AB62-6057-4C50-9E1C-968BED4058A6}" presName="Name13" presStyleLbl="parChTrans1D2" presStyleIdx="3" presStyleCnt="4"/>
      <dgm:spPr/>
    </dgm:pt>
    <dgm:pt modelId="{727A46F8-2DD3-41BF-8157-715CD94A648D}" type="pres">
      <dgm:prSet presAssocID="{52D951E4-A76F-45D0-AB48-F53418047D2E}" presName="childText" presStyleLbl="bgAcc1" presStyleIdx="3" presStyleCnt="4">
        <dgm:presLayoutVars>
          <dgm:bulletEnabled val="1"/>
        </dgm:presLayoutVars>
      </dgm:prSet>
      <dgm:spPr/>
    </dgm:pt>
  </dgm:ptLst>
  <dgm:cxnLst>
    <dgm:cxn modelId="{6A2D3606-046A-4E32-BD5C-4778BF63975E}" type="presOf" srcId="{40CCB6A7-3786-48DB-B8F9-95C7B020A29D}" destId="{7F28FDF8-A567-4A5A-BB38-263BCCA91F31}" srcOrd="0" destOrd="0" presId="urn:microsoft.com/office/officeart/2005/8/layout/hierarchy3"/>
    <dgm:cxn modelId="{C2CEE217-93A5-4A74-933D-20446400CA99}" type="presOf" srcId="{1667E9A2-24E6-4339-9D45-46AF9C4E7F55}" destId="{CA592D57-A591-4B0D-A8D7-A0024F621556}" srcOrd="1" destOrd="0" presId="urn:microsoft.com/office/officeart/2005/8/layout/hierarchy3"/>
    <dgm:cxn modelId="{D9493520-35A2-4D83-98FE-4B47707CC6A4}" srcId="{AE4151EC-235B-4681-A8D4-03BF8E400D43}" destId="{52D951E4-A76F-45D0-AB48-F53418047D2E}" srcOrd="1" destOrd="0" parTransId="{DDC2AB62-6057-4C50-9E1C-968BED4058A6}" sibTransId="{41970751-1B16-465C-A541-3EB540FE3A50}"/>
    <dgm:cxn modelId="{D708FF31-BF78-415E-A75C-249718657A79}" type="presOf" srcId="{15E60051-0551-43E2-A56C-4326F1EB3154}" destId="{1996B433-12F8-4849-8BEB-8AAA05BF3508}" srcOrd="0" destOrd="0" presId="urn:microsoft.com/office/officeart/2005/8/layout/hierarchy3"/>
    <dgm:cxn modelId="{54552B38-6602-491F-8294-629A594477BC}" type="presOf" srcId="{AE4151EC-235B-4681-A8D4-03BF8E400D43}" destId="{59DBA445-373A-4DE4-B799-AB7E04F0A4E9}" srcOrd="1" destOrd="0" presId="urn:microsoft.com/office/officeart/2005/8/layout/hierarchy3"/>
    <dgm:cxn modelId="{344E6C38-D783-4D04-9B4B-E0DF28BCDB14}" type="presOf" srcId="{F5BD2D5C-BC65-4A0C-8F88-8592D5D79D0C}" destId="{4D8BAA4E-BFA1-49DD-98B1-5779D5A07E4F}" srcOrd="0" destOrd="0" presId="urn:microsoft.com/office/officeart/2005/8/layout/hierarchy3"/>
    <dgm:cxn modelId="{E484505C-9E58-4EAB-981F-BD3757F15CEB}" srcId="{F166A75B-5B82-4646-AA79-30819E85DF88}" destId="{AE4151EC-235B-4681-A8D4-03BF8E400D43}" srcOrd="2" destOrd="0" parTransId="{92CE4552-529C-4527-933D-E0ACF8793AE7}" sibTransId="{6F5746D1-E9DB-4B80-9CE1-97A52910B7CA}"/>
    <dgm:cxn modelId="{1650BB67-2818-4990-943D-E82702F95DB2}" type="presOf" srcId="{A0F77F28-65F3-4A41-AA01-F5553CFB6A27}" destId="{2237453E-E84D-4790-ACAD-A363B2B6204B}" srcOrd="0" destOrd="0" presId="urn:microsoft.com/office/officeart/2005/8/layout/hierarchy3"/>
    <dgm:cxn modelId="{0811AA4F-F62F-4BE5-B27F-B16FAEC163E7}" srcId="{F166A75B-5B82-4646-AA79-30819E85DF88}" destId="{40CCB6A7-3786-48DB-B8F9-95C7B020A29D}" srcOrd="0" destOrd="0" parTransId="{4790ACA6-8A37-4297-8BC4-5DDD8BB7FC42}" sibTransId="{F991696C-551C-4993-9412-E3E830A3A85A}"/>
    <dgm:cxn modelId="{9AB10856-B634-4967-9FE6-7DD750499731}" srcId="{40CCB6A7-3786-48DB-B8F9-95C7B020A29D}" destId="{15E60051-0551-43E2-A56C-4326F1EB3154}" srcOrd="0" destOrd="0" parTransId="{A0F77F28-65F3-4A41-AA01-F5553CFB6A27}" sibTransId="{D56FA24D-07FD-40A0-B823-58593A009704}"/>
    <dgm:cxn modelId="{A68F0859-356C-42E7-B700-FB629545F190}" type="presOf" srcId="{34136EE5-35E3-4655-9A50-76E195F54068}" destId="{470B52A1-2BC0-415B-B3FD-CE1608D1AFB9}" srcOrd="0" destOrd="0" presId="urn:microsoft.com/office/officeart/2005/8/layout/hierarchy3"/>
    <dgm:cxn modelId="{687A1980-CE8D-447F-987E-84CD0087468A}" type="presOf" srcId="{52D951E4-A76F-45D0-AB48-F53418047D2E}" destId="{727A46F8-2DD3-41BF-8157-715CD94A648D}" srcOrd="0" destOrd="0" presId="urn:microsoft.com/office/officeart/2005/8/layout/hierarchy3"/>
    <dgm:cxn modelId="{142C6382-74A5-4650-B74B-2E857F9FE836}" type="presOf" srcId="{AE4151EC-235B-4681-A8D4-03BF8E400D43}" destId="{122DBB24-5854-4F65-AD2E-5897687498D9}" srcOrd="0" destOrd="0" presId="urn:microsoft.com/office/officeart/2005/8/layout/hierarchy3"/>
    <dgm:cxn modelId="{CD2EDC8B-A1AF-4A14-AF64-23E5CEF8B19A}" srcId="{F166A75B-5B82-4646-AA79-30819E85DF88}" destId="{1667E9A2-24E6-4339-9D45-46AF9C4E7F55}" srcOrd="1" destOrd="0" parTransId="{0763C69A-8353-4FE2-A25E-EEBE60C26C92}" sibTransId="{793D2141-1009-4994-B6FF-518D4AFC8F56}"/>
    <dgm:cxn modelId="{6791148E-1E6C-4B79-9B0E-2603AB0DA11C}" type="presOf" srcId="{EED63917-AA57-45A1-84A0-F39B6C1009B4}" destId="{693052F2-6640-4D3F-84F3-E53B0E35D9C8}" srcOrd="0" destOrd="0" presId="urn:microsoft.com/office/officeart/2005/8/layout/hierarchy3"/>
    <dgm:cxn modelId="{5AB6D091-BA74-45F8-ACFC-3EF31A11545C}" srcId="{40CCB6A7-3786-48DB-B8F9-95C7B020A29D}" destId="{34136EE5-35E3-4655-9A50-76E195F54068}" srcOrd="1" destOrd="0" parTransId="{F5BD2D5C-BC65-4A0C-8F88-8592D5D79D0C}" sibTransId="{BB412D27-CEB7-445D-B001-E38531DE7387}"/>
    <dgm:cxn modelId="{5A11E694-636B-4A50-A205-F4EFB76AA584}" srcId="{AE4151EC-235B-4681-A8D4-03BF8E400D43}" destId="{EED63917-AA57-45A1-84A0-F39B6C1009B4}" srcOrd="0" destOrd="0" parTransId="{CCB99661-51E3-4BCB-81D6-FFF57FC49237}" sibTransId="{5484CAB2-3073-4198-BE8E-78EEB151FD76}"/>
    <dgm:cxn modelId="{06C0599C-F4A2-48A1-B47B-87A192777189}" type="presOf" srcId="{DDC2AB62-6057-4C50-9E1C-968BED4058A6}" destId="{E53A03AB-AA41-481C-B2F4-F79A2431224F}" srcOrd="0" destOrd="0" presId="urn:microsoft.com/office/officeart/2005/8/layout/hierarchy3"/>
    <dgm:cxn modelId="{64B9BE9E-24B6-4833-98A7-391A1C2DA5F2}" type="presOf" srcId="{CCB99661-51E3-4BCB-81D6-FFF57FC49237}" destId="{3CD95121-A6C4-4E9A-8474-4FABDE2EF835}" srcOrd="0" destOrd="0" presId="urn:microsoft.com/office/officeart/2005/8/layout/hierarchy3"/>
    <dgm:cxn modelId="{A743F1A5-4C57-4816-9BEF-FAB017DFC293}" type="presOf" srcId="{F166A75B-5B82-4646-AA79-30819E85DF88}" destId="{FC714406-B4BF-4DF9-8035-778403CF7A50}" srcOrd="0" destOrd="0" presId="urn:microsoft.com/office/officeart/2005/8/layout/hierarchy3"/>
    <dgm:cxn modelId="{E3E354CA-91A2-4165-BB80-98995812EA2B}" type="presOf" srcId="{40CCB6A7-3786-48DB-B8F9-95C7B020A29D}" destId="{C402E77D-00DC-4D6C-80CD-5BC3AC036FBD}" srcOrd="1" destOrd="0" presId="urn:microsoft.com/office/officeart/2005/8/layout/hierarchy3"/>
    <dgm:cxn modelId="{485650D7-A962-4B7B-8930-347545CE06F8}" type="presOf" srcId="{1667E9A2-24E6-4339-9D45-46AF9C4E7F55}" destId="{3A2F06DB-EE64-4809-B095-E1024A65B51C}" srcOrd="0" destOrd="0" presId="urn:microsoft.com/office/officeart/2005/8/layout/hierarchy3"/>
    <dgm:cxn modelId="{4AB3BEF9-3503-4D1B-902C-C637C6CE5594}" type="presParOf" srcId="{FC714406-B4BF-4DF9-8035-778403CF7A50}" destId="{49824822-082C-47A1-911D-8D7AA0D7319D}" srcOrd="0" destOrd="0" presId="urn:microsoft.com/office/officeart/2005/8/layout/hierarchy3"/>
    <dgm:cxn modelId="{C97414C3-168A-4379-B666-597984907524}" type="presParOf" srcId="{49824822-082C-47A1-911D-8D7AA0D7319D}" destId="{178377A9-51F3-4A02-8A18-7FD059C4BFF0}" srcOrd="0" destOrd="0" presId="urn:microsoft.com/office/officeart/2005/8/layout/hierarchy3"/>
    <dgm:cxn modelId="{39419A10-CCB8-400F-B9B4-F888258F35B6}" type="presParOf" srcId="{178377A9-51F3-4A02-8A18-7FD059C4BFF0}" destId="{7F28FDF8-A567-4A5A-BB38-263BCCA91F31}" srcOrd="0" destOrd="0" presId="urn:microsoft.com/office/officeart/2005/8/layout/hierarchy3"/>
    <dgm:cxn modelId="{3EEFA44D-6B2F-4362-BD71-5CBE50FBA6EA}" type="presParOf" srcId="{178377A9-51F3-4A02-8A18-7FD059C4BFF0}" destId="{C402E77D-00DC-4D6C-80CD-5BC3AC036FBD}" srcOrd="1" destOrd="0" presId="urn:microsoft.com/office/officeart/2005/8/layout/hierarchy3"/>
    <dgm:cxn modelId="{F86D875D-5B5A-42CC-B4F6-5B3F2360EDB8}" type="presParOf" srcId="{49824822-082C-47A1-911D-8D7AA0D7319D}" destId="{520AAB74-17B9-4C6D-9429-09E8996E6B44}" srcOrd="1" destOrd="0" presId="urn:microsoft.com/office/officeart/2005/8/layout/hierarchy3"/>
    <dgm:cxn modelId="{BCD5917E-60D0-4608-ABF0-6842F38271D9}" type="presParOf" srcId="{520AAB74-17B9-4C6D-9429-09E8996E6B44}" destId="{2237453E-E84D-4790-ACAD-A363B2B6204B}" srcOrd="0" destOrd="0" presId="urn:microsoft.com/office/officeart/2005/8/layout/hierarchy3"/>
    <dgm:cxn modelId="{47605800-92CF-4FB7-A88A-B8277D0851DC}" type="presParOf" srcId="{520AAB74-17B9-4C6D-9429-09E8996E6B44}" destId="{1996B433-12F8-4849-8BEB-8AAA05BF3508}" srcOrd="1" destOrd="0" presId="urn:microsoft.com/office/officeart/2005/8/layout/hierarchy3"/>
    <dgm:cxn modelId="{FB0323C6-529B-44AE-9518-09D5DF4B6DFA}" type="presParOf" srcId="{520AAB74-17B9-4C6D-9429-09E8996E6B44}" destId="{4D8BAA4E-BFA1-49DD-98B1-5779D5A07E4F}" srcOrd="2" destOrd="0" presId="urn:microsoft.com/office/officeart/2005/8/layout/hierarchy3"/>
    <dgm:cxn modelId="{1C1B6BDC-D8A7-4E40-8A8D-DF7434862B9B}" type="presParOf" srcId="{520AAB74-17B9-4C6D-9429-09E8996E6B44}" destId="{470B52A1-2BC0-415B-B3FD-CE1608D1AFB9}" srcOrd="3" destOrd="0" presId="urn:microsoft.com/office/officeart/2005/8/layout/hierarchy3"/>
    <dgm:cxn modelId="{18BBD869-6900-421C-A883-492B356D9F0F}" type="presParOf" srcId="{FC714406-B4BF-4DF9-8035-778403CF7A50}" destId="{9B82D564-0930-4398-AA5B-B677B3F7A6DA}" srcOrd="1" destOrd="0" presId="urn:microsoft.com/office/officeart/2005/8/layout/hierarchy3"/>
    <dgm:cxn modelId="{438D3F41-0AAA-440B-9C97-129FB4AF4AA7}" type="presParOf" srcId="{9B82D564-0930-4398-AA5B-B677B3F7A6DA}" destId="{60F20380-B376-467B-B4C4-D7F49D471B96}" srcOrd="0" destOrd="0" presId="urn:microsoft.com/office/officeart/2005/8/layout/hierarchy3"/>
    <dgm:cxn modelId="{D44E76EC-550F-4C80-B561-3C674DC21623}" type="presParOf" srcId="{60F20380-B376-467B-B4C4-D7F49D471B96}" destId="{3A2F06DB-EE64-4809-B095-E1024A65B51C}" srcOrd="0" destOrd="0" presId="urn:microsoft.com/office/officeart/2005/8/layout/hierarchy3"/>
    <dgm:cxn modelId="{0171BBA0-8D1E-420F-A970-E8D703095D76}" type="presParOf" srcId="{60F20380-B376-467B-B4C4-D7F49D471B96}" destId="{CA592D57-A591-4B0D-A8D7-A0024F621556}" srcOrd="1" destOrd="0" presId="urn:microsoft.com/office/officeart/2005/8/layout/hierarchy3"/>
    <dgm:cxn modelId="{7A5D6E5F-F248-43C5-9FF5-3FAD1E2695B2}" type="presParOf" srcId="{9B82D564-0930-4398-AA5B-B677B3F7A6DA}" destId="{3B21B9E7-32C1-41AF-9086-81F0DDBD643C}" srcOrd="1" destOrd="0" presId="urn:microsoft.com/office/officeart/2005/8/layout/hierarchy3"/>
    <dgm:cxn modelId="{F8C6D1EC-B4EC-4838-A72F-C0E4E43E19C8}" type="presParOf" srcId="{FC714406-B4BF-4DF9-8035-778403CF7A50}" destId="{9DE5B27F-1BED-4341-BA6F-49321D7A7C38}" srcOrd="2" destOrd="0" presId="urn:microsoft.com/office/officeart/2005/8/layout/hierarchy3"/>
    <dgm:cxn modelId="{11194954-BCFB-4374-93C6-9D77D7EF2D31}" type="presParOf" srcId="{9DE5B27F-1BED-4341-BA6F-49321D7A7C38}" destId="{6DCC774D-13E0-4F87-BF28-72255F17AD76}" srcOrd="0" destOrd="0" presId="urn:microsoft.com/office/officeart/2005/8/layout/hierarchy3"/>
    <dgm:cxn modelId="{01606605-92C7-47AF-AE17-29B3C523DBD5}" type="presParOf" srcId="{6DCC774D-13E0-4F87-BF28-72255F17AD76}" destId="{122DBB24-5854-4F65-AD2E-5897687498D9}" srcOrd="0" destOrd="0" presId="urn:microsoft.com/office/officeart/2005/8/layout/hierarchy3"/>
    <dgm:cxn modelId="{EC499888-378E-41C7-8733-5A1EFB22BB3A}" type="presParOf" srcId="{6DCC774D-13E0-4F87-BF28-72255F17AD76}" destId="{59DBA445-373A-4DE4-B799-AB7E04F0A4E9}" srcOrd="1" destOrd="0" presId="urn:microsoft.com/office/officeart/2005/8/layout/hierarchy3"/>
    <dgm:cxn modelId="{981B1FCB-719F-4109-BC8B-6E5897800E33}" type="presParOf" srcId="{9DE5B27F-1BED-4341-BA6F-49321D7A7C38}" destId="{AB59D0D1-7965-4573-B6FD-4DCCEE40BDD1}" srcOrd="1" destOrd="0" presId="urn:microsoft.com/office/officeart/2005/8/layout/hierarchy3"/>
    <dgm:cxn modelId="{746623C1-F9A8-4F62-B545-44EC50538DB4}" type="presParOf" srcId="{AB59D0D1-7965-4573-B6FD-4DCCEE40BDD1}" destId="{3CD95121-A6C4-4E9A-8474-4FABDE2EF835}" srcOrd="0" destOrd="0" presId="urn:microsoft.com/office/officeart/2005/8/layout/hierarchy3"/>
    <dgm:cxn modelId="{6E2BB177-00CA-47C4-8C13-A245E758B78C}" type="presParOf" srcId="{AB59D0D1-7965-4573-B6FD-4DCCEE40BDD1}" destId="{693052F2-6640-4D3F-84F3-E53B0E35D9C8}" srcOrd="1" destOrd="0" presId="urn:microsoft.com/office/officeart/2005/8/layout/hierarchy3"/>
    <dgm:cxn modelId="{60D0D1A0-91F0-4750-B959-90BC1D8A4EBD}" type="presParOf" srcId="{AB59D0D1-7965-4573-B6FD-4DCCEE40BDD1}" destId="{E53A03AB-AA41-481C-B2F4-F79A2431224F}" srcOrd="2" destOrd="0" presId="urn:microsoft.com/office/officeart/2005/8/layout/hierarchy3"/>
    <dgm:cxn modelId="{C204880D-1078-4919-90B0-B4152CF3E5C2}" type="presParOf" srcId="{AB59D0D1-7965-4573-B6FD-4DCCEE40BDD1}" destId="{727A46F8-2DD3-41BF-8157-715CD94A648D}" srcOrd="3"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E88E308-A33A-49FF-859A-8B55FCF8134E}" type="doc">
      <dgm:prSet loTypeId="urn:microsoft.com/office/officeart/2005/8/layout/vList2" loCatId="list" qsTypeId="urn:microsoft.com/office/officeart/2005/8/quickstyle/simple5" qsCatId="simple" csTypeId="urn:microsoft.com/office/officeart/2005/8/colors/colorful5" csCatId="colorful" phldr="1"/>
      <dgm:spPr/>
      <dgm:t>
        <a:bodyPr/>
        <a:lstStyle/>
        <a:p>
          <a:endParaRPr lang="en-US"/>
        </a:p>
      </dgm:t>
    </dgm:pt>
    <dgm:pt modelId="{AA4658A8-A37B-4488-A54B-5EA04A9E2D12}">
      <dgm:prSet custT="1"/>
      <dgm:spPr/>
      <dgm:t>
        <a:bodyPr/>
        <a:lstStyle/>
        <a:p>
          <a:r>
            <a:rPr lang="en-US" sz="1600" dirty="0"/>
            <a:t>DevOps Monitoring – The process of analyzing and monitoring network infrastructure and performance based on key performance indicators (KPIs) that are set by IT.</a:t>
          </a:r>
        </a:p>
      </dgm:t>
    </dgm:pt>
    <dgm:pt modelId="{B3032574-5A72-4354-AE5E-32708C419589}" type="parTrans" cxnId="{0DF1C613-F09D-4940-B746-083E7CE3E6F1}">
      <dgm:prSet/>
      <dgm:spPr/>
      <dgm:t>
        <a:bodyPr/>
        <a:lstStyle/>
        <a:p>
          <a:endParaRPr lang="en-US" sz="2400"/>
        </a:p>
      </dgm:t>
    </dgm:pt>
    <dgm:pt modelId="{E808157F-7FF8-4EF5-9CCB-7753F56DD20B}" type="sibTrans" cxnId="{0DF1C613-F09D-4940-B746-083E7CE3E6F1}">
      <dgm:prSet/>
      <dgm:spPr/>
      <dgm:t>
        <a:bodyPr/>
        <a:lstStyle/>
        <a:p>
          <a:endParaRPr lang="en-US" sz="2400"/>
        </a:p>
      </dgm:t>
    </dgm:pt>
    <dgm:pt modelId="{851BE443-6473-4C61-8B57-4B3F66D82C4D}">
      <dgm:prSet custT="1"/>
      <dgm:spPr/>
      <dgm:t>
        <a:bodyPr/>
        <a:lstStyle/>
        <a:p>
          <a:r>
            <a:rPr lang="en-US" sz="1600"/>
            <a:t>Performance Monitoring – process of monitoring the health of IT infrastructure in real-time. This would be things like CPU usage, latency, etc.</a:t>
          </a:r>
        </a:p>
      </dgm:t>
    </dgm:pt>
    <dgm:pt modelId="{9370C955-D4CD-4D57-AA17-019B3842A845}" type="parTrans" cxnId="{B5D646D9-523C-4204-854E-FD185BCAB411}">
      <dgm:prSet/>
      <dgm:spPr/>
      <dgm:t>
        <a:bodyPr/>
        <a:lstStyle/>
        <a:p>
          <a:endParaRPr lang="en-US" sz="2400"/>
        </a:p>
      </dgm:t>
    </dgm:pt>
    <dgm:pt modelId="{DE763083-A34E-4F63-8AEE-878244D46E67}" type="sibTrans" cxnId="{B5D646D9-523C-4204-854E-FD185BCAB411}">
      <dgm:prSet/>
      <dgm:spPr/>
      <dgm:t>
        <a:bodyPr/>
        <a:lstStyle/>
        <a:p>
          <a:endParaRPr lang="en-US" sz="2400"/>
        </a:p>
      </dgm:t>
    </dgm:pt>
    <dgm:pt modelId="{53F46251-455B-426F-A3CB-C1B98C35D01B}">
      <dgm:prSet custT="1"/>
      <dgm:spPr/>
      <dgm:t>
        <a:bodyPr/>
        <a:lstStyle/>
        <a:p>
          <a:r>
            <a:rPr lang="en-US" sz="1600"/>
            <a:t>Anomaly Detection – process of looking at and finding unusual patterns, such as spikes in network traffic for an application or latency.</a:t>
          </a:r>
        </a:p>
      </dgm:t>
    </dgm:pt>
    <dgm:pt modelId="{7C274352-05AA-400C-8D99-A25213D3A64A}" type="parTrans" cxnId="{C922BE64-631F-4607-94B9-BC1B68A3062C}">
      <dgm:prSet/>
      <dgm:spPr/>
      <dgm:t>
        <a:bodyPr/>
        <a:lstStyle/>
        <a:p>
          <a:endParaRPr lang="en-US" sz="2400"/>
        </a:p>
      </dgm:t>
    </dgm:pt>
    <dgm:pt modelId="{E67978BD-BD80-48EE-8615-EFD372876B54}" type="sibTrans" cxnId="{C922BE64-631F-4607-94B9-BC1B68A3062C}">
      <dgm:prSet/>
      <dgm:spPr/>
      <dgm:t>
        <a:bodyPr/>
        <a:lstStyle/>
        <a:p>
          <a:endParaRPr lang="en-US" sz="2400"/>
        </a:p>
      </dgm:t>
    </dgm:pt>
    <dgm:pt modelId="{7230EBB8-4008-457F-BD08-F4AB9344E5E8}">
      <dgm:prSet custT="1"/>
      <dgm:spPr/>
      <dgm:t>
        <a:bodyPr/>
        <a:lstStyle/>
        <a:p>
          <a:r>
            <a:rPr lang="en-US" sz="1600"/>
            <a:t>Capacity Planning – process of looking at historical data to drive and make business decisions on the allocation of infrastructure and resources.</a:t>
          </a:r>
        </a:p>
      </dgm:t>
    </dgm:pt>
    <dgm:pt modelId="{83F40182-3221-4F95-BB5C-1268928149D9}" type="parTrans" cxnId="{32443D7C-B4C7-4B7C-8AA2-E11153CC414A}">
      <dgm:prSet/>
      <dgm:spPr/>
      <dgm:t>
        <a:bodyPr/>
        <a:lstStyle/>
        <a:p>
          <a:endParaRPr lang="en-US" sz="2400"/>
        </a:p>
      </dgm:t>
    </dgm:pt>
    <dgm:pt modelId="{2FE07287-1CD0-491D-B362-B2C5D0E7E50A}" type="sibTrans" cxnId="{32443D7C-B4C7-4B7C-8AA2-E11153CC414A}">
      <dgm:prSet/>
      <dgm:spPr/>
      <dgm:t>
        <a:bodyPr/>
        <a:lstStyle/>
        <a:p>
          <a:endParaRPr lang="en-US" sz="2400"/>
        </a:p>
      </dgm:t>
    </dgm:pt>
    <dgm:pt modelId="{897FDA49-FAFC-4EAA-9E0F-F2F043D70569}">
      <dgm:prSet custT="1"/>
      <dgm:spPr/>
      <dgm:t>
        <a:bodyPr/>
        <a:lstStyle/>
        <a:p>
          <a:r>
            <a:rPr lang="en-US" sz="1600" dirty="0"/>
            <a:t>There are a few main goals of DevOps monitoring which are anomaly detection, performance monitoring, and capacity planning.</a:t>
          </a:r>
        </a:p>
      </dgm:t>
    </dgm:pt>
    <dgm:pt modelId="{EAFE6BAC-3CF5-4B53-B649-99656E849942}" type="sibTrans" cxnId="{DB4E2058-2F16-4E9C-9193-54EBDF5BB726}">
      <dgm:prSet/>
      <dgm:spPr/>
      <dgm:t>
        <a:bodyPr/>
        <a:lstStyle/>
        <a:p>
          <a:endParaRPr lang="en-US" sz="2400"/>
        </a:p>
      </dgm:t>
    </dgm:pt>
    <dgm:pt modelId="{F9065F65-B5C6-4997-8C34-799B57CF27E9}" type="parTrans" cxnId="{DB4E2058-2F16-4E9C-9193-54EBDF5BB726}">
      <dgm:prSet/>
      <dgm:spPr/>
      <dgm:t>
        <a:bodyPr/>
        <a:lstStyle/>
        <a:p>
          <a:endParaRPr lang="en-US" sz="2400"/>
        </a:p>
      </dgm:t>
    </dgm:pt>
    <dgm:pt modelId="{233EA046-73B1-44EA-971C-57384F258343}" type="pres">
      <dgm:prSet presAssocID="{DE88E308-A33A-49FF-859A-8B55FCF8134E}" presName="linear" presStyleCnt="0">
        <dgm:presLayoutVars>
          <dgm:animLvl val="lvl"/>
          <dgm:resizeHandles val="exact"/>
        </dgm:presLayoutVars>
      </dgm:prSet>
      <dgm:spPr/>
    </dgm:pt>
    <dgm:pt modelId="{E762D6F0-D62D-431E-86C5-DFE6EA1D4ED8}" type="pres">
      <dgm:prSet presAssocID="{AA4658A8-A37B-4488-A54B-5EA04A9E2D12}" presName="parentText" presStyleLbl="node1" presStyleIdx="0" presStyleCnt="5" custScaleY="128811">
        <dgm:presLayoutVars>
          <dgm:chMax val="0"/>
          <dgm:bulletEnabled val="1"/>
        </dgm:presLayoutVars>
      </dgm:prSet>
      <dgm:spPr/>
    </dgm:pt>
    <dgm:pt modelId="{1BED419B-B58D-415E-9821-0AEF51AE0792}" type="pres">
      <dgm:prSet presAssocID="{E808157F-7FF8-4EF5-9CCB-7753F56DD20B}" presName="spacer" presStyleCnt="0"/>
      <dgm:spPr/>
    </dgm:pt>
    <dgm:pt modelId="{737A6A99-3F0A-4779-909B-9899A88E8EFF}" type="pres">
      <dgm:prSet presAssocID="{897FDA49-FAFC-4EAA-9E0F-F2F043D70569}" presName="parentText" presStyleLbl="node1" presStyleIdx="1" presStyleCnt="5">
        <dgm:presLayoutVars>
          <dgm:chMax val="0"/>
          <dgm:bulletEnabled val="1"/>
        </dgm:presLayoutVars>
      </dgm:prSet>
      <dgm:spPr/>
    </dgm:pt>
    <dgm:pt modelId="{54BD1F9E-140F-4CF4-A56A-3D7D469CE0FA}" type="pres">
      <dgm:prSet presAssocID="{EAFE6BAC-3CF5-4B53-B649-99656E849942}" presName="spacer" presStyleCnt="0"/>
      <dgm:spPr/>
    </dgm:pt>
    <dgm:pt modelId="{02035B03-F15F-483C-BA32-E4345D6176DB}" type="pres">
      <dgm:prSet presAssocID="{851BE443-6473-4C61-8B57-4B3F66D82C4D}" presName="parentText" presStyleLbl="node1" presStyleIdx="2" presStyleCnt="5">
        <dgm:presLayoutVars>
          <dgm:chMax val="0"/>
          <dgm:bulletEnabled val="1"/>
        </dgm:presLayoutVars>
      </dgm:prSet>
      <dgm:spPr/>
    </dgm:pt>
    <dgm:pt modelId="{3D91CE15-9E55-408C-B3EA-4258A5AA5B53}" type="pres">
      <dgm:prSet presAssocID="{DE763083-A34E-4F63-8AEE-878244D46E67}" presName="spacer" presStyleCnt="0"/>
      <dgm:spPr/>
    </dgm:pt>
    <dgm:pt modelId="{7A85C172-FF87-438E-B78D-8303174475E5}" type="pres">
      <dgm:prSet presAssocID="{53F46251-455B-426F-A3CB-C1B98C35D01B}" presName="parentText" presStyleLbl="node1" presStyleIdx="3" presStyleCnt="5">
        <dgm:presLayoutVars>
          <dgm:chMax val="0"/>
          <dgm:bulletEnabled val="1"/>
        </dgm:presLayoutVars>
      </dgm:prSet>
      <dgm:spPr/>
    </dgm:pt>
    <dgm:pt modelId="{81EC9665-507B-4000-937B-F6BB7F05015E}" type="pres">
      <dgm:prSet presAssocID="{E67978BD-BD80-48EE-8615-EFD372876B54}" presName="spacer" presStyleCnt="0"/>
      <dgm:spPr/>
    </dgm:pt>
    <dgm:pt modelId="{084FAC67-6F4E-42C5-8268-80D387718E7A}" type="pres">
      <dgm:prSet presAssocID="{7230EBB8-4008-457F-BD08-F4AB9344E5E8}" presName="parentText" presStyleLbl="node1" presStyleIdx="4" presStyleCnt="5">
        <dgm:presLayoutVars>
          <dgm:chMax val="0"/>
          <dgm:bulletEnabled val="1"/>
        </dgm:presLayoutVars>
      </dgm:prSet>
      <dgm:spPr/>
    </dgm:pt>
  </dgm:ptLst>
  <dgm:cxnLst>
    <dgm:cxn modelId="{0DF1C613-F09D-4940-B746-083E7CE3E6F1}" srcId="{DE88E308-A33A-49FF-859A-8B55FCF8134E}" destId="{AA4658A8-A37B-4488-A54B-5EA04A9E2D12}" srcOrd="0" destOrd="0" parTransId="{B3032574-5A72-4354-AE5E-32708C419589}" sibTransId="{E808157F-7FF8-4EF5-9CCB-7753F56DD20B}"/>
    <dgm:cxn modelId="{95342A33-7BF3-4577-B612-1271301EBDBD}" type="presOf" srcId="{DE88E308-A33A-49FF-859A-8B55FCF8134E}" destId="{233EA046-73B1-44EA-971C-57384F258343}" srcOrd="0" destOrd="0" presId="urn:microsoft.com/office/officeart/2005/8/layout/vList2"/>
    <dgm:cxn modelId="{C922BE64-631F-4607-94B9-BC1B68A3062C}" srcId="{DE88E308-A33A-49FF-859A-8B55FCF8134E}" destId="{53F46251-455B-426F-A3CB-C1B98C35D01B}" srcOrd="3" destOrd="0" parTransId="{7C274352-05AA-400C-8D99-A25213D3A64A}" sibTransId="{E67978BD-BD80-48EE-8615-EFD372876B54}"/>
    <dgm:cxn modelId="{DB4E2058-2F16-4E9C-9193-54EBDF5BB726}" srcId="{DE88E308-A33A-49FF-859A-8B55FCF8134E}" destId="{897FDA49-FAFC-4EAA-9E0F-F2F043D70569}" srcOrd="1" destOrd="0" parTransId="{F9065F65-B5C6-4997-8C34-799B57CF27E9}" sibTransId="{EAFE6BAC-3CF5-4B53-B649-99656E849942}"/>
    <dgm:cxn modelId="{D368BC79-0B3F-42D6-BDF7-0E93FEEAAFE9}" type="presOf" srcId="{53F46251-455B-426F-A3CB-C1B98C35D01B}" destId="{7A85C172-FF87-438E-B78D-8303174475E5}" srcOrd="0" destOrd="0" presId="urn:microsoft.com/office/officeart/2005/8/layout/vList2"/>
    <dgm:cxn modelId="{32443D7C-B4C7-4B7C-8AA2-E11153CC414A}" srcId="{DE88E308-A33A-49FF-859A-8B55FCF8134E}" destId="{7230EBB8-4008-457F-BD08-F4AB9344E5E8}" srcOrd="4" destOrd="0" parTransId="{83F40182-3221-4F95-BB5C-1268928149D9}" sibTransId="{2FE07287-1CD0-491D-B362-B2C5D0E7E50A}"/>
    <dgm:cxn modelId="{4B9CDFA7-D6E2-4518-9E0E-E80C931EF788}" type="presOf" srcId="{AA4658A8-A37B-4488-A54B-5EA04A9E2D12}" destId="{E762D6F0-D62D-431E-86C5-DFE6EA1D4ED8}" srcOrd="0" destOrd="0" presId="urn:microsoft.com/office/officeart/2005/8/layout/vList2"/>
    <dgm:cxn modelId="{B5D646D9-523C-4204-854E-FD185BCAB411}" srcId="{DE88E308-A33A-49FF-859A-8B55FCF8134E}" destId="{851BE443-6473-4C61-8B57-4B3F66D82C4D}" srcOrd="2" destOrd="0" parTransId="{9370C955-D4CD-4D57-AA17-019B3842A845}" sibTransId="{DE763083-A34E-4F63-8AEE-878244D46E67}"/>
    <dgm:cxn modelId="{2A6CFDEF-C244-4C40-81A6-87463DB03036}" type="presOf" srcId="{851BE443-6473-4C61-8B57-4B3F66D82C4D}" destId="{02035B03-F15F-483C-BA32-E4345D6176DB}" srcOrd="0" destOrd="0" presId="urn:microsoft.com/office/officeart/2005/8/layout/vList2"/>
    <dgm:cxn modelId="{29829BF5-78F4-4042-8CD3-ACCCC0BAFCF9}" type="presOf" srcId="{897FDA49-FAFC-4EAA-9E0F-F2F043D70569}" destId="{737A6A99-3F0A-4779-909B-9899A88E8EFF}" srcOrd="0" destOrd="0" presId="urn:microsoft.com/office/officeart/2005/8/layout/vList2"/>
    <dgm:cxn modelId="{563072F8-5BF5-4D00-B562-A154C8E84288}" type="presOf" srcId="{7230EBB8-4008-457F-BD08-F4AB9344E5E8}" destId="{084FAC67-6F4E-42C5-8268-80D387718E7A}" srcOrd="0" destOrd="0" presId="urn:microsoft.com/office/officeart/2005/8/layout/vList2"/>
    <dgm:cxn modelId="{F7CF6A6E-5D0C-4697-A900-C476D3E85F0A}" type="presParOf" srcId="{233EA046-73B1-44EA-971C-57384F258343}" destId="{E762D6F0-D62D-431E-86C5-DFE6EA1D4ED8}" srcOrd="0" destOrd="0" presId="urn:microsoft.com/office/officeart/2005/8/layout/vList2"/>
    <dgm:cxn modelId="{2644CC7B-C2B6-4F55-9F7C-5229DB90D553}" type="presParOf" srcId="{233EA046-73B1-44EA-971C-57384F258343}" destId="{1BED419B-B58D-415E-9821-0AEF51AE0792}" srcOrd="1" destOrd="0" presId="urn:microsoft.com/office/officeart/2005/8/layout/vList2"/>
    <dgm:cxn modelId="{F84E37CB-07ED-4A92-8C72-BBD5F0BC4414}" type="presParOf" srcId="{233EA046-73B1-44EA-971C-57384F258343}" destId="{737A6A99-3F0A-4779-909B-9899A88E8EFF}" srcOrd="2" destOrd="0" presId="urn:microsoft.com/office/officeart/2005/8/layout/vList2"/>
    <dgm:cxn modelId="{88DDE108-FAA0-49EE-9B3D-523873194A95}" type="presParOf" srcId="{233EA046-73B1-44EA-971C-57384F258343}" destId="{54BD1F9E-140F-4CF4-A56A-3D7D469CE0FA}" srcOrd="3" destOrd="0" presId="urn:microsoft.com/office/officeart/2005/8/layout/vList2"/>
    <dgm:cxn modelId="{A9D0DAA8-9583-42B5-9347-EA189842393C}" type="presParOf" srcId="{233EA046-73B1-44EA-971C-57384F258343}" destId="{02035B03-F15F-483C-BA32-E4345D6176DB}" srcOrd="4" destOrd="0" presId="urn:microsoft.com/office/officeart/2005/8/layout/vList2"/>
    <dgm:cxn modelId="{AED6B709-5EF3-4B84-B260-76031A00C73B}" type="presParOf" srcId="{233EA046-73B1-44EA-971C-57384F258343}" destId="{3D91CE15-9E55-408C-B3EA-4258A5AA5B53}" srcOrd="5" destOrd="0" presId="urn:microsoft.com/office/officeart/2005/8/layout/vList2"/>
    <dgm:cxn modelId="{D8ACB10E-2445-48C0-87B6-99AB4E2AFCFA}" type="presParOf" srcId="{233EA046-73B1-44EA-971C-57384F258343}" destId="{7A85C172-FF87-438E-B78D-8303174475E5}" srcOrd="6" destOrd="0" presId="urn:microsoft.com/office/officeart/2005/8/layout/vList2"/>
    <dgm:cxn modelId="{89C62636-4CCE-47B9-89CA-8C35FBB4A82C}" type="presParOf" srcId="{233EA046-73B1-44EA-971C-57384F258343}" destId="{81EC9665-507B-4000-937B-F6BB7F05015E}" srcOrd="7" destOrd="0" presId="urn:microsoft.com/office/officeart/2005/8/layout/vList2"/>
    <dgm:cxn modelId="{0E250CED-B5FC-4CFA-98EC-B478E5F2E90E}" type="presParOf" srcId="{233EA046-73B1-44EA-971C-57384F258343}" destId="{084FAC67-6F4E-42C5-8268-80D387718E7A}"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359142-0016-40B5-90FB-0BDCD566E62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DDA9419-8A00-42D7-AF34-84FAACE83858}">
      <dgm:prSet/>
      <dgm:spPr/>
      <dgm:t>
        <a:bodyPr/>
        <a:lstStyle/>
        <a:p>
          <a:r>
            <a:rPr lang="en-US"/>
            <a:t>Timestream can help with the large volumes of data that is generated from monitoring network infrastructure for OptimaTech.</a:t>
          </a:r>
        </a:p>
      </dgm:t>
    </dgm:pt>
    <dgm:pt modelId="{FD6B3162-7B2F-45A5-9089-BB523CC79DB8}" type="parTrans" cxnId="{7BF21DF1-45E7-4669-AFBA-D4A1981687AA}">
      <dgm:prSet/>
      <dgm:spPr/>
      <dgm:t>
        <a:bodyPr/>
        <a:lstStyle/>
        <a:p>
          <a:endParaRPr lang="en-US"/>
        </a:p>
      </dgm:t>
    </dgm:pt>
    <dgm:pt modelId="{4753E858-F9A0-4A86-9F41-C27DC76F5EAA}" type="sibTrans" cxnId="{7BF21DF1-45E7-4669-AFBA-D4A1981687AA}">
      <dgm:prSet/>
      <dgm:spPr/>
      <dgm:t>
        <a:bodyPr/>
        <a:lstStyle/>
        <a:p>
          <a:endParaRPr lang="en-US"/>
        </a:p>
      </dgm:t>
    </dgm:pt>
    <dgm:pt modelId="{D3288A20-67E4-41F7-8B94-D850CD7F2177}">
      <dgm:prSet/>
      <dgm:spPr/>
      <dgm:t>
        <a:bodyPr/>
        <a:lstStyle/>
        <a:p>
          <a:r>
            <a:rPr lang="en-US" dirty="0"/>
            <a:t>Timestream can scale horizontally to add additional infrastructure as needed to reduce overall database load on a single partition. It does this automatically based on demand. </a:t>
          </a:r>
        </a:p>
      </dgm:t>
    </dgm:pt>
    <dgm:pt modelId="{50ADFA5C-17AD-4FDF-828A-00895872D0C8}" type="parTrans" cxnId="{B8602510-A5C3-463F-AF76-8561506F8D86}">
      <dgm:prSet/>
      <dgm:spPr/>
      <dgm:t>
        <a:bodyPr/>
        <a:lstStyle/>
        <a:p>
          <a:endParaRPr lang="en-US"/>
        </a:p>
      </dgm:t>
    </dgm:pt>
    <dgm:pt modelId="{9EF2A8BD-871B-42B5-906D-A592B6FE836C}" type="sibTrans" cxnId="{B8602510-A5C3-463F-AF76-8561506F8D86}">
      <dgm:prSet/>
      <dgm:spPr/>
      <dgm:t>
        <a:bodyPr/>
        <a:lstStyle/>
        <a:p>
          <a:endParaRPr lang="en-US"/>
        </a:p>
      </dgm:t>
    </dgm:pt>
    <dgm:pt modelId="{8CC82279-9696-4452-B417-045282B1ED5C}">
      <dgm:prSet/>
      <dgm:spPr/>
      <dgm:t>
        <a:bodyPr/>
        <a:lstStyle/>
        <a:p>
          <a:r>
            <a:rPr lang="en-US"/>
            <a:t>Timestream also has a high write throughput to be able to handle the volume of data points that are coming in from the various infrastructure that is being monitored. </a:t>
          </a:r>
        </a:p>
      </dgm:t>
    </dgm:pt>
    <dgm:pt modelId="{A223BC94-44BC-4E31-BEEB-2D94A283CD0C}" type="parTrans" cxnId="{9C3C3F2C-5455-4366-B4D2-FF2CF0046836}">
      <dgm:prSet/>
      <dgm:spPr/>
      <dgm:t>
        <a:bodyPr/>
        <a:lstStyle/>
        <a:p>
          <a:endParaRPr lang="en-US"/>
        </a:p>
      </dgm:t>
    </dgm:pt>
    <dgm:pt modelId="{BA4D7135-D7A3-4617-9525-9686E9482896}" type="sibTrans" cxnId="{9C3C3F2C-5455-4366-B4D2-FF2CF0046836}">
      <dgm:prSet/>
      <dgm:spPr/>
      <dgm:t>
        <a:bodyPr/>
        <a:lstStyle/>
        <a:p>
          <a:endParaRPr lang="en-US"/>
        </a:p>
      </dgm:t>
    </dgm:pt>
    <dgm:pt modelId="{DD6C3AB5-0172-4610-AA50-D883E75125EE}">
      <dgm:prSet/>
      <dgm:spPr/>
      <dgm:t>
        <a:bodyPr/>
        <a:lstStyle/>
        <a:p>
          <a:r>
            <a:rPr lang="en-US"/>
            <a:t>Again, additional resources are automatically added to ensure that there is not latency in writing data into the database.</a:t>
          </a:r>
        </a:p>
      </dgm:t>
    </dgm:pt>
    <dgm:pt modelId="{5D422493-DF47-45B0-94BE-8053C3E3DC61}" type="parTrans" cxnId="{1B8B4A06-02BA-4F3C-B29D-30A032B1FDD4}">
      <dgm:prSet/>
      <dgm:spPr/>
      <dgm:t>
        <a:bodyPr/>
        <a:lstStyle/>
        <a:p>
          <a:endParaRPr lang="en-US"/>
        </a:p>
      </dgm:t>
    </dgm:pt>
    <dgm:pt modelId="{8CAFC540-4971-443D-8050-812CC6BEC889}" type="sibTrans" cxnId="{1B8B4A06-02BA-4F3C-B29D-30A032B1FDD4}">
      <dgm:prSet/>
      <dgm:spPr/>
      <dgm:t>
        <a:bodyPr/>
        <a:lstStyle/>
        <a:p>
          <a:endParaRPr lang="en-US"/>
        </a:p>
      </dgm:t>
    </dgm:pt>
    <dgm:pt modelId="{978C07BC-D602-49C2-8E0E-603F7DC10549}" type="pres">
      <dgm:prSet presAssocID="{6E359142-0016-40B5-90FB-0BDCD566E62A}" presName="linear" presStyleCnt="0">
        <dgm:presLayoutVars>
          <dgm:animLvl val="lvl"/>
          <dgm:resizeHandles val="exact"/>
        </dgm:presLayoutVars>
      </dgm:prSet>
      <dgm:spPr/>
    </dgm:pt>
    <dgm:pt modelId="{41673F56-B3D2-456C-81D9-E8A1D7976CC2}" type="pres">
      <dgm:prSet presAssocID="{0DDA9419-8A00-42D7-AF34-84FAACE83858}" presName="parentText" presStyleLbl="node1" presStyleIdx="0" presStyleCnt="3">
        <dgm:presLayoutVars>
          <dgm:chMax val="0"/>
          <dgm:bulletEnabled val="1"/>
        </dgm:presLayoutVars>
      </dgm:prSet>
      <dgm:spPr/>
    </dgm:pt>
    <dgm:pt modelId="{703A193C-E38A-44D8-9FF6-0E7D9EE82C0E}" type="pres">
      <dgm:prSet presAssocID="{4753E858-F9A0-4A86-9F41-C27DC76F5EAA}" presName="spacer" presStyleCnt="0"/>
      <dgm:spPr/>
    </dgm:pt>
    <dgm:pt modelId="{68D7DEB3-F7E4-42F0-B702-A6216E308C6F}" type="pres">
      <dgm:prSet presAssocID="{D3288A20-67E4-41F7-8B94-D850CD7F2177}" presName="parentText" presStyleLbl="node1" presStyleIdx="1" presStyleCnt="3">
        <dgm:presLayoutVars>
          <dgm:chMax val="0"/>
          <dgm:bulletEnabled val="1"/>
        </dgm:presLayoutVars>
      </dgm:prSet>
      <dgm:spPr/>
    </dgm:pt>
    <dgm:pt modelId="{D1C96EF8-38CD-4511-BA2C-0F74308FC480}" type="pres">
      <dgm:prSet presAssocID="{9EF2A8BD-871B-42B5-906D-A592B6FE836C}" presName="spacer" presStyleCnt="0"/>
      <dgm:spPr/>
    </dgm:pt>
    <dgm:pt modelId="{2F20404E-31DC-40A5-8FC1-DE412D00B760}" type="pres">
      <dgm:prSet presAssocID="{8CC82279-9696-4452-B417-045282B1ED5C}" presName="parentText" presStyleLbl="node1" presStyleIdx="2" presStyleCnt="3">
        <dgm:presLayoutVars>
          <dgm:chMax val="0"/>
          <dgm:bulletEnabled val="1"/>
        </dgm:presLayoutVars>
      </dgm:prSet>
      <dgm:spPr/>
    </dgm:pt>
    <dgm:pt modelId="{7702A9CC-AEA7-401A-9CEE-226E7B74B801}" type="pres">
      <dgm:prSet presAssocID="{8CC82279-9696-4452-B417-045282B1ED5C}" presName="childText" presStyleLbl="revTx" presStyleIdx="0" presStyleCnt="1">
        <dgm:presLayoutVars>
          <dgm:bulletEnabled val="1"/>
        </dgm:presLayoutVars>
      </dgm:prSet>
      <dgm:spPr/>
    </dgm:pt>
  </dgm:ptLst>
  <dgm:cxnLst>
    <dgm:cxn modelId="{1B8B4A06-02BA-4F3C-B29D-30A032B1FDD4}" srcId="{8CC82279-9696-4452-B417-045282B1ED5C}" destId="{DD6C3AB5-0172-4610-AA50-D883E75125EE}" srcOrd="0" destOrd="0" parTransId="{5D422493-DF47-45B0-94BE-8053C3E3DC61}" sibTransId="{8CAFC540-4971-443D-8050-812CC6BEC889}"/>
    <dgm:cxn modelId="{486AD80B-50B2-4213-B195-A3DBEA982910}" type="presOf" srcId="{D3288A20-67E4-41F7-8B94-D850CD7F2177}" destId="{68D7DEB3-F7E4-42F0-B702-A6216E308C6F}" srcOrd="0" destOrd="0" presId="urn:microsoft.com/office/officeart/2005/8/layout/vList2"/>
    <dgm:cxn modelId="{B8602510-A5C3-463F-AF76-8561506F8D86}" srcId="{6E359142-0016-40B5-90FB-0BDCD566E62A}" destId="{D3288A20-67E4-41F7-8B94-D850CD7F2177}" srcOrd="1" destOrd="0" parTransId="{50ADFA5C-17AD-4FDF-828A-00895872D0C8}" sibTransId="{9EF2A8BD-871B-42B5-906D-A592B6FE836C}"/>
    <dgm:cxn modelId="{9C3C3F2C-5455-4366-B4D2-FF2CF0046836}" srcId="{6E359142-0016-40B5-90FB-0BDCD566E62A}" destId="{8CC82279-9696-4452-B417-045282B1ED5C}" srcOrd="2" destOrd="0" parTransId="{A223BC94-44BC-4E31-BEEB-2D94A283CD0C}" sibTransId="{BA4D7135-D7A3-4617-9525-9686E9482896}"/>
    <dgm:cxn modelId="{8C4B5333-5E14-4D09-AE59-F6CF7951DD66}" type="presOf" srcId="{8CC82279-9696-4452-B417-045282B1ED5C}" destId="{2F20404E-31DC-40A5-8FC1-DE412D00B760}" srcOrd="0" destOrd="0" presId="urn:microsoft.com/office/officeart/2005/8/layout/vList2"/>
    <dgm:cxn modelId="{64EB4995-7897-4BEC-BFB2-CFB4ADA1FBDA}" type="presOf" srcId="{6E359142-0016-40B5-90FB-0BDCD566E62A}" destId="{978C07BC-D602-49C2-8E0E-603F7DC10549}" srcOrd="0" destOrd="0" presId="urn:microsoft.com/office/officeart/2005/8/layout/vList2"/>
    <dgm:cxn modelId="{469B94A0-A933-4F9B-AD3E-F963BABDEC18}" type="presOf" srcId="{0DDA9419-8A00-42D7-AF34-84FAACE83858}" destId="{41673F56-B3D2-456C-81D9-E8A1D7976CC2}" srcOrd="0" destOrd="0" presId="urn:microsoft.com/office/officeart/2005/8/layout/vList2"/>
    <dgm:cxn modelId="{D4D131EE-3D6F-40D4-91E9-BFF8D7E13FF0}" type="presOf" srcId="{DD6C3AB5-0172-4610-AA50-D883E75125EE}" destId="{7702A9CC-AEA7-401A-9CEE-226E7B74B801}" srcOrd="0" destOrd="0" presId="urn:microsoft.com/office/officeart/2005/8/layout/vList2"/>
    <dgm:cxn modelId="{7BF21DF1-45E7-4669-AFBA-D4A1981687AA}" srcId="{6E359142-0016-40B5-90FB-0BDCD566E62A}" destId="{0DDA9419-8A00-42D7-AF34-84FAACE83858}" srcOrd="0" destOrd="0" parTransId="{FD6B3162-7B2F-45A5-9089-BB523CC79DB8}" sibTransId="{4753E858-F9A0-4A86-9F41-C27DC76F5EAA}"/>
    <dgm:cxn modelId="{9D771D32-1424-4360-BE42-455272DB2E37}" type="presParOf" srcId="{978C07BC-D602-49C2-8E0E-603F7DC10549}" destId="{41673F56-B3D2-456C-81D9-E8A1D7976CC2}" srcOrd="0" destOrd="0" presId="urn:microsoft.com/office/officeart/2005/8/layout/vList2"/>
    <dgm:cxn modelId="{BD4AE22D-ED52-4618-A680-EC97DAF5F132}" type="presParOf" srcId="{978C07BC-D602-49C2-8E0E-603F7DC10549}" destId="{703A193C-E38A-44D8-9FF6-0E7D9EE82C0E}" srcOrd="1" destOrd="0" presId="urn:microsoft.com/office/officeart/2005/8/layout/vList2"/>
    <dgm:cxn modelId="{B6BBCE09-5C82-43AF-8DA4-B148F481C2A2}" type="presParOf" srcId="{978C07BC-D602-49C2-8E0E-603F7DC10549}" destId="{68D7DEB3-F7E4-42F0-B702-A6216E308C6F}" srcOrd="2" destOrd="0" presId="urn:microsoft.com/office/officeart/2005/8/layout/vList2"/>
    <dgm:cxn modelId="{6D4DD4E7-D5FC-4A4C-B126-E18460F05695}" type="presParOf" srcId="{978C07BC-D602-49C2-8E0E-603F7DC10549}" destId="{D1C96EF8-38CD-4511-BA2C-0F74308FC480}" srcOrd="3" destOrd="0" presId="urn:microsoft.com/office/officeart/2005/8/layout/vList2"/>
    <dgm:cxn modelId="{830AAD84-5198-4E47-9DE2-0E0E12CEB326}" type="presParOf" srcId="{978C07BC-D602-49C2-8E0E-603F7DC10549}" destId="{2F20404E-31DC-40A5-8FC1-DE412D00B760}" srcOrd="4" destOrd="0" presId="urn:microsoft.com/office/officeart/2005/8/layout/vList2"/>
    <dgm:cxn modelId="{165B355D-D097-47EC-BBAD-56D21F6B73B5}" type="presParOf" srcId="{978C07BC-D602-49C2-8E0E-603F7DC10549}" destId="{7702A9CC-AEA7-401A-9CEE-226E7B74B801}"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635E5A2-54B4-4BB6-B722-5501D1A73127}" type="doc">
      <dgm:prSet loTypeId="urn:microsoft.com/office/officeart/2008/layout/LinedList" loCatId="list" qsTypeId="urn:microsoft.com/office/officeart/2005/8/quickstyle/simple2" qsCatId="simple" csTypeId="urn:microsoft.com/office/officeart/2005/8/colors/colorful1" csCatId="colorful" phldr="1"/>
      <dgm:spPr/>
      <dgm:t>
        <a:bodyPr/>
        <a:lstStyle/>
        <a:p>
          <a:endParaRPr lang="en-US"/>
        </a:p>
      </dgm:t>
    </dgm:pt>
    <dgm:pt modelId="{5A52FEE7-D0C3-42C7-B37E-5C3AE574A7E4}">
      <dgm:prSet custT="1"/>
      <dgm:spPr/>
      <dgm:t>
        <a:bodyPr/>
        <a:lstStyle/>
        <a:p>
          <a:r>
            <a:rPr lang="en-US" sz="2400" dirty="0"/>
            <a:t>Timestream offers better performance than traditional relational databases in DevOps monitoring. </a:t>
          </a:r>
        </a:p>
      </dgm:t>
    </dgm:pt>
    <dgm:pt modelId="{1E7C25A0-803D-4139-A1F8-0FCAA14D5A1A}" type="parTrans" cxnId="{77B728C9-067E-4370-9D74-B9F14992982F}">
      <dgm:prSet/>
      <dgm:spPr/>
      <dgm:t>
        <a:bodyPr/>
        <a:lstStyle/>
        <a:p>
          <a:endParaRPr lang="en-US" sz="2400"/>
        </a:p>
      </dgm:t>
    </dgm:pt>
    <dgm:pt modelId="{3E703836-DB9E-41AC-A6F7-AED3C0050A31}" type="sibTrans" cxnId="{77B728C9-067E-4370-9D74-B9F14992982F}">
      <dgm:prSet phldrT="1" custT="1"/>
      <dgm:spPr/>
      <dgm:t>
        <a:bodyPr/>
        <a:lstStyle/>
        <a:p>
          <a:endParaRPr lang="en-US" sz="2400"/>
        </a:p>
      </dgm:t>
    </dgm:pt>
    <dgm:pt modelId="{1B566EBB-2DBF-49DF-B196-DA728C8F624E}">
      <dgm:prSet custT="1"/>
      <dgm:spPr/>
      <dgm:t>
        <a:bodyPr/>
        <a:lstStyle/>
        <a:p>
          <a:r>
            <a:rPr lang="en-US" sz="2400" dirty="0"/>
            <a:t>Real-time analysis is important for performance monitoring and anomaly detection. </a:t>
          </a:r>
        </a:p>
      </dgm:t>
    </dgm:pt>
    <dgm:pt modelId="{12E6257E-8B17-432D-8C63-0726A7329C21}" type="parTrans" cxnId="{BD2C611F-45EC-431D-A3DA-59A94B98019C}">
      <dgm:prSet/>
      <dgm:spPr/>
      <dgm:t>
        <a:bodyPr/>
        <a:lstStyle/>
        <a:p>
          <a:endParaRPr lang="en-US" sz="2400"/>
        </a:p>
      </dgm:t>
    </dgm:pt>
    <dgm:pt modelId="{A9911EC7-8D01-419C-AD33-D26BE9568542}" type="sibTrans" cxnId="{BD2C611F-45EC-431D-A3DA-59A94B98019C}">
      <dgm:prSet phldrT="2" custT="1"/>
      <dgm:spPr/>
      <dgm:t>
        <a:bodyPr/>
        <a:lstStyle/>
        <a:p>
          <a:endParaRPr lang="en-US" sz="2400"/>
        </a:p>
      </dgm:t>
    </dgm:pt>
    <dgm:pt modelId="{4C800C79-638E-4ECD-8485-A46DC543E706}">
      <dgm:prSet custT="1"/>
      <dgm:spPr/>
      <dgm:t>
        <a:bodyPr/>
        <a:lstStyle/>
        <a:p>
          <a:r>
            <a:rPr lang="en-US" sz="2400" dirty="0"/>
            <a:t>Timestream has a dedicated in memory storage layer, which allows for low latency access to certain data for real-time monitoring. </a:t>
          </a:r>
        </a:p>
      </dgm:t>
    </dgm:pt>
    <dgm:pt modelId="{DF60E093-B760-484F-9C4A-69C267233CAE}" type="parTrans" cxnId="{186A6EC7-5BAA-4A2D-8909-10A9704D630D}">
      <dgm:prSet/>
      <dgm:spPr/>
      <dgm:t>
        <a:bodyPr/>
        <a:lstStyle/>
        <a:p>
          <a:endParaRPr lang="en-US" sz="2400"/>
        </a:p>
      </dgm:t>
    </dgm:pt>
    <dgm:pt modelId="{0152FAFF-DD9A-4647-AFB0-ACABF0084D22}" type="sibTrans" cxnId="{186A6EC7-5BAA-4A2D-8909-10A9704D630D}">
      <dgm:prSet phldrT="3" custT="1"/>
      <dgm:spPr/>
      <dgm:t>
        <a:bodyPr/>
        <a:lstStyle/>
        <a:p>
          <a:endParaRPr lang="en-US" sz="2400"/>
        </a:p>
      </dgm:t>
    </dgm:pt>
    <dgm:pt modelId="{1D1D783B-450D-4EEA-91C7-4E649A1D9E8F}">
      <dgm:prSet custT="1"/>
      <dgm:spPr/>
      <dgm:t>
        <a:bodyPr/>
        <a:lstStyle/>
        <a:p>
          <a:r>
            <a:rPr lang="en-US" sz="2400" dirty="0"/>
            <a:t>Timestream also has built in data compression based on time periods, making searching through the data easier and more logical. </a:t>
          </a:r>
        </a:p>
      </dgm:t>
    </dgm:pt>
    <dgm:pt modelId="{53E2042B-954E-45A9-AABF-FDA51E2D86DD}" type="parTrans" cxnId="{3042711B-CBC5-4FCE-9FEE-DDB4C0EE1E33}">
      <dgm:prSet/>
      <dgm:spPr/>
      <dgm:t>
        <a:bodyPr/>
        <a:lstStyle/>
        <a:p>
          <a:endParaRPr lang="en-US" sz="2400"/>
        </a:p>
      </dgm:t>
    </dgm:pt>
    <dgm:pt modelId="{C77B2460-7440-4495-8660-F3B04B60FFCF}" type="sibTrans" cxnId="{3042711B-CBC5-4FCE-9FEE-DDB4C0EE1E33}">
      <dgm:prSet phldrT="4" custT="1"/>
      <dgm:spPr/>
      <dgm:t>
        <a:bodyPr/>
        <a:lstStyle/>
        <a:p>
          <a:endParaRPr lang="en-US" sz="2400"/>
        </a:p>
      </dgm:t>
    </dgm:pt>
    <dgm:pt modelId="{8EDE1D99-7BB4-47E0-B269-72C7A040336F}">
      <dgm:prSet custT="1"/>
      <dgm:spPr/>
      <dgm:t>
        <a:bodyPr/>
        <a:lstStyle/>
        <a:p>
          <a:r>
            <a:rPr lang="en-US" sz="2400"/>
            <a:t>Timestream also has a dedicated query layer to ensure low latency when retrieving the data for real-time analysis. </a:t>
          </a:r>
        </a:p>
      </dgm:t>
    </dgm:pt>
    <dgm:pt modelId="{68453A62-6AE0-46B1-ADA9-BBC895403786}" type="parTrans" cxnId="{811383A7-87B3-4357-9B44-4627D85FBF3D}">
      <dgm:prSet/>
      <dgm:spPr/>
      <dgm:t>
        <a:bodyPr/>
        <a:lstStyle/>
        <a:p>
          <a:endParaRPr lang="en-US" sz="2400"/>
        </a:p>
      </dgm:t>
    </dgm:pt>
    <dgm:pt modelId="{12DFCD33-4899-4E4B-AC40-56EF50EE7F3E}" type="sibTrans" cxnId="{811383A7-87B3-4357-9B44-4627D85FBF3D}">
      <dgm:prSet phldrT="5" custT="1"/>
      <dgm:spPr/>
      <dgm:t>
        <a:bodyPr/>
        <a:lstStyle/>
        <a:p>
          <a:endParaRPr lang="en-US" sz="2400"/>
        </a:p>
      </dgm:t>
    </dgm:pt>
    <dgm:pt modelId="{552460A7-D522-49BA-A4C1-4FB2FD4C85E2}" type="pres">
      <dgm:prSet presAssocID="{9635E5A2-54B4-4BB6-B722-5501D1A73127}" presName="vert0" presStyleCnt="0">
        <dgm:presLayoutVars>
          <dgm:dir/>
          <dgm:animOne val="branch"/>
          <dgm:animLvl val="lvl"/>
        </dgm:presLayoutVars>
      </dgm:prSet>
      <dgm:spPr/>
    </dgm:pt>
    <dgm:pt modelId="{F51F27F0-03D3-407A-9BA7-5ED5E8FDD367}" type="pres">
      <dgm:prSet presAssocID="{5A52FEE7-D0C3-42C7-B37E-5C3AE574A7E4}" presName="thickLine" presStyleLbl="alignNode1" presStyleIdx="0" presStyleCnt="5"/>
      <dgm:spPr/>
    </dgm:pt>
    <dgm:pt modelId="{81C1F411-E4A9-4159-BC00-EAA516C6EB0A}" type="pres">
      <dgm:prSet presAssocID="{5A52FEE7-D0C3-42C7-B37E-5C3AE574A7E4}" presName="horz1" presStyleCnt="0"/>
      <dgm:spPr/>
    </dgm:pt>
    <dgm:pt modelId="{1C1AF9E0-4B6A-4890-8A99-EF6D0EF70159}" type="pres">
      <dgm:prSet presAssocID="{5A52FEE7-D0C3-42C7-B37E-5C3AE574A7E4}" presName="tx1" presStyleLbl="revTx" presStyleIdx="0" presStyleCnt="5"/>
      <dgm:spPr/>
    </dgm:pt>
    <dgm:pt modelId="{A4B7B4B4-20D5-4702-B556-84C823563BE9}" type="pres">
      <dgm:prSet presAssocID="{5A52FEE7-D0C3-42C7-B37E-5C3AE574A7E4}" presName="vert1" presStyleCnt="0"/>
      <dgm:spPr/>
    </dgm:pt>
    <dgm:pt modelId="{5568389C-82A4-4D08-891F-20C930DA750C}" type="pres">
      <dgm:prSet presAssocID="{1B566EBB-2DBF-49DF-B196-DA728C8F624E}" presName="thickLine" presStyleLbl="alignNode1" presStyleIdx="1" presStyleCnt="5"/>
      <dgm:spPr/>
    </dgm:pt>
    <dgm:pt modelId="{3EE800BD-42F9-4277-A52D-628E2CB659DE}" type="pres">
      <dgm:prSet presAssocID="{1B566EBB-2DBF-49DF-B196-DA728C8F624E}" presName="horz1" presStyleCnt="0"/>
      <dgm:spPr/>
    </dgm:pt>
    <dgm:pt modelId="{3CA6E553-02C4-465D-A612-783D26B8021F}" type="pres">
      <dgm:prSet presAssocID="{1B566EBB-2DBF-49DF-B196-DA728C8F624E}" presName="tx1" presStyleLbl="revTx" presStyleIdx="1" presStyleCnt="5"/>
      <dgm:spPr/>
    </dgm:pt>
    <dgm:pt modelId="{53B95D23-74CD-42E1-AC22-CE4BF95AD26C}" type="pres">
      <dgm:prSet presAssocID="{1B566EBB-2DBF-49DF-B196-DA728C8F624E}" presName="vert1" presStyleCnt="0"/>
      <dgm:spPr/>
    </dgm:pt>
    <dgm:pt modelId="{0E7A8986-7BBC-4363-A182-A0CAA525A973}" type="pres">
      <dgm:prSet presAssocID="{4C800C79-638E-4ECD-8485-A46DC543E706}" presName="thickLine" presStyleLbl="alignNode1" presStyleIdx="2" presStyleCnt="5"/>
      <dgm:spPr/>
    </dgm:pt>
    <dgm:pt modelId="{B36999A6-232A-4A5A-9E57-280BB7EF1841}" type="pres">
      <dgm:prSet presAssocID="{4C800C79-638E-4ECD-8485-A46DC543E706}" presName="horz1" presStyleCnt="0"/>
      <dgm:spPr/>
    </dgm:pt>
    <dgm:pt modelId="{8FAD1FF8-849D-43AC-8EF0-A5A6C60E95F0}" type="pres">
      <dgm:prSet presAssocID="{4C800C79-638E-4ECD-8485-A46DC543E706}" presName="tx1" presStyleLbl="revTx" presStyleIdx="2" presStyleCnt="5"/>
      <dgm:spPr/>
    </dgm:pt>
    <dgm:pt modelId="{8C5CA680-0C04-4C3F-A344-A552E408A5EF}" type="pres">
      <dgm:prSet presAssocID="{4C800C79-638E-4ECD-8485-A46DC543E706}" presName="vert1" presStyleCnt="0"/>
      <dgm:spPr/>
    </dgm:pt>
    <dgm:pt modelId="{8D0FD614-BEBD-4497-B3F9-493D6C341AA6}" type="pres">
      <dgm:prSet presAssocID="{1D1D783B-450D-4EEA-91C7-4E649A1D9E8F}" presName="thickLine" presStyleLbl="alignNode1" presStyleIdx="3" presStyleCnt="5"/>
      <dgm:spPr/>
    </dgm:pt>
    <dgm:pt modelId="{AC58A886-06E6-4166-8C8A-5A09961062C2}" type="pres">
      <dgm:prSet presAssocID="{1D1D783B-450D-4EEA-91C7-4E649A1D9E8F}" presName="horz1" presStyleCnt="0"/>
      <dgm:spPr/>
    </dgm:pt>
    <dgm:pt modelId="{BD0A1A29-6CBD-448F-BE54-F8E4A47B3E61}" type="pres">
      <dgm:prSet presAssocID="{1D1D783B-450D-4EEA-91C7-4E649A1D9E8F}" presName="tx1" presStyleLbl="revTx" presStyleIdx="3" presStyleCnt="5"/>
      <dgm:spPr/>
    </dgm:pt>
    <dgm:pt modelId="{2C5E034E-540D-47FE-AE2C-9A51B7E0A864}" type="pres">
      <dgm:prSet presAssocID="{1D1D783B-450D-4EEA-91C7-4E649A1D9E8F}" presName="vert1" presStyleCnt="0"/>
      <dgm:spPr/>
    </dgm:pt>
    <dgm:pt modelId="{3D2BC624-7822-4682-8945-2E99FBA36B1F}" type="pres">
      <dgm:prSet presAssocID="{8EDE1D99-7BB4-47E0-B269-72C7A040336F}" presName="thickLine" presStyleLbl="alignNode1" presStyleIdx="4" presStyleCnt="5"/>
      <dgm:spPr/>
    </dgm:pt>
    <dgm:pt modelId="{05CB42E6-AD68-47E1-9AB1-AF2C805F81E1}" type="pres">
      <dgm:prSet presAssocID="{8EDE1D99-7BB4-47E0-B269-72C7A040336F}" presName="horz1" presStyleCnt="0"/>
      <dgm:spPr/>
    </dgm:pt>
    <dgm:pt modelId="{DEB83534-D9DF-4688-86BD-F2037AC72EA5}" type="pres">
      <dgm:prSet presAssocID="{8EDE1D99-7BB4-47E0-B269-72C7A040336F}" presName="tx1" presStyleLbl="revTx" presStyleIdx="4" presStyleCnt="5"/>
      <dgm:spPr/>
    </dgm:pt>
    <dgm:pt modelId="{C1C54A17-E927-4316-AF9B-077C07FAF2BB}" type="pres">
      <dgm:prSet presAssocID="{8EDE1D99-7BB4-47E0-B269-72C7A040336F}" presName="vert1" presStyleCnt="0"/>
      <dgm:spPr/>
    </dgm:pt>
  </dgm:ptLst>
  <dgm:cxnLst>
    <dgm:cxn modelId="{CEFBA419-D2B3-4231-A9D9-E96B2A3D0E57}" type="presOf" srcId="{8EDE1D99-7BB4-47E0-B269-72C7A040336F}" destId="{DEB83534-D9DF-4688-86BD-F2037AC72EA5}" srcOrd="0" destOrd="0" presId="urn:microsoft.com/office/officeart/2008/layout/LinedList"/>
    <dgm:cxn modelId="{3042711B-CBC5-4FCE-9FEE-DDB4C0EE1E33}" srcId="{9635E5A2-54B4-4BB6-B722-5501D1A73127}" destId="{1D1D783B-450D-4EEA-91C7-4E649A1D9E8F}" srcOrd="3" destOrd="0" parTransId="{53E2042B-954E-45A9-AABF-FDA51E2D86DD}" sibTransId="{C77B2460-7440-4495-8660-F3B04B60FFCF}"/>
    <dgm:cxn modelId="{BD2C611F-45EC-431D-A3DA-59A94B98019C}" srcId="{9635E5A2-54B4-4BB6-B722-5501D1A73127}" destId="{1B566EBB-2DBF-49DF-B196-DA728C8F624E}" srcOrd="1" destOrd="0" parTransId="{12E6257E-8B17-432D-8C63-0726A7329C21}" sibTransId="{A9911EC7-8D01-419C-AD33-D26BE9568542}"/>
    <dgm:cxn modelId="{20129A2A-69A6-4DED-BD57-ACF5A7BACDEE}" type="presOf" srcId="{5A52FEE7-D0C3-42C7-B37E-5C3AE574A7E4}" destId="{1C1AF9E0-4B6A-4890-8A99-EF6D0EF70159}" srcOrd="0" destOrd="0" presId="urn:microsoft.com/office/officeart/2008/layout/LinedList"/>
    <dgm:cxn modelId="{3D176E89-BDED-47CA-93A6-0BB27FA922D3}" type="presOf" srcId="{1D1D783B-450D-4EEA-91C7-4E649A1D9E8F}" destId="{BD0A1A29-6CBD-448F-BE54-F8E4A47B3E61}" srcOrd="0" destOrd="0" presId="urn:microsoft.com/office/officeart/2008/layout/LinedList"/>
    <dgm:cxn modelId="{F96A178A-F41D-4876-94AE-46B899A97A1F}" type="presOf" srcId="{4C800C79-638E-4ECD-8485-A46DC543E706}" destId="{8FAD1FF8-849D-43AC-8EF0-A5A6C60E95F0}" srcOrd="0" destOrd="0" presId="urn:microsoft.com/office/officeart/2008/layout/LinedList"/>
    <dgm:cxn modelId="{811383A7-87B3-4357-9B44-4627D85FBF3D}" srcId="{9635E5A2-54B4-4BB6-B722-5501D1A73127}" destId="{8EDE1D99-7BB4-47E0-B269-72C7A040336F}" srcOrd="4" destOrd="0" parTransId="{68453A62-6AE0-46B1-ADA9-BBC895403786}" sibTransId="{12DFCD33-4899-4E4B-AC40-56EF50EE7F3E}"/>
    <dgm:cxn modelId="{186A6EC7-5BAA-4A2D-8909-10A9704D630D}" srcId="{9635E5A2-54B4-4BB6-B722-5501D1A73127}" destId="{4C800C79-638E-4ECD-8485-A46DC543E706}" srcOrd="2" destOrd="0" parTransId="{DF60E093-B760-484F-9C4A-69C267233CAE}" sibTransId="{0152FAFF-DD9A-4647-AFB0-ACABF0084D22}"/>
    <dgm:cxn modelId="{77B728C9-067E-4370-9D74-B9F14992982F}" srcId="{9635E5A2-54B4-4BB6-B722-5501D1A73127}" destId="{5A52FEE7-D0C3-42C7-B37E-5C3AE574A7E4}" srcOrd="0" destOrd="0" parTransId="{1E7C25A0-803D-4139-A1F8-0FCAA14D5A1A}" sibTransId="{3E703836-DB9E-41AC-A6F7-AED3C0050A31}"/>
    <dgm:cxn modelId="{8B9973CC-787F-4CA7-B351-9CB32B00033F}" type="presOf" srcId="{9635E5A2-54B4-4BB6-B722-5501D1A73127}" destId="{552460A7-D522-49BA-A4C1-4FB2FD4C85E2}" srcOrd="0" destOrd="0" presId="urn:microsoft.com/office/officeart/2008/layout/LinedList"/>
    <dgm:cxn modelId="{464798D9-DD92-40DE-BA29-D3FD01B0C856}" type="presOf" srcId="{1B566EBB-2DBF-49DF-B196-DA728C8F624E}" destId="{3CA6E553-02C4-465D-A612-783D26B8021F}" srcOrd="0" destOrd="0" presId="urn:microsoft.com/office/officeart/2008/layout/LinedList"/>
    <dgm:cxn modelId="{EBA1801E-2089-4389-8D7C-38AEFDDED73D}" type="presParOf" srcId="{552460A7-D522-49BA-A4C1-4FB2FD4C85E2}" destId="{F51F27F0-03D3-407A-9BA7-5ED5E8FDD367}" srcOrd="0" destOrd="0" presId="urn:microsoft.com/office/officeart/2008/layout/LinedList"/>
    <dgm:cxn modelId="{B20D43D5-DD70-4C99-8E44-CA03722372CD}" type="presParOf" srcId="{552460A7-D522-49BA-A4C1-4FB2FD4C85E2}" destId="{81C1F411-E4A9-4159-BC00-EAA516C6EB0A}" srcOrd="1" destOrd="0" presId="urn:microsoft.com/office/officeart/2008/layout/LinedList"/>
    <dgm:cxn modelId="{F808D301-CB94-4A95-8330-9A0A9E953C83}" type="presParOf" srcId="{81C1F411-E4A9-4159-BC00-EAA516C6EB0A}" destId="{1C1AF9E0-4B6A-4890-8A99-EF6D0EF70159}" srcOrd="0" destOrd="0" presId="urn:microsoft.com/office/officeart/2008/layout/LinedList"/>
    <dgm:cxn modelId="{EA26C4BE-B7B0-401F-A5B4-E1B8242C1F28}" type="presParOf" srcId="{81C1F411-E4A9-4159-BC00-EAA516C6EB0A}" destId="{A4B7B4B4-20D5-4702-B556-84C823563BE9}" srcOrd="1" destOrd="0" presId="urn:microsoft.com/office/officeart/2008/layout/LinedList"/>
    <dgm:cxn modelId="{9A638A68-053F-4E74-9DC9-C0C65EABE14D}" type="presParOf" srcId="{552460A7-D522-49BA-A4C1-4FB2FD4C85E2}" destId="{5568389C-82A4-4D08-891F-20C930DA750C}" srcOrd="2" destOrd="0" presId="urn:microsoft.com/office/officeart/2008/layout/LinedList"/>
    <dgm:cxn modelId="{61BC0F6B-7E75-4BDC-B66A-D0B48D1E773E}" type="presParOf" srcId="{552460A7-D522-49BA-A4C1-4FB2FD4C85E2}" destId="{3EE800BD-42F9-4277-A52D-628E2CB659DE}" srcOrd="3" destOrd="0" presId="urn:microsoft.com/office/officeart/2008/layout/LinedList"/>
    <dgm:cxn modelId="{1F9B8043-139A-4CA2-9F06-28796F80111D}" type="presParOf" srcId="{3EE800BD-42F9-4277-A52D-628E2CB659DE}" destId="{3CA6E553-02C4-465D-A612-783D26B8021F}" srcOrd="0" destOrd="0" presId="urn:microsoft.com/office/officeart/2008/layout/LinedList"/>
    <dgm:cxn modelId="{B566D703-06BE-4782-872F-03208A2EC3AD}" type="presParOf" srcId="{3EE800BD-42F9-4277-A52D-628E2CB659DE}" destId="{53B95D23-74CD-42E1-AC22-CE4BF95AD26C}" srcOrd="1" destOrd="0" presId="urn:microsoft.com/office/officeart/2008/layout/LinedList"/>
    <dgm:cxn modelId="{243EF97C-B81E-49DD-AA24-0C48030CF008}" type="presParOf" srcId="{552460A7-D522-49BA-A4C1-4FB2FD4C85E2}" destId="{0E7A8986-7BBC-4363-A182-A0CAA525A973}" srcOrd="4" destOrd="0" presId="urn:microsoft.com/office/officeart/2008/layout/LinedList"/>
    <dgm:cxn modelId="{619042DF-91D7-4FEC-9382-68BB108AED84}" type="presParOf" srcId="{552460A7-D522-49BA-A4C1-4FB2FD4C85E2}" destId="{B36999A6-232A-4A5A-9E57-280BB7EF1841}" srcOrd="5" destOrd="0" presId="urn:microsoft.com/office/officeart/2008/layout/LinedList"/>
    <dgm:cxn modelId="{7A59A33D-B26F-4718-B234-F206D81C7BAC}" type="presParOf" srcId="{B36999A6-232A-4A5A-9E57-280BB7EF1841}" destId="{8FAD1FF8-849D-43AC-8EF0-A5A6C60E95F0}" srcOrd="0" destOrd="0" presId="urn:microsoft.com/office/officeart/2008/layout/LinedList"/>
    <dgm:cxn modelId="{7CC4D23B-3372-491E-8C33-88739E327A68}" type="presParOf" srcId="{B36999A6-232A-4A5A-9E57-280BB7EF1841}" destId="{8C5CA680-0C04-4C3F-A344-A552E408A5EF}" srcOrd="1" destOrd="0" presId="urn:microsoft.com/office/officeart/2008/layout/LinedList"/>
    <dgm:cxn modelId="{62059F58-73F5-4C50-A57F-8CEC2A5492F2}" type="presParOf" srcId="{552460A7-D522-49BA-A4C1-4FB2FD4C85E2}" destId="{8D0FD614-BEBD-4497-B3F9-493D6C341AA6}" srcOrd="6" destOrd="0" presId="urn:microsoft.com/office/officeart/2008/layout/LinedList"/>
    <dgm:cxn modelId="{EE69F519-879B-4FB9-9FCF-B8EACB519B78}" type="presParOf" srcId="{552460A7-D522-49BA-A4C1-4FB2FD4C85E2}" destId="{AC58A886-06E6-4166-8C8A-5A09961062C2}" srcOrd="7" destOrd="0" presId="urn:microsoft.com/office/officeart/2008/layout/LinedList"/>
    <dgm:cxn modelId="{23563C75-8B8A-40D7-8BC8-221043C0DEC2}" type="presParOf" srcId="{AC58A886-06E6-4166-8C8A-5A09961062C2}" destId="{BD0A1A29-6CBD-448F-BE54-F8E4A47B3E61}" srcOrd="0" destOrd="0" presId="urn:microsoft.com/office/officeart/2008/layout/LinedList"/>
    <dgm:cxn modelId="{C6FEC4C7-1949-463B-B632-0F78EBD67C20}" type="presParOf" srcId="{AC58A886-06E6-4166-8C8A-5A09961062C2}" destId="{2C5E034E-540D-47FE-AE2C-9A51B7E0A864}" srcOrd="1" destOrd="0" presId="urn:microsoft.com/office/officeart/2008/layout/LinedList"/>
    <dgm:cxn modelId="{1E15FAC2-4CBE-48C0-9215-FD3D3A9EFDFC}" type="presParOf" srcId="{552460A7-D522-49BA-A4C1-4FB2FD4C85E2}" destId="{3D2BC624-7822-4682-8945-2E99FBA36B1F}" srcOrd="8" destOrd="0" presId="urn:microsoft.com/office/officeart/2008/layout/LinedList"/>
    <dgm:cxn modelId="{7E393499-AC36-40CD-AFAE-BE9953530740}" type="presParOf" srcId="{552460A7-D522-49BA-A4C1-4FB2FD4C85E2}" destId="{05CB42E6-AD68-47E1-9AB1-AF2C805F81E1}" srcOrd="9" destOrd="0" presId="urn:microsoft.com/office/officeart/2008/layout/LinedList"/>
    <dgm:cxn modelId="{58A67BF8-1A30-41D3-9D74-18BAD9C1A697}" type="presParOf" srcId="{05CB42E6-AD68-47E1-9AB1-AF2C805F81E1}" destId="{DEB83534-D9DF-4688-86BD-F2037AC72EA5}" srcOrd="0" destOrd="0" presId="urn:microsoft.com/office/officeart/2008/layout/LinedList"/>
    <dgm:cxn modelId="{6FDA81FF-90C5-415E-95CF-57F15C77901E}" type="presParOf" srcId="{05CB42E6-AD68-47E1-9AB1-AF2C805F81E1}" destId="{C1C54A17-E927-4316-AF9B-077C07FAF2BB}"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1D02541-C16A-4B6B-A5E1-7E0B395E6D53}"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76E6F06-ACDA-4A95-824E-0B8FE32D07B5}">
      <dgm:prSet custT="1"/>
      <dgm:spPr/>
      <dgm:t>
        <a:bodyPr/>
        <a:lstStyle/>
        <a:p>
          <a:r>
            <a:rPr lang="en-US" sz="1800" dirty="0"/>
            <a:t>Time Series applications can be expensive due to the large volumes of data generated. DevOps monitoring generates a lot of data quickly for each piece of critical architecture that is being monitored.</a:t>
          </a:r>
        </a:p>
      </dgm:t>
    </dgm:pt>
    <dgm:pt modelId="{E3A48458-639D-44FF-81A9-708265147035}" type="parTrans" cxnId="{FDFD24E5-81F9-4463-96F5-868A2BAD2804}">
      <dgm:prSet/>
      <dgm:spPr/>
      <dgm:t>
        <a:bodyPr/>
        <a:lstStyle/>
        <a:p>
          <a:endParaRPr lang="en-US" sz="3200"/>
        </a:p>
      </dgm:t>
    </dgm:pt>
    <dgm:pt modelId="{FE53549C-1D43-4FAE-B083-29D4E3D582DB}" type="sibTrans" cxnId="{FDFD24E5-81F9-4463-96F5-868A2BAD2804}">
      <dgm:prSet/>
      <dgm:spPr/>
      <dgm:t>
        <a:bodyPr/>
        <a:lstStyle/>
        <a:p>
          <a:endParaRPr lang="en-US" sz="3200"/>
        </a:p>
      </dgm:t>
    </dgm:pt>
    <dgm:pt modelId="{B2A31AE5-08BE-4309-B116-8F88929310AA}">
      <dgm:prSet custT="1"/>
      <dgm:spPr/>
      <dgm:t>
        <a:bodyPr/>
        <a:lstStyle/>
        <a:p>
          <a:r>
            <a:rPr lang="en-US" sz="1800" dirty="0"/>
            <a:t>Storage costs are reduced with the built-in data compression that Timestream offers. </a:t>
          </a:r>
        </a:p>
      </dgm:t>
    </dgm:pt>
    <dgm:pt modelId="{735DC7E7-6F40-4089-BC64-D98424E9E3F4}" type="parTrans" cxnId="{83AEB8DC-D422-40A7-BD66-DE98C2F424F0}">
      <dgm:prSet/>
      <dgm:spPr/>
      <dgm:t>
        <a:bodyPr/>
        <a:lstStyle/>
        <a:p>
          <a:endParaRPr lang="en-US" sz="3200"/>
        </a:p>
      </dgm:t>
    </dgm:pt>
    <dgm:pt modelId="{F53B9448-DEF3-48B5-8D9F-FA1F51DED59C}" type="sibTrans" cxnId="{83AEB8DC-D422-40A7-BD66-DE98C2F424F0}">
      <dgm:prSet/>
      <dgm:spPr/>
      <dgm:t>
        <a:bodyPr/>
        <a:lstStyle/>
        <a:p>
          <a:endParaRPr lang="en-US" sz="3200"/>
        </a:p>
      </dgm:t>
    </dgm:pt>
    <dgm:pt modelId="{4E98991C-2EF1-4CC6-86F0-FEC4CA8BB604}">
      <dgm:prSet custT="1"/>
      <dgm:spPr/>
      <dgm:t>
        <a:bodyPr/>
        <a:lstStyle/>
        <a:p>
          <a:r>
            <a:rPr lang="en-US" sz="1800" dirty="0"/>
            <a:t>They are reduced further by setting data expiration limits for data stored in memory. </a:t>
          </a:r>
        </a:p>
      </dgm:t>
    </dgm:pt>
    <dgm:pt modelId="{F3A92083-C23A-4B5B-8087-D13498EAED05}" type="parTrans" cxnId="{FBE8B9F7-29F6-4F38-8BAA-A7C121FA36DF}">
      <dgm:prSet/>
      <dgm:spPr/>
      <dgm:t>
        <a:bodyPr/>
        <a:lstStyle/>
        <a:p>
          <a:endParaRPr lang="en-US" sz="3200"/>
        </a:p>
      </dgm:t>
    </dgm:pt>
    <dgm:pt modelId="{96D032D2-235A-4B9C-BF0B-5972175EDA36}" type="sibTrans" cxnId="{FBE8B9F7-29F6-4F38-8BAA-A7C121FA36DF}">
      <dgm:prSet/>
      <dgm:spPr/>
      <dgm:t>
        <a:bodyPr/>
        <a:lstStyle/>
        <a:p>
          <a:endParaRPr lang="en-US" sz="3200"/>
        </a:p>
      </dgm:t>
    </dgm:pt>
    <dgm:pt modelId="{21A91664-5C3B-4A10-B27A-74B5424A6528}">
      <dgm:prSet custT="1"/>
      <dgm:spPr/>
      <dgm:t>
        <a:bodyPr/>
        <a:lstStyle/>
        <a:p>
          <a:r>
            <a:rPr lang="en-US" sz="1800" dirty="0"/>
            <a:t>This data gets then stored in magnetic disk storage, which is cheaper and accessed less. </a:t>
          </a:r>
        </a:p>
      </dgm:t>
    </dgm:pt>
    <dgm:pt modelId="{0B09DDBB-AE8F-457F-A7C4-E81F36FE6416}" type="parTrans" cxnId="{EF66D2EB-C042-47B2-B796-E8D5ACC41A8B}">
      <dgm:prSet/>
      <dgm:spPr/>
      <dgm:t>
        <a:bodyPr/>
        <a:lstStyle/>
        <a:p>
          <a:endParaRPr lang="en-US" sz="3200"/>
        </a:p>
      </dgm:t>
    </dgm:pt>
    <dgm:pt modelId="{705B0729-C174-4CD8-939A-B4161956DF6E}" type="sibTrans" cxnId="{EF66D2EB-C042-47B2-B796-E8D5ACC41A8B}">
      <dgm:prSet/>
      <dgm:spPr/>
      <dgm:t>
        <a:bodyPr/>
        <a:lstStyle/>
        <a:p>
          <a:endParaRPr lang="en-US" sz="3200"/>
        </a:p>
      </dgm:t>
    </dgm:pt>
    <dgm:pt modelId="{D6B6FC5C-8142-4BA8-98DC-79CB39764153}">
      <dgm:prSet custT="1"/>
      <dgm:spPr/>
      <dgm:t>
        <a:bodyPr/>
        <a:lstStyle/>
        <a:p>
          <a:r>
            <a:rPr lang="en-US" sz="1800" dirty="0"/>
            <a:t>Timestream also benefits from being under the AWS umbrella, so it has a pay as you go model which also brings down costs. </a:t>
          </a:r>
        </a:p>
      </dgm:t>
    </dgm:pt>
    <dgm:pt modelId="{BDD1A5EE-12F2-4D39-AB11-DEB38D781567}" type="parTrans" cxnId="{21F0931E-0311-4C5F-959C-F21122337387}">
      <dgm:prSet/>
      <dgm:spPr/>
      <dgm:t>
        <a:bodyPr/>
        <a:lstStyle/>
        <a:p>
          <a:endParaRPr lang="en-US" sz="3200"/>
        </a:p>
      </dgm:t>
    </dgm:pt>
    <dgm:pt modelId="{6AFF5F2E-19AE-4380-8AB4-C29648E62A95}" type="sibTrans" cxnId="{21F0931E-0311-4C5F-959C-F21122337387}">
      <dgm:prSet/>
      <dgm:spPr/>
      <dgm:t>
        <a:bodyPr/>
        <a:lstStyle/>
        <a:p>
          <a:endParaRPr lang="en-US" sz="3200"/>
        </a:p>
      </dgm:t>
    </dgm:pt>
    <dgm:pt modelId="{E1E2DE55-7408-456A-815E-8E3BACC87035}">
      <dgm:prSet custT="1"/>
      <dgm:spPr/>
      <dgm:t>
        <a:bodyPr/>
        <a:lstStyle/>
        <a:p>
          <a:r>
            <a:rPr lang="en-US" sz="1800" dirty="0"/>
            <a:t>Timestream can be cost effective if implemented and utilized in the proper way. </a:t>
          </a:r>
        </a:p>
      </dgm:t>
    </dgm:pt>
    <dgm:pt modelId="{98A4AF49-06C9-4AC3-8154-9F3B50B8F234}" type="parTrans" cxnId="{FEBACE60-3227-4C13-B3AD-FD9EC34E8A7A}">
      <dgm:prSet/>
      <dgm:spPr/>
      <dgm:t>
        <a:bodyPr/>
        <a:lstStyle/>
        <a:p>
          <a:endParaRPr lang="en-US" sz="3200"/>
        </a:p>
      </dgm:t>
    </dgm:pt>
    <dgm:pt modelId="{145F8A52-73D2-421A-BECA-C8A7859A0B59}" type="sibTrans" cxnId="{FEBACE60-3227-4C13-B3AD-FD9EC34E8A7A}">
      <dgm:prSet/>
      <dgm:spPr/>
      <dgm:t>
        <a:bodyPr/>
        <a:lstStyle/>
        <a:p>
          <a:endParaRPr lang="en-US" sz="3200"/>
        </a:p>
      </dgm:t>
    </dgm:pt>
    <dgm:pt modelId="{72437A6B-CDB9-4761-B934-C6C1F68A9ECE}">
      <dgm:prSet custT="1"/>
      <dgm:spPr/>
      <dgm:t>
        <a:bodyPr/>
        <a:lstStyle/>
        <a:p>
          <a:r>
            <a:rPr lang="en-US" sz="1400" dirty="0"/>
            <a:t>This storage option allows for cheap and easy access to historical data which can then be used for capacity planning.</a:t>
          </a:r>
        </a:p>
      </dgm:t>
    </dgm:pt>
    <dgm:pt modelId="{EC288CC8-8222-4B79-B0D3-645A8BF20929}" type="parTrans" cxnId="{9132B866-4F10-47D2-91D1-7F7443A6A35B}">
      <dgm:prSet/>
      <dgm:spPr/>
      <dgm:t>
        <a:bodyPr/>
        <a:lstStyle/>
        <a:p>
          <a:endParaRPr lang="en-US" sz="3200"/>
        </a:p>
      </dgm:t>
    </dgm:pt>
    <dgm:pt modelId="{939D70D2-0227-4E1A-8A89-4420D08DE15F}" type="sibTrans" cxnId="{9132B866-4F10-47D2-91D1-7F7443A6A35B}">
      <dgm:prSet/>
      <dgm:spPr/>
      <dgm:t>
        <a:bodyPr/>
        <a:lstStyle/>
        <a:p>
          <a:endParaRPr lang="en-US" sz="3200"/>
        </a:p>
      </dgm:t>
    </dgm:pt>
    <dgm:pt modelId="{1309AE12-F22F-4006-B57F-86382B99AC20}" type="pres">
      <dgm:prSet presAssocID="{F1D02541-C16A-4B6B-A5E1-7E0B395E6D53}" presName="vert0" presStyleCnt="0">
        <dgm:presLayoutVars>
          <dgm:dir/>
          <dgm:animOne val="branch"/>
          <dgm:animLvl val="lvl"/>
        </dgm:presLayoutVars>
      </dgm:prSet>
      <dgm:spPr/>
    </dgm:pt>
    <dgm:pt modelId="{6681A333-5DFE-42AC-AFC7-32F3D915C528}" type="pres">
      <dgm:prSet presAssocID="{776E6F06-ACDA-4A95-824E-0B8FE32D07B5}" presName="thickLine" presStyleLbl="alignNode1" presStyleIdx="0" presStyleCnt="6"/>
      <dgm:spPr/>
    </dgm:pt>
    <dgm:pt modelId="{014404F3-DB23-4A8D-81C4-CC51B092EB8F}" type="pres">
      <dgm:prSet presAssocID="{776E6F06-ACDA-4A95-824E-0B8FE32D07B5}" presName="horz1" presStyleCnt="0"/>
      <dgm:spPr/>
    </dgm:pt>
    <dgm:pt modelId="{4F3283E8-5602-4CF2-825C-A72144556C5F}" type="pres">
      <dgm:prSet presAssocID="{776E6F06-ACDA-4A95-824E-0B8FE32D07B5}" presName="tx1" presStyleLbl="revTx" presStyleIdx="0" presStyleCnt="7" custScaleX="500000"/>
      <dgm:spPr/>
    </dgm:pt>
    <dgm:pt modelId="{A529E2FA-5CB7-42B7-AE06-527B60D675CF}" type="pres">
      <dgm:prSet presAssocID="{776E6F06-ACDA-4A95-824E-0B8FE32D07B5}" presName="vert1" presStyleCnt="0"/>
      <dgm:spPr/>
    </dgm:pt>
    <dgm:pt modelId="{D1C40D8B-39AD-4EA1-8314-387D2983ED34}" type="pres">
      <dgm:prSet presAssocID="{E1E2DE55-7408-456A-815E-8E3BACC87035}" presName="thickLine" presStyleLbl="alignNode1" presStyleIdx="1" presStyleCnt="6"/>
      <dgm:spPr/>
    </dgm:pt>
    <dgm:pt modelId="{A7DA20AB-D6B1-4715-B5EB-9F7453D989CA}" type="pres">
      <dgm:prSet presAssocID="{E1E2DE55-7408-456A-815E-8E3BACC87035}" presName="horz1" presStyleCnt="0"/>
      <dgm:spPr/>
    </dgm:pt>
    <dgm:pt modelId="{E65490F5-7DD3-4DD1-867A-68262F442090}" type="pres">
      <dgm:prSet presAssocID="{E1E2DE55-7408-456A-815E-8E3BACC87035}" presName="tx1" presStyleLbl="revTx" presStyleIdx="1" presStyleCnt="7" custScaleX="500000"/>
      <dgm:spPr/>
    </dgm:pt>
    <dgm:pt modelId="{13D15132-0F2E-4D47-A9E8-6D159B8942FF}" type="pres">
      <dgm:prSet presAssocID="{E1E2DE55-7408-456A-815E-8E3BACC87035}" presName="vert1" presStyleCnt="0"/>
      <dgm:spPr/>
    </dgm:pt>
    <dgm:pt modelId="{946139DE-1B23-46BB-AFDF-2F2F86155D21}" type="pres">
      <dgm:prSet presAssocID="{B2A31AE5-08BE-4309-B116-8F88929310AA}" presName="thickLine" presStyleLbl="alignNode1" presStyleIdx="2" presStyleCnt="6"/>
      <dgm:spPr/>
    </dgm:pt>
    <dgm:pt modelId="{EE7B2762-27B8-4F1F-92A9-5EBE2CC5973A}" type="pres">
      <dgm:prSet presAssocID="{B2A31AE5-08BE-4309-B116-8F88929310AA}" presName="horz1" presStyleCnt="0"/>
      <dgm:spPr/>
    </dgm:pt>
    <dgm:pt modelId="{E305A486-11F6-4531-BC45-5C4A714720CD}" type="pres">
      <dgm:prSet presAssocID="{B2A31AE5-08BE-4309-B116-8F88929310AA}" presName="tx1" presStyleLbl="revTx" presStyleIdx="2" presStyleCnt="7" custScaleX="500000"/>
      <dgm:spPr/>
    </dgm:pt>
    <dgm:pt modelId="{FC442DBC-236D-4020-88F3-798D2623D6AD}" type="pres">
      <dgm:prSet presAssocID="{B2A31AE5-08BE-4309-B116-8F88929310AA}" presName="vert1" presStyleCnt="0"/>
      <dgm:spPr/>
    </dgm:pt>
    <dgm:pt modelId="{15C9ABEA-F14E-4A1C-815A-D005917FFB40}" type="pres">
      <dgm:prSet presAssocID="{4E98991C-2EF1-4CC6-86F0-FEC4CA8BB604}" presName="thickLine" presStyleLbl="alignNode1" presStyleIdx="3" presStyleCnt="6"/>
      <dgm:spPr/>
    </dgm:pt>
    <dgm:pt modelId="{7BE036C2-BCB0-4F4A-91D1-735FB64E67AD}" type="pres">
      <dgm:prSet presAssocID="{4E98991C-2EF1-4CC6-86F0-FEC4CA8BB604}" presName="horz1" presStyleCnt="0"/>
      <dgm:spPr/>
    </dgm:pt>
    <dgm:pt modelId="{24FBD67C-AB68-4547-A7EA-EA79AF3B2032}" type="pres">
      <dgm:prSet presAssocID="{4E98991C-2EF1-4CC6-86F0-FEC4CA8BB604}" presName="tx1" presStyleLbl="revTx" presStyleIdx="3" presStyleCnt="7" custScaleX="500000"/>
      <dgm:spPr/>
    </dgm:pt>
    <dgm:pt modelId="{AA63E9FF-2D4F-43E6-9594-44769092BBBC}" type="pres">
      <dgm:prSet presAssocID="{4E98991C-2EF1-4CC6-86F0-FEC4CA8BB604}" presName="vert1" presStyleCnt="0"/>
      <dgm:spPr/>
    </dgm:pt>
    <dgm:pt modelId="{96F13584-4354-412C-985C-910D4D310C83}" type="pres">
      <dgm:prSet presAssocID="{21A91664-5C3B-4A10-B27A-74B5424A6528}" presName="thickLine" presStyleLbl="alignNode1" presStyleIdx="4" presStyleCnt="6"/>
      <dgm:spPr/>
    </dgm:pt>
    <dgm:pt modelId="{8961C4B1-F450-4F1D-8EB3-7D100BA36830}" type="pres">
      <dgm:prSet presAssocID="{21A91664-5C3B-4A10-B27A-74B5424A6528}" presName="horz1" presStyleCnt="0"/>
      <dgm:spPr/>
    </dgm:pt>
    <dgm:pt modelId="{C95DDA96-02E7-442E-B0F6-A49B99217C51}" type="pres">
      <dgm:prSet presAssocID="{21A91664-5C3B-4A10-B27A-74B5424A6528}" presName="tx1" presStyleLbl="revTx" presStyleIdx="4" presStyleCnt="7" custScaleX="494864"/>
      <dgm:spPr/>
    </dgm:pt>
    <dgm:pt modelId="{D3636C00-073D-43CD-9CD5-5C14C1FD1B51}" type="pres">
      <dgm:prSet presAssocID="{21A91664-5C3B-4A10-B27A-74B5424A6528}" presName="vert1" presStyleCnt="0"/>
      <dgm:spPr/>
    </dgm:pt>
    <dgm:pt modelId="{23DDD6FF-B298-4489-983F-BC2FA41E639C}" type="pres">
      <dgm:prSet presAssocID="{72437A6B-CDB9-4761-B934-C6C1F68A9ECE}" presName="vertSpace2a" presStyleCnt="0"/>
      <dgm:spPr/>
    </dgm:pt>
    <dgm:pt modelId="{ACA79ECD-B4E0-4A7B-BBF4-03AD3653D4CC}" type="pres">
      <dgm:prSet presAssocID="{72437A6B-CDB9-4761-B934-C6C1F68A9ECE}" presName="horz2" presStyleCnt="0"/>
      <dgm:spPr/>
    </dgm:pt>
    <dgm:pt modelId="{CF018C1F-9221-4CC6-9CF6-20F1EA53D67E}" type="pres">
      <dgm:prSet presAssocID="{72437A6B-CDB9-4761-B934-C6C1F68A9ECE}" presName="horzSpace2" presStyleCnt="0"/>
      <dgm:spPr/>
    </dgm:pt>
    <dgm:pt modelId="{828035E9-F817-4ED1-9059-D8A277CE80C6}" type="pres">
      <dgm:prSet presAssocID="{72437A6B-CDB9-4761-B934-C6C1F68A9ECE}" presName="tx2" presStyleLbl="revTx" presStyleIdx="5" presStyleCnt="7" custScaleX="128070" custScaleY="111725" custLinFactNeighborX="52825" custLinFactNeighborY="-1583"/>
      <dgm:spPr/>
    </dgm:pt>
    <dgm:pt modelId="{BDD14D2F-D77B-48A0-A94C-0E268C7D0678}" type="pres">
      <dgm:prSet presAssocID="{72437A6B-CDB9-4761-B934-C6C1F68A9ECE}" presName="vert2" presStyleCnt="0"/>
      <dgm:spPr/>
    </dgm:pt>
    <dgm:pt modelId="{AED861D5-E968-46B5-BC67-48150EFCAFA4}" type="pres">
      <dgm:prSet presAssocID="{72437A6B-CDB9-4761-B934-C6C1F68A9ECE}" presName="thinLine2b" presStyleLbl="callout" presStyleIdx="0" presStyleCnt="1"/>
      <dgm:spPr/>
    </dgm:pt>
    <dgm:pt modelId="{6292DB41-B8A6-45FB-9C0E-5FAEDBFEB8DD}" type="pres">
      <dgm:prSet presAssocID="{72437A6B-CDB9-4761-B934-C6C1F68A9ECE}" presName="vertSpace2b" presStyleCnt="0"/>
      <dgm:spPr/>
    </dgm:pt>
    <dgm:pt modelId="{3CEC7577-4999-4217-8A64-9777216D6FF8}" type="pres">
      <dgm:prSet presAssocID="{D6B6FC5C-8142-4BA8-98DC-79CB39764153}" presName="thickLine" presStyleLbl="alignNode1" presStyleIdx="5" presStyleCnt="6"/>
      <dgm:spPr/>
    </dgm:pt>
    <dgm:pt modelId="{F1B8502A-EAC2-4B53-81B0-DD5BB68D6982}" type="pres">
      <dgm:prSet presAssocID="{D6B6FC5C-8142-4BA8-98DC-79CB39764153}" presName="horz1" presStyleCnt="0"/>
      <dgm:spPr/>
    </dgm:pt>
    <dgm:pt modelId="{E78196BB-B008-4833-888D-53399D4C78B0}" type="pres">
      <dgm:prSet presAssocID="{D6B6FC5C-8142-4BA8-98DC-79CB39764153}" presName="tx1" presStyleLbl="revTx" presStyleIdx="6" presStyleCnt="7" custScaleX="500000"/>
      <dgm:spPr/>
    </dgm:pt>
    <dgm:pt modelId="{8BFB9164-E4D3-4B79-8C40-3F35F46F1EED}" type="pres">
      <dgm:prSet presAssocID="{D6B6FC5C-8142-4BA8-98DC-79CB39764153}" presName="vert1" presStyleCnt="0"/>
      <dgm:spPr/>
    </dgm:pt>
  </dgm:ptLst>
  <dgm:cxnLst>
    <dgm:cxn modelId="{21F0931E-0311-4C5F-959C-F21122337387}" srcId="{F1D02541-C16A-4B6B-A5E1-7E0B395E6D53}" destId="{D6B6FC5C-8142-4BA8-98DC-79CB39764153}" srcOrd="5" destOrd="0" parTransId="{BDD1A5EE-12F2-4D39-AB11-DEB38D781567}" sibTransId="{6AFF5F2E-19AE-4380-8AB4-C29648E62A95}"/>
    <dgm:cxn modelId="{631C5A30-EB4D-4993-A23F-535D1677CB88}" type="presOf" srcId="{F1D02541-C16A-4B6B-A5E1-7E0B395E6D53}" destId="{1309AE12-F22F-4006-B57F-86382B99AC20}" srcOrd="0" destOrd="0" presId="urn:microsoft.com/office/officeart/2008/layout/LinedList"/>
    <dgm:cxn modelId="{285EC53A-61AE-4858-A64E-04FE2C5D4B99}" type="presOf" srcId="{21A91664-5C3B-4A10-B27A-74B5424A6528}" destId="{C95DDA96-02E7-442E-B0F6-A49B99217C51}" srcOrd="0" destOrd="0" presId="urn:microsoft.com/office/officeart/2008/layout/LinedList"/>
    <dgm:cxn modelId="{FDFAFC3E-F67E-46DA-BBB3-D9FFB4846F3F}" type="presOf" srcId="{72437A6B-CDB9-4761-B934-C6C1F68A9ECE}" destId="{828035E9-F817-4ED1-9059-D8A277CE80C6}" srcOrd="0" destOrd="0" presId="urn:microsoft.com/office/officeart/2008/layout/LinedList"/>
    <dgm:cxn modelId="{AAC5435C-4570-40F3-9E26-374E6F0CCC9A}" type="presOf" srcId="{D6B6FC5C-8142-4BA8-98DC-79CB39764153}" destId="{E78196BB-B008-4833-888D-53399D4C78B0}" srcOrd="0" destOrd="0" presId="urn:microsoft.com/office/officeart/2008/layout/LinedList"/>
    <dgm:cxn modelId="{FEBACE60-3227-4C13-B3AD-FD9EC34E8A7A}" srcId="{F1D02541-C16A-4B6B-A5E1-7E0B395E6D53}" destId="{E1E2DE55-7408-456A-815E-8E3BACC87035}" srcOrd="1" destOrd="0" parTransId="{98A4AF49-06C9-4AC3-8154-9F3B50B8F234}" sibTransId="{145F8A52-73D2-421A-BECA-C8A7859A0B59}"/>
    <dgm:cxn modelId="{9132B866-4F10-47D2-91D1-7F7443A6A35B}" srcId="{21A91664-5C3B-4A10-B27A-74B5424A6528}" destId="{72437A6B-CDB9-4761-B934-C6C1F68A9ECE}" srcOrd="0" destOrd="0" parTransId="{EC288CC8-8222-4B79-B0D3-645A8BF20929}" sibTransId="{939D70D2-0227-4E1A-8A89-4420D08DE15F}"/>
    <dgm:cxn modelId="{6E02BD4E-3FA1-43AA-87BA-2BDD30FD86A5}" type="presOf" srcId="{4E98991C-2EF1-4CC6-86F0-FEC4CA8BB604}" destId="{24FBD67C-AB68-4547-A7EA-EA79AF3B2032}" srcOrd="0" destOrd="0" presId="urn:microsoft.com/office/officeart/2008/layout/LinedList"/>
    <dgm:cxn modelId="{A327279A-57A4-4332-BF7F-740D48C9AB40}" type="presOf" srcId="{E1E2DE55-7408-456A-815E-8E3BACC87035}" destId="{E65490F5-7DD3-4DD1-867A-68262F442090}" srcOrd="0" destOrd="0" presId="urn:microsoft.com/office/officeart/2008/layout/LinedList"/>
    <dgm:cxn modelId="{7083C1C3-871D-4BE1-B14D-B44D740D0892}" type="presOf" srcId="{B2A31AE5-08BE-4309-B116-8F88929310AA}" destId="{E305A486-11F6-4531-BC45-5C4A714720CD}" srcOrd="0" destOrd="0" presId="urn:microsoft.com/office/officeart/2008/layout/LinedList"/>
    <dgm:cxn modelId="{E16054D7-9D73-439C-A40C-82174139DD1A}" type="presOf" srcId="{776E6F06-ACDA-4A95-824E-0B8FE32D07B5}" destId="{4F3283E8-5602-4CF2-825C-A72144556C5F}" srcOrd="0" destOrd="0" presId="urn:microsoft.com/office/officeart/2008/layout/LinedList"/>
    <dgm:cxn modelId="{83AEB8DC-D422-40A7-BD66-DE98C2F424F0}" srcId="{F1D02541-C16A-4B6B-A5E1-7E0B395E6D53}" destId="{B2A31AE5-08BE-4309-B116-8F88929310AA}" srcOrd="2" destOrd="0" parTransId="{735DC7E7-6F40-4089-BC64-D98424E9E3F4}" sibTransId="{F53B9448-DEF3-48B5-8D9F-FA1F51DED59C}"/>
    <dgm:cxn modelId="{FDFD24E5-81F9-4463-96F5-868A2BAD2804}" srcId="{F1D02541-C16A-4B6B-A5E1-7E0B395E6D53}" destId="{776E6F06-ACDA-4A95-824E-0B8FE32D07B5}" srcOrd="0" destOrd="0" parTransId="{E3A48458-639D-44FF-81A9-708265147035}" sibTransId="{FE53549C-1D43-4FAE-B083-29D4E3D582DB}"/>
    <dgm:cxn modelId="{EF66D2EB-C042-47B2-B796-E8D5ACC41A8B}" srcId="{F1D02541-C16A-4B6B-A5E1-7E0B395E6D53}" destId="{21A91664-5C3B-4A10-B27A-74B5424A6528}" srcOrd="4" destOrd="0" parTransId="{0B09DDBB-AE8F-457F-A7C4-E81F36FE6416}" sibTransId="{705B0729-C174-4CD8-939A-B4161956DF6E}"/>
    <dgm:cxn modelId="{FBE8B9F7-29F6-4F38-8BAA-A7C121FA36DF}" srcId="{F1D02541-C16A-4B6B-A5E1-7E0B395E6D53}" destId="{4E98991C-2EF1-4CC6-86F0-FEC4CA8BB604}" srcOrd="3" destOrd="0" parTransId="{F3A92083-C23A-4B5B-8087-D13498EAED05}" sibTransId="{96D032D2-235A-4B9C-BF0B-5972175EDA36}"/>
    <dgm:cxn modelId="{9ACC3CB6-37E7-40BE-98B1-23A85A614E0C}" type="presParOf" srcId="{1309AE12-F22F-4006-B57F-86382B99AC20}" destId="{6681A333-5DFE-42AC-AFC7-32F3D915C528}" srcOrd="0" destOrd="0" presId="urn:microsoft.com/office/officeart/2008/layout/LinedList"/>
    <dgm:cxn modelId="{2FE1FD09-556F-4206-BF03-D6CFEF0E4A6B}" type="presParOf" srcId="{1309AE12-F22F-4006-B57F-86382B99AC20}" destId="{014404F3-DB23-4A8D-81C4-CC51B092EB8F}" srcOrd="1" destOrd="0" presId="urn:microsoft.com/office/officeart/2008/layout/LinedList"/>
    <dgm:cxn modelId="{7B946CFC-4562-440E-B6F6-35EAE00BCE38}" type="presParOf" srcId="{014404F3-DB23-4A8D-81C4-CC51B092EB8F}" destId="{4F3283E8-5602-4CF2-825C-A72144556C5F}" srcOrd="0" destOrd="0" presId="urn:microsoft.com/office/officeart/2008/layout/LinedList"/>
    <dgm:cxn modelId="{08C1FC5D-96DD-41BB-BACF-2CF608DD0E05}" type="presParOf" srcId="{014404F3-DB23-4A8D-81C4-CC51B092EB8F}" destId="{A529E2FA-5CB7-42B7-AE06-527B60D675CF}" srcOrd="1" destOrd="0" presId="urn:microsoft.com/office/officeart/2008/layout/LinedList"/>
    <dgm:cxn modelId="{3BA00628-D245-467F-B146-E1AB5BBE91D2}" type="presParOf" srcId="{1309AE12-F22F-4006-B57F-86382B99AC20}" destId="{D1C40D8B-39AD-4EA1-8314-387D2983ED34}" srcOrd="2" destOrd="0" presId="urn:microsoft.com/office/officeart/2008/layout/LinedList"/>
    <dgm:cxn modelId="{A127D49A-0BE2-4EC1-8C39-90B50FB1D9A0}" type="presParOf" srcId="{1309AE12-F22F-4006-B57F-86382B99AC20}" destId="{A7DA20AB-D6B1-4715-B5EB-9F7453D989CA}" srcOrd="3" destOrd="0" presId="urn:microsoft.com/office/officeart/2008/layout/LinedList"/>
    <dgm:cxn modelId="{AE0DBB95-9140-4C16-B165-EDC8D0B75512}" type="presParOf" srcId="{A7DA20AB-D6B1-4715-B5EB-9F7453D989CA}" destId="{E65490F5-7DD3-4DD1-867A-68262F442090}" srcOrd="0" destOrd="0" presId="urn:microsoft.com/office/officeart/2008/layout/LinedList"/>
    <dgm:cxn modelId="{A222B9B0-340C-4764-9EFD-F0D7E56EF5B4}" type="presParOf" srcId="{A7DA20AB-D6B1-4715-B5EB-9F7453D989CA}" destId="{13D15132-0F2E-4D47-A9E8-6D159B8942FF}" srcOrd="1" destOrd="0" presId="urn:microsoft.com/office/officeart/2008/layout/LinedList"/>
    <dgm:cxn modelId="{49F31529-83B2-4F73-ADF3-9B238CFC77F8}" type="presParOf" srcId="{1309AE12-F22F-4006-B57F-86382B99AC20}" destId="{946139DE-1B23-46BB-AFDF-2F2F86155D21}" srcOrd="4" destOrd="0" presId="urn:microsoft.com/office/officeart/2008/layout/LinedList"/>
    <dgm:cxn modelId="{B34ED9D3-D970-47EB-8EAB-A790980B898F}" type="presParOf" srcId="{1309AE12-F22F-4006-B57F-86382B99AC20}" destId="{EE7B2762-27B8-4F1F-92A9-5EBE2CC5973A}" srcOrd="5" destOrd="0" presId="urn:microsoft.com/office/officeart/2008/layout/LinedList"/>
    <dgm:cxn modelId="{206A4AFB-E8A1-463A-B630-3A721611226A}" type="presParOf" srcId="{EE7B2762-27B8-4F1F-92A9-5EBE2CC5973A}" destId="{E305A486-11F6-4531-BC45-5C4A714720CD}" srcOrd="0" destOrd="0" presId="urn:microsoft.com/office/officeart/2008/layout/LinedList"/>
    <dgm:cxn modelId="{B34E11A3-C25D-4A4C-A10F-9668362C2FD7}" type="presParOf" srcId="{EE7B2762-27B8-4F1F-92A9-5EBE2CC5973A}" destId="{FC442DBC-236D-4020-88F3-798D2623D6AD}" srcOrd="1" destOrd="0" presId="urn:microsoft.com/office/officeart/2008/layout/LinedList"/>
    <dgm:cxn modelId="{7EF8E989-12CD-4587-B688-87D90527F76C}" type="presParOf" srcId="{1309AE12-F22F-4006-B57F-86382B99AC20}" destId="{15C9ABEA-F14E-4A1C-815A-D005917FFB40}" srcOrd="6" destOrd="0" presId="urn:microsoft.com/office/officeart/2008/layout/LinedList"/>
    <dgm:cxn modelId="{C4791A83-8B2C-492F-A083-89AE5911345A}" type="presParOf" srcId="{1309AE12-F22F-4006-B57F-86382B99AC20}" destId="{7BE036C2-BCB0-4F4A-91D1-735FB64E67AD}" srcOrd="7" destOrd="0" presId="urn:microsoft.com/office/officeart/2008/layout/LinedList"/>
    <dgm:cxn modelId="{AE0DAE92-34AC-40C1-9497-AE7BF9EF8730}" type="presParOf" srcId="{7BE036C2-BCB0-4F4A-91D1-735FB64E67AD}" destId="{24FBD67C-AB68-4547-A7EA-EA79AF3B2032}" srcOrd="0" destOrd="0" presId="urn:microsoft.com/office/officeart/2008/layout/LinedList"/>
    <dgm:cxn modelId="{1BB2165C-0CBC-4FB5-9883-364AB38F19DD}" type="presParOf" srcId="{7BE036C2-BCB0-4F4A-91D1-735FB64E67AD}" destId="{AA63E9FF-2D4F-43E6-9594-44769092BBBC}" srcOrd="1" destOrd="0" presId="urn:microsoft.com/office/officeart/2008/layout/LinedList"/>
    <dgm:cxn modelId="{5D99DE95-359C-4B14-A7C5-9C544144EDF6}" type="presParOf" srcId="{1309AE12-F22F-4006-B57F-86382B99AC20}" destId="{96F13584-4354-412C-985C-910D4D310C83}" srcOrd="8" destOrd="0" presId="urn:microsoft.com/office/officeart/2008/layout/LinedList"/>
    <dgm:cxn modelId="{B9655F38-7C81-4665-BB2A-5F937FA3CAAD}" type="presParOf" srcId="{1309AE12-F22F-4006-B57F-86382B99AC20}" destId="{8961C4B1-F450-4F1D-8EB3-7D100BA36830}" srcOrd="9" destOrd="0" presId="urn:microsoft.com/office/officeart/2008/layout/LinedList"/>
    <dgm:cxn modelId="{85BD527C-3E1C-47A8-BB31-BDC7AC24BC59}" type="presParOf" srcId="{8961C4B1-F450-4F1D-8EB3-7D100BA36830}" destId="{C95DDA96-02E7-442E-B0F6-A49B99217C51}" srcOrd="0" destOrd="0" presId="urn:microsoft.com/office/officeart/2008/layout/LinedList"/>
    <dgm:cxn modelId="{5281B18A-23D3-4EE3-BA54-EF213170BCEE}" type="presParOf" srcId="{8961C4B1-F450-4F1D-8EB3-7D100BA36830}" destId="{D3636C00-073D-43CD-9CD5-5C14C1FD1B51}" srcOrd="1" destOrd="0" presId="urn:microsoft.com/office/officeart/2008/layout/LinedList"/>
    <dgm:cxn modelId="{5B85A458-1A3E-45D7-AC2A-B54ADED58DCC}" type="presParOf" srcId="{D3636C00-073D-43CD-9CD5-5C14C1FD1B51}" destId="{23DDD6FF-B298-4489-983F-BC2FA41E639C}" srcOrd="0" destOrd="0" presId="urn:microsoft.com/office/officeart/2008/layout/LinedList"/>
    <dgm:cxn modelId="{2ED01C35-61EB-475D-A63D-DDDCDFE33B19}" type="presParOf" srcId="{D3636C00-073D-43CD-9CD5-5C14C1FD1B51}" destId="{ACA79ECD-B4E0-4A7B-BBF4-03AD3653D4CC}" srcOrd="1" destOrd="0" presId="urn:microsoft.com/office/officeart/2008/layout/LinedList"/>
    <dgm:cxn modelId="{D82D0622-735D-460C-AA1E-5AA25A4ECB7F}" type="presParOf" srcId="{ACA79ECD-B4E0-4A7B-BBF4-03AD3653D4CC}" destId="{CF018C1F-9221-4CC6-9CF6-20F1EA53D67E}" srcOrd="0" destOrd="0" presId="urn:microsoft.com/office/officeart/2008/layout/LinedList"/>
    <dgm:cxn modelId="{553A3D9E-2109-4F02-81E5-478DAF76B042}" type="presParOf" srcId="{ACA79ECD-B4E0-4A7B-BBF4-03AD3653D4CC}" destId="{828035E9-F817-4ED1-9059-D8A277CE80C6}" srcOrd="1" destOrd="0" presId="urn:microsoft.com/office/officeart/2008/layout/LinedList"/>
    <dgm:cxn modelId="{2BB66EA4-746B-4C4C-BB30-A893915686E3}" type="presParOf" srcId="{ACA79ECD-B4E0-4A7B-BBF4-03AD3653D4CC}" destId="{BDD14D2F-D77B-48A0-A94C-0E268C7D0678}" srcOrd="2" destOrd="0" presId="urn:microsoft.com/office/officeart/2008/layout/LinedList"/>
    <dgm:cxn modelId="{5758C708-C402-4FC3-97C8-D5F190313377}" type="presParOf" srcId="{D3636C00-073D-43CD-9CD5-5C14C1FD1B51}" destId="{AED861D5-E968-46B5-BC67-48150EFCAFA4}" srcOrd="2" destOrd="0" presId="urn:microsoft.com/office/officeart/2008/layout/LinedList"/>
    <dgm:cxn modelId="{B6FB8072-FF47-4C0D-8860-54D20EB21EBB}" type="presParOf" srcId="{D3636C00-073D-43CD-9CD5-5C14C1FD1B51}" destId="{6292DB41-B8A6-45FB-9C0E-5FAEDBFEB8DD}" srcOrd="3" destOrd="0" presId="urn:microsoft.com/office/officeart/2008/layout/LinedList"/>
    <dgm:cxn modelId="{57F903A4-FFFF-445F-9C04-33C7459E795A}" type="presParOf" srcId="{1309AE12-F22F-4006-B57F-86382B99AC20}" destId="{3CEC7577-4999-4217-8A64-9777216D6FF8}" srcOrd="10" destOrd="0" presId="urn:microsoft.com/office/officeart/2008/layout/LinedList"/>
    <dgm:cxn modelId="{37879F4E-E0C9-40D3-9AF3-3764C9DCBAD3}" type="presParOf" srcId="{1309AE12-F22F-4006-B57F-86382B99AC20}" destId="{F1B8502A-EAC2-4B53-81B0-DD5BB68D6982}" srcOrd="11" destOrd="0" presId="urn:microsoft.com/office/officeart/2008/layout/LinedList"/>
    <dgm:cxn modelId="{871C5516-F597-4D9B-8CB2-8F44DB2435F6}" type="presParOf" srcId="{F1B8502A-EAC2-4B53-81B0-DD5BB68D6982}" destId="{E78196BB-B008-4833-888D-53399D4C78B0}" srcOrd="0" destOrd="0" presId="urn:microsoft.com/office/officeart/2008/layout/LinedList"/>
    <dgm:cxn modelId="{7F8604B2-A74F-4AD7-8ECC-94BA309AC985}" type="presParOf" srcId="{F1B8502A-EAC2-4B53-81B0-DD5BB68D6982}" destId="{8BFB9164-E4D3-4B79-8C40-3F35F46F1EE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8DB542C-0802-4DC3-8A9B-D8CA192B884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C443E51-6DD5-46C8-9BF4-A277D3AB79A8}">
      <dgm:prSet/>
      <dgm:spPr/>
      <dgm:t>
        <a:bodyPr/>
        <a:lstStyle/>
        <a:p>
          <a:pPr>
            <a:lnSpc>
              <a:spcPct val="100000"/>
            </a:lnSpc>
          </a:pPr>
          <a:r>
            <a:rPr lang="en-US"/>
            <a:t>Timestream does have some limitations, however. </a:t>
          </a:r>
        </a:p>
      </dgm:t>
    </dgm:pt>
    <dgm:pt modelId="{57193507-F874-40E0-AEEB-3DDFD50228EA}" type="parTrans" cxnId="{E3E8963D-6222-4699-B68C-E02A1BA55C73}">
      <dgm:prSet/>
      <dgm:spPr/>
      <dgm:t>
        <a:bodyPr/>
        <a:lstStyle/>
        <a:p>
          <a:endParaRPr lang="en-US"/>
        </a:p>
      </dgm:t>
    </dgm:pt>
    <dgm:pt modelId="{45B6A64C-7505-4B7F-BC31-913D397F1D58}" type="sibTrans" cxnId="{E3E8963D-6222-4699-B68C-E02A1BA55C73}">
      <dgm:prSet/>
      <dgm:spPr/>
      <dgm:t>
        <a:bodyPr/>
        <a:lstStyle/>
        <a:p>
          <a:endParaRPr lang="en-US"/>
        </a:p>
      </dgm:t>
    </dgm:pt>
    <dgm:pt modelId="{9D82AE8F-8DA1-4CD2-882A-184265271836}">
      <dgm:prSet/>
      <dgm:spPr/>
      <dgm:t>
        <a:bodyPr/>
        <a:lstStyle/>
        <a:p>
          <a:pPr>
            <a:lnSpc>
              <a:spcPct val="100000"/>
            </a:lnSpc>
          </a:pPr>
          <a:r>
            <a:rPr lang="en-US"/>
            <a:t>If your architecture that you are monitoring does not reside in AWS, then there is additional complexity in setup and integrating Timestream to your network. </a:t>
          </a:r>
        </a:p>
      </dgm:t>
    </dgm:pt>
    <dgm:pt modelId="{BA0F76B5-9A5A-4813-9B4E-1B14F9603267}" type="parTrans" cxnId="{7B6E53E8-62F7-4FCF-B48F-7121A260CA2C}">
      <dgm:prSet/>
      <dgm:spPr/>
      <dgm:t>
        <a:bodyPr/>
        <a:lstStyle/>
        <a:p>
          <a:endParaRPr lang="en-US"/>
        </a:p>
      </dgm:t>
    </dgm:pt>
    <dgm:pt modelId="{296499B0-0319-4F29-BB2F-A2BEC3E0B7D8}" type="sibTrans" cxnId="{7B6E53E8-62F7-4FCF-B48F-7121A260CA2C}">
      <dgm:prSet/>
      <dgm:spPr/>
      <dgm:t>
        <a:bodyPr/>
        <a:lstStyle/>
        <a:p>
          <a:endParaRPr lang="en-US"/>
        </a:p>
      </dgm:t>
    </dgm:pt>
    <dgm:pt modelId="{C3D4A52D-6689-4397-B120-57015BD3E61C}">
      <dgm:prSet/>
      <dgm:spPr/>
      <dgm:t>
        <a:bodyPr/>
        <a:lstStyle/>
        <a:p>
          <a:pPr>
            <a:lnSpc>
              <a:spcPct val="100000"/>
            </a:lnSpc>
          </a:pPr>
          <a:r>
            <a:rPr lang="en-US" dirty="0"/>
            <a:t>Timestream tables are append only also, so there is no ability to go back and modify data. </a:t>
          </a:r>
        </a:p>
      </dgm:t>
    </dgm:pt>
    <dgm:pt modelId="{96B5D3EA-3CB6-408B-BB5F-8EAD1A0E04A7}" type="parTrans" cxnId="{2DE8DFC2-080A-4457-81BD-0F02D6FFC5F4}">
      <dgm:prSet/>
      <dgm:spPr/>
      <dgm:t>
        <a:bodyPr/>
        <a:lstStyle/>
        <a:p>
          <a:endParaRPr lang="en-US"/>
        </a:p>
      </dgm:t>
    </dgm:pt>
    <dgm:pt modelId="{0E6F1A14-EBF9-4602-ADD2-C36504E6FBE2}" type="sibTrans" cxnId="{2DE8DFC2-080A-4457-81BD-0F02D6FFC5F4}">
      <dgm:prSet/>
      <dgm:spPr/>
      <dgm:t>
        <a:bodyPr/>
        <a:lstStyle/>
        <a:p>
          <a:endParaRPr lang="en-US"/>
        </a:p>
      </dgm:t>
    </dgm:pt>
    <dgm:pt modelId="{3060F7B0-D304-4CCE-847D-194DC5B6C4A4}">
      <dgm:prSet custT="1"/>
      <dgm:spPr/>
      <dgm:t>
        <a:bodyPr/>
        <a:lstStyle/>
        <a:p>
          <a:pPr>
            <a:lnSpc>
              <a:spcPct val="100000"/>
            </a:lnSpc>
          </a:pPr>
          <a:r>
            <a:rPr lang="en-US" sz="1600" dirty="0"/>
            <a:t>This means that defining your dimensions is critical to success. </a:t>
          </a:r>
        </a:p>
      </dgm:t>
    </dgm:pt>
    <dgm:pt modelId="{02E134FF-83CA-4FA6-8973-CAFA9D50149B}" type="parTrans" cxnId="{E29BBC06-80F7-4B43-97B4-E672304B7FD1}">
      <dgm:prSet/>
      <dgm:spPr/>
      <dgm:t>
        <a:bodyPr/>
        <a:lstStyle/>
        <a:p>
          <a:endParaRPr lang="en-US"/>
        </a:p>
      </dgm:t>
    </dgm:pt>
    <dgm:pt modelId="{E89C3D3A-C488-4EFD-927D-34E33711B32B}" type="sibTrans" cxnId="{E29BBC06-80F7-4B43-97B4-E672304B7FD1}">
      <dgm:prSet/>
      <dgm:spPr/>
      <dgm:t>
        <a:bodyPr/>
        <a:lstStyle/>
        <a:p>
          <a:endParaRPr lang="en-US"/>
        </a:p>
      </dgm:t>
    </dgm:pt>
    <dgm:pt modelId="{5E823747-10CF-41BC-9CCB-33B9C134B839}">
      <dgm:prSet/>
      <dgm:spPr/>
      <dgm:t>
        <a:bodyPr/>
        <a:lstStyle/>
        <a:p>
          <a:pPr>
            <a:lnSpc>
              <a:spcPct val="100000"/>
            </a:lnSpc>
          </a:pPr>
          <a:r>
            <a:rPr lang="en-US"/>
            <a:t>Timestream does not support cross-table joins either, so if you want to run analytics you need make sure the all the information resides in the same table.</a:t>
          </a:r>
        </a:p>
      </dgm:t>
    </dgm:pt>
    <dgm:pt modelId="{12BA423F-6990-4B9A-B62B-669BE51D256E}" type="parTrans" cxnId="{090F68F1-9689-41A9-9E7F-E4740F0D9934}">
      <dgm:prSet/>
      <dgm:spPr/>
      <dgm:t>
        <a:bodyPr/>
        <a:lstStyle/>
        <a:p>
          <a:endParaRPr lang="en-US"/>
        </a:p>
      </dgm:t>
    </dgm:pt>
    <dgm:pt modelId="{B83877A8-FBE5-49C9-94AE-E4F72D4D3A6D}" type="sibTrans" cxnId="{090F68F1-9689-41A9-9E7F-E4740F0D9934}">
      <dgm:prSet/>
      <dgm:spPr/>
      <dgm:t>
        <a:bodyPr/>
        <a:lstStyle/>
        <a:p>
          <a:endParaRPr lang="en-US"/>
        </a:p>
      </dgm:t>
    </dgm:pt>
    <dgm:pt modelId="{FD49E4B4-6C6E-429E-B47A-816FB405AAE2}" type="pres">
      <dgm:prSet presAssocID="{A8DB542C-0802-4DC3-8A9B-D8CA192B884D}" presName="root" presStyleCnt="0">
        <dgm:presLayoutVars>
          <dgm:dir/>
          <dgm:resizeHandles val="exact"/>
        </dgm:presLayoutVars>
      </dgm:prSet>
      <dgm:spPr/>
    </dgm:pt>
    <dgm:pt modelId="{78EA6C81-B7EF-488C-9433-FBC51CB28903}" type="pres">
      <dgm:prSet presAssocID="{8C443E51-6DD5-46C8-9BF4-A277D3AB79A8}" presName="compNode" presStyleCnt="0"/>
      <dgm:spPr/>
    </dgm:pt>
    <dgm:pt modelId="{0FA0DF5E-4E1E-4A86-899A-1B76CB511131}" type="pres">
      <dgm:prSet presAssocID="{8C443E51-6DD5-46C8-9BF4-A277D3AB79A8}" presName="bgRect" presStyleLbl="bgShp" presStyleIdx="0" presStyleCnt="4"/>
      <dgm:spPr/>
    </dgm:pt>
    <dgm:pt modelId="{B00B2452-0249-436E-AC0E-99A8F13FC8B8}" type="pres">
      <dgm:prSet presAssocID="{8C443E51-6DD5-46C8-9BF4-A277D3AB79A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xplosion"/>
        </a:ext>
      </dgm:extLst>
    </dgm:pt>
    <dgm:pt modelId="{B1D49EBD-96AB-4081-BFDE-0BDCF2E95DD9}" type="pres">
      <dgm:prSet presAssocID="{8C443E51-6DD5-46C8-9BF4-A277D3AB79A8}" presName="spaceRect" presStyleCnt="0"/>
      <dgm:spPr/>
    </dgm:pt>
    <dgm:pt modelId="{49446CAD-B186-4BF2-BB2D-946734A3A555}" type="pres">
      <dgm:prSet presAssocID="{8C443E51-6DD5-46C8-9BF4-A277D3AB79A8}" presName="parTx" presStyleLbl="revTx" presStyleIdx="0" presStyleCnt="5">
        <dgm:presLayoutVars>
          <dgm:chMax val="0"/>
          <dgm:chPref val="0"/>
        </dgm:presLayoutVars>
      </dgm:prSet>
      <dgm:spPr/>
    </dgm:pt>
    <dgm:pt modelId="{6FEEE12E-2CD3-425A-BFE8-240DABC62010}" type="pres">
      <dgm:prSet presAssocID="{45B6A64C-7505-4B7F-BC31-913D397F1D58}" presName="sibTrans" presStyleCnt="0"/>
      <dgm:spPr/>
    </dgm:pt>
    <dgm:pt modelId="{CD70777E-9C86-4C79-A062-E1E3B01DAE70}" type="pres">
      <dgm:prSet presAssocID="{9D82AE8F-8DA1-4CD2-882A-184265271836}" presName="compNode" presStyleCnt="0"/>
      <dgm:spPr/>
    </dgm:pt>
    <dgm:pt modelId="{586AA289-4BB0-4696-A2C4-709B025F1B4E}" type="pres">
      <dgm:prSet presAssocID="{9D82AE8F-8DA1-4CD2-882A-184265271836}" presName="bgRect" presStyleLbl="bgShp" presStyleIdx="1" presStyleCnt="4"/>
      <dgm:spPr/>
    </dgm:pt>
    <dgm:pt modelId="{9D725493-C177-4713-9DA7-761A6AD56E40}" type="pres">
      <dgm:prSet presAssocID="{9D82AE8F-8DA1-4CD2-882A-18426527183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A7C67C85-40F4-4400-BE41-0EC4E71883A2}" type="pres">
      <dgm:prSet presAssocID="{9D82AE8F-8DA1-4CD2-882A-184265271836}" presName="spaceRect" presStyleCnt="0"/>
      <dgm:spPr/>
    </dgm:pt>
    <dgm:pt modelId="{465FD091-E5B3-4597-83C0-595740CD2B85}" type="pres">
      <dgm:prSet presAssocID="{9D82AE8F-8DA1-4CD2-882A-184265271836}" presName="parTx" presStyleLbl="revTx" presStyleIdx="1" presStyleCnt="5">
        <dgm:presLayoutVars>
          <dgm:chMax val="0"/>
          <dgm:chPref val="0"/>
        </dgm:presLayoutVars>
      </dgm:prSet>
      <dgm:spPr/>
    </dgm:pt>
    <dgm:pt modelId="{1B96707B-E5B0-4BAF-9752-F6885DC3D86C}" type="pres">
      <dgm:prSet presAssocID="{296499B0-0319-4F29-BB2F-A2BEC3E0B7D8}" presName="sibTrans" presStyleCnt="0"/>
      <dgm:spPr/>
    </dgm:pt>
    <dgm:pt modelId="{63059C11-8206-40A6-BF3F-BCA7A46B2520}" type="pres">
      <dgm:prSet presAssocID="{C3D4A52D-6689-4397-B120-57015BD3E61C}" presName="compNode" presStyleCnt="0"/>
      <dgm:spPr/>
    </dgm:pt>
    <dgm:pt modelId="{AB3CFEFE-05E4-4E0F-BE70-B882F092B04D}" type="pres">
      <dgm:prSet presAssocID="{C3D4A52D-6689-4397-B120-57015BD3E61C}" presName="bgRect" presStyleLbl="bgShp" presStyleIdx="2" presStyleCnt="4"/>
      <dgm:spPr/>
    </dgm:pt>
    <dgm:pt modelId="{38960D0E-25FF-4DE2-91F2-7B7670DE500F}" type="pres">
      <dgm:prSet presAssocID="{C3D4A52D-6689-4397-B120-57015BD3E61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4FDE36B1-55F0-42B2-874C-7E9EC2C35699}" type="pres">
      <dgm:prSet presAssocID="{C3D4A52D-6689-4397-B120-57015BD3E61C}" presName="spaceRect" presStyleCnt="0"/>
      <dgm:spPr/>
    </dgm:pt>
    <dgm:pt modelId="{5DB51EAC-B346-4709-8E49-E66A4BC250B2}" type="pres">
      <dgm:prSet presAssocID="{C3D4A52D-6689-4397-B120-57015BD3E61C}" presName="parTx" presStyleLbl="revTx" presStyleIdx="2" presStyleCnt="5">
        <dgm:presLayoutVars>
          <dgm:chMax val="0"/>
          <dgm:chPref val="0"/>
        </dgm:presLayoutVars>
      </dgm:prSet>
      <dgm:spPr/>
    </dgm:pt>
    <dgm:pt modelId="{1676664F-2CDA-4E37-9408-8A38A4B3DF6F}" type="pres">
      <dgm:prSet presAssocID="{C3D4A52D-6689-4397-B120-57015BD3E61C}" presName="desTx" presStyleLbl="revTx" presStyleIdx="3" presStyleCnt="5">
        <dgm:presLayoutVars/>
      </dgm:prSet>
      <dgm:spPr/>
    </dgm:pt>
    <dgm:pt modelId="{CC2A19FA-DCC3-46D7-8480-6387DB4C2309}" type="pres">
      <dgm:prSet presAssocID="{0E6F1A14-EBF9-4602-ADD2-C36504E6FBE2}" presName="sibTrans" presStyleCnt="0"/>
      <dgm:spPr/>
    </dgm:pt>
    <dgm:pt modelId="{16D84850-558E-410B-BE11-5EA2F72B6F36}" type="pres">
      <dgm:prSet presAssocID="{5E823747-10CF-41BC-9CCB-33B9C134B839}" presName="compNode" presStyleCnt="0"/>
      <dgm:spPr/>
    </dgm:pt>
    <dgm:pt modelId="{B1B95D0F-B2ED-4E9B-BCF6-8646FD6DD576}" type="pres">
      <dgm:prSet presAssocID="{5E823747-10CF-41BC-9CCB-33B9C134B839}" presName="bgRect" presStyleLbl="bgShp" presStyleIdx="3" presStyleCnt="4"/>
      <dgm:spPr/>
    </dgm:pt>
    <dgm:pt modelId="{9E63CF6A-41F4-4384-9B55-059E0D5F4CCF}" type="pres">
      <dgm:prSet presAssocID="{5E823747-10CF-41BC-9CCB-33B9C134B83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ice"/>
        </a:ext>
      </dgm:extLst>
    </dgm:pt>
    <dgm:pt modelId="{8229936E-DABC-4BEB-8D22-CBE327E86AD1}" type="pres">
      <dgm:prSet presAssocID="{5E823747-10CF-41BC-9CCB-33B9C134B839}" presName="spaceRect" presStyleCnt="0"/>
      <dgm:spPr/>
    </dgm:pt>
    <dgm:pt modelId="{94ADCE17-C5CC-4951-AEB7-0491D8E9DCB0}" type="pres">
      <dgm:prSet presAssocID="{5E823747-10CF-41BC-9CCB-33B9C134B839}" presName="parTx" presStyleLbl="revTx" presStyleIdx="4" presStyleCnt="5">
        <dgm:presLayoutVars>
          <dgm:chMax val="0"/>
          <dgm:chPref val="0"/>
        </dgm:presLayoutVars>
      </dgm:prSet>
      <dgm:spPr/>
    </dgm:pt>
  </dgm:ptLst>
  <dgm:cxnLst>
    <dgm:cxn modelId="{E29BBC06-80F7-4B43-97B4-E672304B7FD1}" srcId="{C3D4A52D-6689-4397-B120-57015BD3E61C}" destId="{3060F7B0-D304-4CCE-847D-194DC5B6C4A4}" srcOrd="0" destOrd="0" parTransId="{02E134FF-83CA-4FA6-8973-CAFA9D50149B}" sibTransId="{E89C3D3A-C488-4EFD-927D-34E33711B32B}"/>
    <dgm:cxn modelId="{D443283A-A6BA-4482-83FC-438C4980E384}" type="presOf" srcId="{C3D4A52D-6689-4397-B120-57015BD3E61C}" destId="{5DB51EAC-B346-4709-8E49-E66A4BC250B2}" srcOrd="0" destOrd="0" presId="urn:microsoft.com/office/officeart/2018/2/layout/IconVerticalSolidList"/>
    <dgm:cxn modelId="{E3E8963D-6222-4699-B68C-E02A1BA55C73}" srcId="{A8DB542C-0802-4DC3-8A9B-D8CA192B884D}" destId="{8C443E51-6DD5-46C8-9BF4-A277D3AB79A8}" srcOrd="0" destOrd="0" parTransId="{57193507-F874-40E0-AEEB-3DDFD50228EA}" sibTransId="{45B6A64C-7505-4B7F-BC31-913D397F1D58}"/>
    <dgm:cxn modelId="{8475C66D-4CBD-4E0D-9985-7D324EA47DEB}" type="presOf" srcId="{5E823747-10CF-41BC-9CCB-33B9C134B839}" destId="{94ADCE17-C5CC-4951-AEB7-0491D8E9DCB0}" srcOrd="0" destOrd="0" presId="urn:microsoft.com/office/officeart/2018/2/layout/IconVerticalSolidList"/>
    <dgm:cxn modelId="{41127B52-2541-4B3B-BF0E-3CB952A9D5E3}" type="presOf" srcId="{9D82AE8F-8DA1-4CD2-882A-184265271836}" destId="{465FD091-E5B3-4597-83C0-595740CD2B85}" srcOrd="0" destOrd="0" presId="urn:microsoft.com/office/officeart/2018/2/layout/IconVerticalSolidList"/>
    <dgm:cxn modelId="{2DE8DFC2-080A-4457-81BD-0F02D6FFC5F4}" srcId="{A8DB542C-0802-4DC3-8A9B-D8CA192B884D}" destId="{C3D4A52D-6689-4397-B120-57015BD3E61C}" srcOrd="2" destOrd="0" parTransId="{96B5D3EA-3CB6-408B-BB5F-8EAD1A0E04A7}" sibTransId="{0E6F1A14-EBF9-4602-ADD2-C36504E6FBE2}"/>
    <dgm:cxn modelId="{E886D8DB-6CAF-4442-B533-18DD9B01DE53}" type="presOf" srcId="{8C443E51-6DD5-46C8-9BF4-A277D3AB79A8}" destId="{49446CAD-B186-4BF2-BB2D-946734A3A555}" srcOrd="0" destOrd="0" presId="urn:microsoft.com/office/officeart/2018/2/layout/IconVerticalSolidList"/>
    <dgm:cxn modelId="{EECF49E8-2BFD-4327-A0F4-1C47127CDB28}" type="presOf" srcId="{A8DB542C-0802-4DC3-8A9B-D8CA192B884D}" destId="{FD49E4B4-6C6E-429E-B47A-816FB405AAE2}" srcOrd="0" destOrd="0" presId="urn:microsoft.com/office/officeart/2018/2/layout/IconVerticalSolidList"/>
    <dgm:cxn modelId="{7B6E53E8-62F7-4FCF-B48F-7121A260CA2C}" srcId="{A8DB542C-0802-4DC3-8A9B-D8CA192B884D}" destId="{9D82AE8F-8DA1-4CD2-882A-184265271836}" srcOrd="1" destOrd="0" parTransId="{BA0F76B5-9A5A-4813-9B4E-1B14F9603267}" sibTransId="{296499B0-0319-4F29-BB2F-A2BEC3E0B7D8}"/>
    <dgm:cxn modelId="{CB3B97ED-48CA-47CA-BB99-CA1D960E6BD7}" type="presOf" srcId="{3060F7B0-D304-4CCE-847D-194DC5B6C4A4}" destId="{1676664F-2CDA-4E37-9408-8A38A4B3DF6F}" srcOrd="0" destOrd="0" presId="urn:microsoft.com/office/officeart/2018/2/layout/IconVerticalSolidList"/>
    <dgm:cxn modelId="{090F68F1-9689-41A9-9E7F-E4740F0D9934}" srcId="{A8DB542C-0802-4DC3-8A9B-D8CA192B884D}" destId="{5E823747-10CF-41BC-9CCB-33B9C134B839}" srcOrd="3" destOrd="0" parTransId="{12BA423F-6990-4B9A-B62B-669BE51D256E}" sibTransId="{B83877A8-FBE5-49C9-94AE-E4F72D4D3A6D}"/>
    <dgm:cxn modelId="{FFFC4C2A-8345-4FC9-8CAB-0B548C8C00D1}" type="presParOf" srcId="{FD49E4B4-6C6E-429E-B47A-816FB405AAE2}" destId="{78EA6C81-B7EF-488C-9433-FBC51CB28903}" srcOrd="0" destOrd="0" presId="urn:microsoft.com/office/officeart/2018/2/layout/IconVerticalSolidList"/>
    <dgm:cxn modelId="{F47F9C0A-2EF1-4CB7-83E7-B146A7FBD998}" type="presParOf" srcId="{78EA6C81-B7EF-488C-9433-FBC51CB28903}" destId="{0FA0DF5E-4E1E-4A86-899A-1B76CB511131}" srcOrd="0" destOrd="0" presId="urn:microsoft.com/office/officeart/2018/2/layout/IconVerticalSolidList"/>
    <dgm:cxn modelId="{96D78EEC-B5EF-49D7-B544-C1CC91723DF5}" type="presParOf" srcId="{78EA6C81-B7EF-488C-9433-FBC51CB28903}" destId="{B00B2452-0249-436E-AC0E-99A8F13FC8B8}" srcOrd="1" destOrd="0" presId="urn:microsoft.com/office/officeart/2018/2/layout/IconVerticalSolidList"/>
    <dgm:cxn modelId="{3A0DEBDD-8EB6-4567-8E69-E51F9CE9B944}" type="presParOf" srcId="{78EA6C81-B7EF-488C-9433-FBC51CB28903}" destId="{B1D49EBD-96AB-4081-BFDE-0BDCF2E95DD9}" srcOrd="2" destOrd="0" presId="urn:microsoft.com/office/officeart/2018/2/layout/IconVerticalSolidList"/>
    <dgm:cxn modelId="{B3A4FFE3-7614-4854-9384-AC09D62CB28F}" type="presParOf" srcId="{78EA6C81-B7EF-488C-9433-FBC51CB28903}" destId="{49446CAD-B186-4BF2-BB2D-946734A3A555}" srcOrd="3" destOrd="0" presId="urn:microsoft.com/office/officeart/2018/2/layout/IconVerticalSolidList"/>
    <dgm:cxn modelId="{AA3ED87F-2807-4D22-8689-C56D0CD8676B}" type="presParOf" srcId="{FD49E4B4-6C6E-429E-B47A-816FB405AAE2}" destId="{6FEEE12E-2CD3-425A-BFE8-240DABC62010}" srcOrd="1" destOrd="0" presId="urn:microsoft.com/office/officeart/2018/2/layout/IconVerticalSolidList"/>
    <dgm:cxn modelId="{F91B821D-75BC-4568-8450-9A8EF5AD673D}" type="presParOf" srcId="{FD49E4B4-6C6E-429E-B47A-816FB405AAE2}" destId="{CD70777E-9C86-4C79-A062-E1E3B01DAE70}" srcOrd="2" destOrd="0" presId="urn:microsoft.com/office/officeart/2018/2/layout/IconVerticalSolidList"/>
    <dgm:cxn modelId="{53295C7A-80FB-4ED1-B7BF-361B94E9F172}" type="presParOf" srcId="{CD70777E-9C86-4C79-A062-E1E3B01DAE70}" destId="{586AA289-4BB0-4696-A2C4-709B025F1B4E}" srcOrd="0" destOrd="0" presId="urn:microsoft.com/office/officeart/2018/2/layout/IconVerticalSolidList"/>
    <dgm:cxn modelId="{BC69D020-885F-4A49-AAAE-C2F501B6A146}" type="presParOf" srcId="{CD70777E-9C86-4C79-A062-E1E3B01DAE70}" destId="{9D725493-C177-4713-9DA7-761A6AD56E40}" srcOrd="1" destOrd="0" presId="urn:microsoft.com/office/officeart/2018/2/layout/IconVerticalSolidList"/>
    <dgm:cxn modelId="{89C65628-5FC5-48BF-92F6-15F8AB8C5EBE}" type="presParOf" srcId="{CD70777E-9C86-4C79-A062-E1E3B01DAE70}" destId="{A7C67C85-40F4-4400-BE41-0EC4E71883A2}" srcOrd="2" destOrd="0" presId="urn:microsoft.com/office/officeart/2018/2/layout/IconVerticalSolidList"/>
    <dgm:cxn modelId="{0E0A56E5-83B7-4568-AEE0-B7EE72FC1D57}" type="presParOf" srcId="{CD70777E-9C86-4C79-A062-E1E3B01DAE70}" destId="{465FD091-E5B3-4597-83C0-595740CD2B85}" srcOrd="3" destOrd="0" presId="urn:microsoft.com/office/officeart/2018/2/layout/IconVerticalSolidList"/>
    <dgm:cxn modelId="{B02557F4-9F11-4728-9BAA-671711F4BCEC}" type="presParOf" srcId="{FD49E4B4-6C6E-429E-B47A-816FB405AAE2}" destId="{1B96707B-E5B0-4BAF-9752-F6885DC3D86C}" srcOrd="3" destOrd="0" presId="urn:microsoft.com/office/officeart/2018/2/layout/IconVerticalSolidList"/>
    <dgm:cxn modelId="{5D4B12E4-E89F-400C-9DCA-EFE559E36F01}" type="presParOf" srcId="{FD49E4B4-6C6E-429E-B47A-816FB405AAE2}" destId="{63059C11-8206-40A6-BF3F-BCA7A46B2520}" srcOrd="4" destOrd="0" presId="urn:microsoft.com/office/officeart/2018/2/layout/IconVerticalSolidList"/>
    <dgm:cxn modelId="{09B0E6CE-2864-4B06-84FE-F430F79041C8}" type="presParOf" srcId="{63059C11-8206-40A6-BF3F-BCA7A46B2520}" destId="{AB3CFEFE-05E4-4E0F-BE70-B882F092B04D}" srcOrd="0" destOrd="0" presId="urn:microsoft.com/office/officeart/2018/2/layout/IconVerticalSolidList"/>
    <dgm:cxn modelId="{3899EAEA-BEE2-4F72-B188-7A089BCD8763}" type="presParOf" srcId="{63059C11-8206-40A6-BF3F-BCA7A46B2520}" destId="{38960D0E-25FF-4DE2-91F2-7B7670DE500F}" srcOrd="1" destOrd="0" presId="urn:microsoft.com/office/officeart/2018/2/layout/IconVerticalSolidList"/>
    <dgm:cxn modelId="{633BCC30-E482-4336-9490-A288533D2B51}" type="presParOf" srcId="{63059C11-8206-40A6-BF3F-BCA7A46B2520}" destId="{4FDE36B1-55F0-42B2-874C-7E9EC2C35699}" srcOrd="2" destOrd="0" presId="urn:microsoft.com/office/officeart/2018/2/layout/IconVerticalSolidList"/>
    <dgm:cxn modelId="{65037EA4-EA8C-463F-B667-F8173022EC6B}" type="presParOf" srcId="{63059C11-8206-40A6-BF3F-BCA7A46B2520}" destId="{5DB51EAC-B346-4709-8E49-E66A4BC250B2}" srcOrd="3" destOrd="0" presId="urn:microsoft.com/office/officeart/2018/2/layout/IconVerticalSolidList"/>
    <dgm:cxn modelId="{423A0EC7-533B-4C09-A384-DBD635FBABE7}" type="presParOf" srcId="{63059C11-8206-40A6-BF3F-BCA7A46B2520}" destId="{1676664F-2CDA-4E37-9408-8A38A4B3DF6F}" srcOrd="4" destOrd="0" presId="urn:microsoft.com/office/officeart/2018/2/layout/IconVerticalSolidList"/>
    <dgm:cxn modelId="{311D9EF2-9CBA-4BDB-A58E-4463571F3696}" type="presParOf" srcId="{FD49E4B4-6C6E-429E-B47A-816FB405AAE2}" destId="{CC2A19FA-DCC3-46D7-8480-6387DB4C2309}" srcOrd="5" destOrd="0" presId="urn:microsoft.com/office/officeart/2018/2/layout/IconVerticalSolidList"/>
    <dgm:cxn modelId="{572A642E-091C-48DE-9C76-8F55649AA7A9}" type="presParOf" srcId="{FD49E4B4-6C6E-429E-B47A-816FB405AAE2}" destId="{16D84850-558E-410B-BE11-5EA2F72B6F36}" srcOrd="6" destOrd="0" presId="urn:microsoft.com/office/officeart/2018/2/layout/IconVerticalSolidList"/>
    <dgm:cxn modelId="{733ADB86-D60F-4077-9381-C2FF754D5E1A}" type="presParOf" srcId="{16D84850-558E-410B-BE11-5EA2F72B6F36}" destId="{B1B95D0F-B2ED-4E9B-BCF6-8646FD6DD576}" srcOrd="0" destOrd="0" presId="urn:microsoft.com/office/officeart/2018/2/layout/IconVerticalSolidList"/>
    <dgm:cxn modelId="{9A6940AC-779C-403C-B777-21F64F8724E1}" type="presParOf" srcId="{16D84850-558E-410B-BE11-5EA2F72B6F36}" destId="{9E63CF6A-41F4-4384-9B55-059E0D5F4CCF}" srcOrd="1" destOrd="0" presId="urn:microsoft.com/office/officeart/2018/2/layout/IconVerticalSolidList"/>
    <dgm:cxn modelId="{30CEE272-C739-424B-9230-4FC207976B41}" type="presParOf" srcId="{16D84850-558E-410B-BE11-5EA2F72B6F36}" destId="{8229936E-DABC-4BEB-8D22-CBE327E86AD1}" srcOrd="2" destOrd="0" presId="urn:microsoft.com/office/officeart/2018/2/layout/IconVerticalSolidList"/>
    <dgm:cxn modelId="{8DDA9482-E91B-4310-ACB3-67BB02B45A4F}" type="presParOf" srcId="{16D84850-558E-410B-BE11-5EA2F72B6F36}" destId="{94ADCE17-C5CC-4951-AEB7-0491D8E9DCB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382DD39-E090-4BA7-814E-4278D16F5273}"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A5765CCD-00FF-4F9E-8EF3-677C20285BED}">
      <dgm:prSet/>
      <dgm:spPr/>
      <dgm:t>
        <a:bodyPr/>
        <a:lstStyle/>
        <a:p>
          <a:r>
            <a:rPr lang="en-US" b="1" u="sng"/>
            <a:t>Going back to the problem statement</a:t>
          </a:r>
          <a:endParaRPr lang="en-US"/>
        </a:p>
      </dgm:t>
    </dgm:pt>
    <dgm:pt modelId="{A5A1F8B7-5BED-456A-89BE-97D44CE40CBA}" type="parTrans" cxnId="{2323F386-F120-4D47-9F9A-89A969CFD4E1}">
      <dgm:prSet/>
      <dgm:spPr/>
      <dgm:t>
        <a:bodyPr/>
        <a:lstStyle/>
        <a:p>
          <a:endParaRPr lang="en-US"/>
        </a:p>
      </dgm:t>
    </dgm:pt>
    <dgm:pt modelId="{B97C3B33-F405-4DD8-A4FF-AED65DDA1253}" type="sibTrans" cxnId="{2323F386-F120-4D47-9F9A-89A969CFD4E1}">
      <dgm:prSet/>
      <dgm:spPr/>
      <dgm:t>
        <a:bodyPr/>
        <a:lstStyle/>
        <a:p>
          <a:endParaRPr lang="en-US"/>
        </a:p>
      </dgm:t>
    </dgm:pt>
    <dgm:pt modelId="{FFB11D81-1012-4097-98A4-ACB3B66E9A1A}">
      <dgm:prSet/>
      <dgm:spPr/>
      <dgm:t>
        <a:bodyPr/>
        <a:lstStyle/>
        <a:p>
          <a:r>
            <a:rPr lang="en-US" dirty="0"/>
            <a:t>Implement a Time-Series Database to effectively monitor the DevOps infrastructure for OptimaTech. </a:t>
          </a:r>
        </a:p>
      </dgm:t>
    </dgm:pt>
    <dgm:pt modelId="{E6B04ECD-66E8-484F-9B76-2D7AB69614AC}" type="parTrans" cxnId="{2C23565B-1D46-43AB-B70A-CCFAE94860EB}">
      <dgm:prSet/>
      <dgm:spPr/>
      <dgm:t>
        <a:bodyPr/>
        <a:lstStyle/>
        <a:p>
          <a:endParaRPr lang="en-US"/>
        </a:p>
      </dgm:t>
    </dgm:pt>
    <dgm:pt modelId="{2C8F2321-0158-4768-8C07-65D16761F038}" type="sibTrans" cxnId="{2C23565B-1D46-43AB-B70A-CCFAE94860EB}">
      <dgm:prSet/>
      <dgm:spPr/>
      <dgm:t>
        <a:bodyPr/>
        <a:lstStyle/>
        <a:p>
          <a:endParaRPr lang="en-US"/>
        </a:p>
      </dgm:t>
    </dgm:pt>
    <dgm:pt modelId="{65F26115-6C02-4470-BB71-D4D3367AE66A}">
      <dgm:prSet custT="1"/>
      <dgm:spPr/>
      <dgm:t>
        <a:bodyPr/>
        <a:lstStyle/>
        <a:p>
          <a:r>
            <a:rPr lang="en-US" sz="2000" b="1" u="sng"/>
            <a:t>Step 1: Determine the data that needs to be collected</a:t>
          </a:r>
          <a:endParaRPr lang="en-US" sz="2000"/>
        </a:p>
      </dgm:t>
    </dgm:pt>
    <dgm:pt modelId="{EF3CE99D-17DA-45C3-8C8A-6834389E2BC1}" type="parTrans" cxnId="{24D5918C-2C83-4625-9A92-2E74120BEACB}">
      <dgm:prSet/>
      <dgm:spPr/>
      <dgm:t>
        <a:bodyPr/>
        <a:lstStyle/>
        <a:p>
          <a:endParaRPr lang="en-US"/>
        </a:p>
      </dgm:t>
    </dgm:pt>
    <dgm:pt modelId="{94E1E762-09D2-4313-ADCD-7BFE94D6587C}" type="sibTrans" cxnId="{24D5918C-2C83-4625-9A92-2E74120BEACB}">
      <dgm:prSet/>
      <dgm:spPr/>
      <dgm:t>
        <a:bodyPr/>
        <a:lstStyle/>
        <a:p>
          <a:endParaRPr lang="en-US"/>
        </a:p>
      </dgm:t>
    </dgm:pt>
    <dgm:pt modelId="{C01F6D1F-2E66-48E7-823E-15E3CF813926}">
      <dgm:prSet/>
      <dgm:spPr/>
      <dgm:t>
        <a:bodyPr/>
        <a:lstStyle/>
        <a:p>
          <a:r>
            <a:rPr lang="en-US" dirty="0"/>
            <a:t>Key performance indicators from each piece of architecture that needs to be monitored. </a:t>
          </a:r>
        </a:p>
      </dgm:t>
    </dgm:pt>
    <dgm:pt modelId="{FFD8F1DE-9D94-44CF-8B23-BF612EAE811D}" type="parTrans" cxnId="{66C4F9FC-8B97-4BB1-BDDD-10D86D3989A7}">
      <dgm:prSet/>
      <dgm:spPr/>
      <dgm:t>
        <a:bodyPr/>
        <a:lstStyle/>
        <a:p>
          <a:endParaRPr lang="en-US"/>
        </a:p>
      </dgm:t>
    </dgm:pt>
    <dgm:pt modelId="{C2929907-94EF-4CC2-A809-46B344E10575}" type="sibTrans" cxnId="{66C4F9FC-8B97-4BB1-BDDD-10D86D3989A7}">
      <dgm:prSet/>
      <dgm:spPr/>
      <dgm:t>
        <a:bodyPr/>
        <a:lstStyle/>
        <a:p>
          <a:endParaRPr lang="en-US"/>
        </a:p>
      </dgm:t>
    </dgm:pt>
    <dgm:pt modelId="{CC8A7EBF-94A8-49D2-BC50-1DBA1BE89F2D}">
      <dgm:prSet/>
      <dgm:spPr/>
      <dgm:t>
        <a:bodyPr/>
        <a:lstStyle/>
        <a:p>
          <a:r>
            <a:rPr lang="en-US" dirty="0"/>
            <a:t>Uptime – How often is a device sending and receiving data.</a:t>
          </a:r>
        </a:p>
      </dgm:t>
    </dgm:pt>
    <dgm:pt modelId="{F2751155-E526-4D65-85BC-02C8FECB151A}" type="parTrans" cxnId="{E9EF4F2F-77F8-4699-9B63-3D680DE62204}">
      <dgm:prSet/>
      <dgm:spPr/>
      <dgm:t>
        <a:bodyPr/>
        <a:lstStyle/>
        <a:p>
          <a:endParaRPr lang="en-US"/>
        </a:p>
      </dgm:t>
    </dgm:pt>
    <dgm:pt modelId="{20183A98-33FC-4AAF-8183-7E7280863668}" type="sibTrans" cxnId="{E9EF4F2F-77F8-4699-9B63-3D680DE62204}">
      <dgm:prSet/>
      <dgm:spPr/>
      <dgm:t>
        <a:bodyPr/>
        <a:lstStyle/>
        <a:p>
          <a:endParaRPr lang="en-US"/>
        </a:p>
      </dgm:t>
    </dgm:pt>
    <dgm:pt modelId="{38109D8D-72D4-4A01-B4B3-6FA40D65F7B9}">
      <dgm:prSet/>
      <dgm:spPr/>
      <dgm:t>
        <a:bodyPr/>
        <a:lstStyle/>
        <a:p>
          <a:r>
            <a:rPr lang="en-US" dirty="0"/>
            <a:t>CPU Utilization – What percent of computer resources are being used on a device. </a:t>
          </a:r>
        </a:p>
      </dgm:t>
    </dgm:pt>
    <dgm:pt modelId="{DAD22476-5362-4198-AB35-11E918E7E66B}" type="parTrans" cxnId="{6FF025C6-7118-45CE-8650-75812AE17216}">
      <dgm:prSet/>
      <dgm:spPr/>
      <dgm:t>
        <a:bodyPr/>
        <a:lstStyle/>
        <a:p>
          <a:endParaRPr lang="en-US"/>
        </a:p>
      </dgm:t>
    </dgm:pt>
    <dgm:pt modelId="{097BA300-E963-4E3C-9786-2527124C18FF}" type="sibTrans" cxnId="{6FF025C6-7118-45CE-8650-75812AE17216}">
      <dgm:prSet/>
      <dgm:spPr/>
      <dgm:t>
        <a:bodyPr/>
        <a:lstStyle/>
        <a:p>
          <a:endParaRPr lang="en-US"/>
        </a:p>
      </dgm:t>
    </dgm:pt>
    <dgm:pt modelId="{D428946C-53D7-47E5-8A96-8BCB42D9CB7B}">
      <dgm:prSet/>
      <dgm:spPr/>
      <dgm:t>
        <a:bodyPr/>
        <a:lstStyle/>
        <a:p>
          <a:r>
            <a:rPr lang="en-US"/>
            <a:t>Throughput – Amount of traffic passing through a device.</a:t>
          </a:r>
        </a:p>
      </dgm:t>
    </dgm:pt>
    <dgm:pt modelId="{73487A40-09A8-4C5E-9005-D938941B09AC}" type="parTrans" cxnId="{C1E4E07A-2177-459B-BDEB-B3345FC94ED1}">
      <dgm:prSet/>
      <dgm:spPr/>
      <dgm:t>
        <a:bodyPr/>
        <a:lstStyle/>
        <a:p>
          <a:endParaRPr lang="en-US"/>
        </a:p>
      </dgm:t>
    </dgm:pt>
    <dgm:pt modelId="{0D40399A-A8DE-4C6C-9B8B-702A1CF2EF4C}" type="sibTrans" cxnId="{C1E4E07A-2177-459B-BDEB-B3345FC94ED1}">
      <dgm:prSet/>
      <dgm:spPr/>
      <dgm:t>
        <a:bodyPr/>
        <a:lstStyle/>
        <a:p>
          <a:endParaRPr lang="en-US"/>
        </a:p>
      </dgm:t>
    </dgm:pt>
    <dgm:pt modelId="{3D4F8720-F826-4EC0-9614-5202F0B62DD5}">
      <dgm:prSet/>
      <dgm:spPr/>
      <dgm:t>
        <a:bodyPr/>
        <a:lstStyle/>
        <a:p>
          <a:r>
            <a:rPr lang="en-US"/>
            <a:t>Bandwith Usage - Amount of data that is being sent and received by a device.</a:t>
          </a:r>
        </a:p>
      </dgm:t>
    </dgm:pt>
    <dgm:pt modelId="{9F8FBA68-73E3-48F6-8E12-CD0C71D73777}" type="parTrans" cxnId="{C6612C33-983D-4596-B13B-5489EB21CADC}">
      <dgm:prSet/>
      <dgm:spPr/>
      <dgm:t>
        <a:bodyPr/>
        <a:lstStyle/>
        <a:p>
          <a:endParaRPr lang="en-US"/>
        </a:p>
      </dgm:t>
    </dgm:pt>
    <dgm:pt modelId="{2FA48814-AD8C-42D2-A871-6EB743174789}" type="sibTrans" cxnId="{C6612C33-983D-4596-B13B-5489EB21CADC}">
      <dgm:prSet/>
      <dgm:spPr/>
      <dgm:t>
        <a:bodyPr/>
        <a:lstStyle/>
        <a:p>
          <a:endParaRPr lang="en-US"/>
        </a:p>
      </dgm:t>
    </dgm:pt>
    <dgm:pt modelId="{60E1041D-EDA3-4822-BFAB-AE58D6423B35}" type="pres">
      <dgm:prSet presAssocID="{A382DD39-E090-4BA7-814E-4278D16F5273}" presName="linear" presStyleCnt="0">
        <dgm:presLayoutVars>
          <dgm:dir/>
          <dgm:animLvl val="lvl"/>
          <dgm:resizeHandles val="exact"/>
        </dgm:presLayoutVars>
      </dgm:prSet>
      <dgm:spPr/>
    </dgm:pt>
    <dgm:pt modelId="{ABEA2675-C9F5-4BDF-B39F-0C3D0E42DC4C}" type="pres">
      <dgm:prSet presAssocID="{A5765CCD-00FF-4F9E-8EF3-677C20285BED}" presName="parentLin" presStyleCnt="0"/>
      <dgm:spPr/>
    </dgm:pt>
    <dgm:pt modelId="{DD5C3689-C5AF-4620-9539-AA65B3C0998A}" type="pres">
      <dgm:prSet presAssocID="{A5765CCD-00FF-4F9E-8EF3-677C20285BED}" presName="parentLeftMargin" presStyleLbl="node1" presStyleIdx="0" presStyleCnt="2"/>
      <dgm:spPr/>
    </dgm:pt>
    <dgm:pt modelId="{06B4926F-6FC4-4D5A-90AE-5FFB7E55C32E}" type="pres">
      <dgm:prSet presAssocID="{A5765CCD-00FF-4F9E-8EF3-677C20285BED}" presName="parentText" presStyleLbl="node1" presStyleIdx="0" presStyleCnt="2">
        <dgm:presLayoutVars>
          <dgm:chMax val="0"/>
          <dgm:bulletEnabled val="1"/>
        </dgm:presLayoutVars>
      </dgm:prSet>
      <dgm:spPr/>
    </dgm:pt>
    <dgm:pt modelId="{861333E6-3E31-4F5B-B3EB-8CED0413DF09}" type="pres">
      <dgm:prSet presAssocID="{A5765CCD-00FF-4F9E-8EF3-677C20285BED}" presName="negativeSpace" presStyleCnt="0"/>
      <dgm:spPr/>
    </dgm:pt>
    <dgm:pt modelId="{B6B144E9-7674-4520-BB00-BFC68443FDC6}" type="pres">
      <dgm:prSet presAssocID="{A5765CCD-00FF-4F9E-8EF3-677C20285BED}" presName="childText" presStyleLbl="conFgAcc1" presStyleIdx="0" presStyleCnt="2">
        <dgm:presLayoutVars>
          <dgm:bulletEnabled val="1"/>
        </dgm:presLayoutVars>
      </dgm:prSet>
      <dgm:spPr/>
    </dgm:pt>
    <dgm:pt modelId="{F1DEE002-AEF6-4146-BE48-514F655386B3}" type="pres">
      <dgm:prSet presAssocID="{B97C3B33-F405-4DD8-A4FF-AED65DDA1253}" presName="spaceBetweenRectangles" presStyleCnt="0"/>
      <dgm:spPr/>
    </dgm:pt>
    <dgm:pt modelId="{02D51242-1F2A-4FC3-9AA0-B694D8CACD8B}" type="pres">
      <dgm:prSet presAssocID="{65F26115-6C02-4470-BB71-D4D3367AE66A}" presName="parentLin" presStyleCnt="0"/>
      <dgm:spPr/>
    </dgm:pt>
    <dgm:pt modelId="{05CD257F-9F29-4FED-870D-4B966EB3477E}" type="pres">
      <dgm:prSet presAssocID="{65F26115-6C02-4470-BB71-D4D3367AE66A}" presName="parentLeftMargin" presStyleLbl="node1" presStyleIdx="0" presStyleCnt="2"/>
      <dgm:spPr/>
    </dgm:pt>
    <dgm:pt modelId="{E3A4E976-62A4-44F4-8799-C7FCB11CDEB8}" type="pres">
      <dgm:prSet presAssocID="{65F26115-6C02-4470-BB71-D4D3367AE66A}" presName="parentText" presStyleLbl="node1" presStyleIdx="1" presStyleCnt="2" custScaleX="124549">
        <dgm:presLayoutVars>
          <dgm:chMax val="0"/>
          <dgm:bulletEnabled val="1"/>
        </dgm:presLayoutVars>
      </dgm:prSet>
      <dgm:spPr/>
    </dgm:pt>
    <dgm:pt modelId="{20EAAA01-5B5B-437F-BF32-94624392A7A7}" type="pres">
      <dgm:prSet presAssocID="{65F26115-6C02-4470-BB71-D4D3367AE66A}" presName="negativeSpace" presStyleCnt="0"/>
      <dgm:spPr/>
    </dgm:pt>
    <dgm:pt modelId="{039921A7-9DC9-43AA-B007-CD2AF9616159}" type="pres">
      <dgm:prSet presAssocID="{65F26115-6C02-4470-BB71-D4D3367AE66A}" presName="childText" presStyleLbl="conFgAcc1" presStyleIdx="1" presStyleCnt="2" custLinFactNeighborX="312" custLinFactNeighborY="-20114">
        <dgm:presLayoutVars>
          <dgm:bulletEnabled val="1"/>
        </dgm:presLayoutVars>
      </dgm:prSet>
      <dgm:spPr/>
    </dgm:pt>
  </dgm:ptLst>
  <dgm:cxnLst>
    <dgm:cxn modelId="{E9EF4F2F-77F8-4699-9B63-3D680DE62204}" srcId="{C01F6D1F-2E66-48E7-823E-15E3CF813926}" destId="{CC8A7EBF-94A8-49D2-BC50-1DBA1BE89F2D}" srcOrd="0" destOrd="0" parTransId="{F2751155-E526-4D65-85BC-02C8FECB151A}" sibTransId="{20183A98-33FC-4AAF-8183-7E7280863668}"/>
    <dgm:cxn modelId="{C6612C33-983D-4596-B13B-5489EB21CADC}" srcId="{C01F6D1F-2E66-48E7-823E-15E3CF813926}" destId="{3D4F8720-F826-4EC0-9614-5202F0B62DD5}" srcOrd="3" destOrd="0" parTransId="{9F8FBA68-73E3-48F6-8E12-CD0C71D73777}" sibTransId="{2FA48814-AD8C-42D2-A871-6EB743174789}"/>
    <dgm:cxn modelId="{8F22C73E-FA84-42C0-9A50-19FC7D38FFA5}" type="presOf" srcId="{A5765CCD-00FF-4F9E-8EF3-677C20285BED}" destId="{DD5C3689-C5AF-4620-9539-AA65B3C0998A}" srcOrd="0" destOrd="0" presId="urn:microsoft.com/office/officeart/2005/8/layout/list1"/>
    <dgm:cxn modelId="{2C23565B-1D46-43AB-B70A-CCFAE94860EB}" srcId="{A5765CCD-00FF-4F9E-8EF3-677C20285BED}" destId="{FFB11D81-1012-4097-98A4-ACB3B66E9A1A}" srcOrd="0" destOrd="0" parTransId="{E6B04ECD-66E8-484F-9B76-2D7AB69614AC}" sibTransId="{2C8F2321-0158-4768-8C07-65D16761F038}"/>
    <dgm:cxn modelId="{A3C28268-301F-466B-AACD-623713B278D0}" type="presOf" srcId="{38109D8D-72D4-4A01-B4B3-6FA40D65F7B9}" destId="{039921A7-9DC9-43AA-B007-CD2AF9616159}" srcOrd="0" destOrd="2" presId="urn:microsoft.com/office/officeart/2005/8/layout/list1"/>
    <dgm:cxn modelId="{39198B57-00B9-4A82-91FF-9F479E646695}" type="presOf" srcId="{A382DD39-E090-4BA7-814E-4278D16F5273}" destId="{60E1041D-EDA3-4822-BFAB-AE58D6423B35}" srcOrd="0" destOrd="0" presId="urn:microsoft.com/office/officeart/2005/8/layout/list1"/>
    <dgm:cxn modelId="{3D4FF859-7111-46F5-ACAC-CB0CC42CAA27}" type="presOf" srcId="{A5765CCD-00FF-4F9E-8EF3-677C20285BED}" destId="{06B4926F-6FC4-4D5A-90AE-5FFB7E55C32E}" srcOrd="1" destOrd="0" presId="urn:microsoft.com/office/officeart/2005/8/layout/list1"/>
    <dgm:cxn modelId="{6E72107A-A20E-494B-9D15-467EC67EED26}" type="presOf" srcId="{FFB11D81-1012-4097-98A4-ACB3B66E9A1A}" destId="{B6B144E9-7674-4520-BB00-BFC68443FDC6}" srcOrd="0" destOrd="0" presId="urn:microsoft.com/office/officeart/2005/8/layout/list1"/>
    <dgm:cxn modelId="{C1E4E07A-2177-459B-BDEB-B3345FC94ED1}" srcId="{C01F6D1F-2E66-48E7-823E-15E3CF813926}" destId="{D428946C-53D7-47E5-8A96-8BCB42D9CB7B}" srcOrd="2" destOrd="0" parTransId="{73487A40-09A8-4C5E-9005-D938941B09AC}" sibTransId="{0D40399A-A8DE-4C6C-9B8B-702A1CF2EF4C}"/>
    <dgm:cxn modelId="{778CB383-A4BA-4903-935F-4EF4767F58F8}" type="presOf" srcId="{D428946C-53D7-47E5-8A96-8BCB42D9CB7B}" destId="{039921A7-9DC9-43AA-B007-CD2AF9616159}" srcOrd="0" destOrd="3" presId="urn:microsoft.com/office/officeart/2005/8/layout/list1"/>
    <dgm:cxn modelId="{2323F386-F120-4D47-9F9A-89A969CFD4E1}" srcId="{A382DD39-E090-4BA7-814E-4278D16F5273}" destId="{A5765CCD-00FF-4F9E-8EF3-677C20285BED}" srcOrd="0" destOrd="0" parTransId="{A5A1F8B7-5BED-456A-89BE-97D44CE40CBA}" sibTransId="{B97C3B33-F405-4DD8-A4FF-AED65DDA1253}"/>
    <dgm:cxn modelId="{24D5918C-2C83-4625-9A92-2E74120BEACB}" srcId="{A382DD39-E090-4BA7-814E-4278D16F5273}" destId="{65F26115-6C02-4470-BB71-D4D3367AE66A}" srcOrd="1" destOrd="0" parTransId="{EF3CE99D-17DA-45C3-8C8A-6834389E2BC1}" sibTransId="{94E1E762-09D2-4313-ADCD-7BFE94D6587C}"/>
    <dgm:cxn modelId="{E5DBE1BE-539C-46E7-8ED9-1B4F60076CA8}" type="presOf" srcId="{65F26115-6C02-4470-BB71-D4D3367AE66A}" destId="{05CD257F-9F29-4FED-870D-4B966EB3477E}" srcOrd="0" destOrd="0" presId="urn:microsoft.com/office/officeart/2005/8/layout/list1"/>
    <dgm:cxn modelId="{5EBCF3C3-6720-41BD-972E-01A909B1FDFD}" type="presOf" srcId="{C01F6D1F-2E66-48E7-823E-15E3CF813926}" destId="{039921A7-9DC9-43AA-B007-CD2AF9616159}" srcOrd="0" destOrd="0" presId="urn:microsoft.com/office/officeart/2005/8/layout/list1"/>
    <dgm:cxn modelId="{6FF025C6-7118-45CE-8650-75812AE17216}" srcId="{C01F6D1F-2E66-48E7-823E-15E3CF813926}" destId="{38109D8D-72D4-4A01-B4B3-6FA40D65F7B9}" srcOrd="1" destOrd="0" parTransId="{DAD22476-5362-4198-AB35-11E918E7E66B}" sibTransId="{097BA300-E963-4E3C-9786-2527124C18FF}"/>
    <dgm:cxn modelId="{A4E08FDB-8F2E-4952-A49D-4F41C68D41B2}" type="presOf" srcId="{65F26115-6C02-4470-BB71-D4D3367AE66A}" destId="{E3A4E976-62A4-44F4-8799-C7FCB11CDEB8}" srcOrd="1" destOrd="0" presId="urn:microsoft.com/office/officeart/2005/8/layout/list1"/>
    <dgm:cxn modelId="{39D951E6-4459-4F1A-B66A-3F77ECA51DEE}" type="presOf" srcId="{3D4F8720-F826-4EC0-9614-5202F0B62DD5}" destId="{039921A7-9DC9-43AA-B007-CD2AF9616159}" srcOrd="0" destOrd="4" presId="urn:microsoft.com/office/officeart/2005/8/layout/list1"/>
    <dgm:cxn modelId="{079D61FA-078A-49C9-A505-3C9BDFB7003A}" type="presOf" srcId="{CC8A7EBF-94A8-49D2-BC50-1DBA1BE89F2D}" destId="{039921A7-9DC9-43AA-B007-CD2AF9616159}" srcOrd="0" destOrd="1" presId="urn:microsoft.com/office/officeart/2005/8/layout/list1"/>
    <dgm:cxn modelId="{66C4F9FC-8B97-4BB1-BDDD-10D86D3989A7}" srcId="{65F26115-6C02-4470-BB71-D4D3367AE66A}" destId="{C01F6D1F-2E66-48E7-823E-15E3CF813926}" srcOrd="0" destOrd="0" parTransId="{FFD8F1DE-9D94-44CF-8B23-BF612EAE811D}" sibTransId="{C2929907-94EF-4CC2-A809-46B344E10575}"/>
    <dgm:cxn modelId="{1107B124-61FD-480B-A765-AA89B36E1C3D}" type="presParOf" srcId="{60E1041D-EDA3-4822-BFAB-AE58D6423B35}" destId="{ABEA2675-C9F5-4BDF-B39F-0C3D0E42DC4C}" srcOrd="0" destOrd="0" presId="urn:microsoft.com/office/officeart/2005/8/layout/list1"/>
    <dgm:cxn modelId="{428C5D68-4ADF-431A-AFC6-F71864E20312}" type="presParOf" srcId="{ABEA2675-C9F5-4BDF-B39F-0C3D0E42DC4C}" destId="{DD5C3689-C5AF-4620-9539-AA65B3C0998A}" srcOrd="0" destOrd="0" presId="urn:microsoft.com/office/officeart/2005/8/layout/list1"/>
    <dgm:cxn modelId="{78525167-F15E-4931-B0C7-5854736278B0}" type="presParOf" srcId="{ABEA2675-C9F5-4BDF-B39F-0C3D0E42DC4C}" destId="{06B4926F-6FC4-4D5A-90AE-5FFB7E55C32E}" srcOrd="1" destOrd="0" presId="urn:microsoft.com/office/officeart/2005/8/layout/list1"/>
    <dgm:cxn modelId="{1A0D4D13-88CD-4058-A1E0-8EFF5DBFBDD6}" type="presParOf" srcId="{60E1041D-EDA3-4822-BFAB-AE58D6423B35}" destId="{861333E6-3E31-4F5B-B3EB-8CED0413DF09}" srcOrd="1" destOrd="0" presId="urn:microsoft.com/office/officeart/2005/8/layout/list1"/>
    <dgm:cxn modelId="{F770AE2D-DB58-4B80-99C2-AA9394CC68E4}" type="presParOf" srcId="{60E1041D-EDA3-4822-BFAB-AE58D6423B35}" destId="{B6B144E9-7674-4520-BB00-BFC68443FDC6}" srcOrd="2" destOrd="0" presId="urn:microsoft.com/office/officeart/2005/8/layout/list1"/>
    <dgm:cxn modelId="{B4858C44-5035-4366-949F-07773C6F7910}" type="presParOf" srcId="{60E1041D-EDA3-4822-BFAB-AE58D6423B35}" destId="{F1DEE002-AEF6-4146-BE48-514F655386B3}" srcOrd="3" destOrd="0" presId="urn:microsoft.com/office/officeart/2005/8/layout/list1"/>
    <dgm:cxn modelId="{E1A8A5E2-5320-4C5D-AF2D-1083B554A07F}" type="presParOf" srcId="{60E1041D-EDA3-4822-BFAB-AE58D6423B35}" destId="{02D51242-1F2A-4FC3-9AA0-B694D8CACD8B}" srcOrd="4" destOrd="0" presId="urn:microsoft.com/office/officeart/2005/8/layout/list1"/>
    <dgm:cxn modelId="{AA309070-46D3-4708-B39F-E86736445E5E}" type="presParOf" srcId="{02D51242-1F2A-4FC3-9AA0-B694D8CACD8B}" destId="{05CD257F-9F29-4FED-870D-4B966EB3477E}" srcOrd="0" destOrd="0" presId="urn:microsoft.com/office/officeart/2005/8/layout/list1"/>
    <dgm:cxn modelId="{35980CEF-A9C8-4F6B-BF80-E8527E141DC6}" type="presParOf" srcId="{02D51242-1F2A-4FC3-9AA0-B694D8CACD8B}" destId="{E3A4E976-62A4-44F4-8799-C7FCB11CDEB8}" srcOrd="1" destOrd="0" presId="urn:microsoft.com/office/officeart/2005/8/layout/list1"/>
    <dgm:cxn modelId="{712D519C-90E4-4BA7-B2CD-AC004FC2FB68}" type="presParOf" srcId="{60E1041D-EDA3-4822-BFAB-AE58D6423B35}" destId="{20EAAA01-5B5B-437F-BF32-94624392A7A7}" srcOrd="5" destOrd="0" presId="urn:microsoft.com/office/officeart/2005/8/layout/list1"/>
    <dgm:cxn modelId="{55EBD3D6-46D2-4060-8505-C932BF706A46}" type="presParOf" srcId="{60E1041D-EDA3-4822-BFAB-AE58D6423B35}" destId="{039921A7-9DC9-43AA-B007-CD2AF961615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ADAD07D-A3D3-44CD-9E47-71A715D98B4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D06A916-4D33-4CA8-BE2D-61D5E4777ABD}">
      <dgm:prSet/>
      <dgm:spPr/>
      <dgm:t>
        <a:bodyPr/>
        <a:lstStyle/>
        <a:p>
          <a:r>
            <a:rPr lang="en-US" b="1" u="sng"/>
            <a:t>Step 2: Choosing the right dimensions and measures from the existing database</a:t>
          </a:r>
          <a:endParaRPr lang="en-US"/>
        </a:p>
      </dgm:t>
    </dgm:pt>
    <dgm:pt modelId="{B8BCAE8D-E5E5-404E-B8FC-B66937558527}" type="parTrans" cxnId="{44B3003E-070F-449F-BB5B-066DA4095210}">
      <dgm:prSet/>
      <dgm:spPr/>
      <dgm:t>
        <a:bodyPr/>
        <a:lstStyle/>
        <a:p>
          <a:endParaRPr lang="en-US"/>
        </a:p>
      </dgm:t>
    </dgm:pt>
    <dgm:pt modelId="{47E437CC-4276-4C2C-BEBE-7E1AD6AB2DAF}" type="sibTrans" cxnId="{44B3003E-070F-449F-BB5B-066DA4095210}">
      <dgm:prSet/>
      <dgm:spPr/>
      <dgm:t>
        <a:bodyPr/>
        <a:lstStyle/>
        <a:p>
          <a:endParaRPr lang="en-US"/>
        </a:p>
      </dgm:t>
    </dgm:pt>
    <dgm:pt modelId="{568CE9AC-23A1-444D-979F-4C8A4649DA1D}">
      <dgm:prSet/>
      <dgm:spPr/>
      <dgm:t>
        <a:bodyPr/>
        <a:lstStyle/>
        <a:p>
          <a:r>
            <a:rPr lang="en-US"/>
            <a:t>Need to ensure that the dimensions make sense and that they are consistent across the applications OptimaTech has deployed.</a:t>
          </a:r>
        </a:p>
      </dgm:t>
    </dgm:pt>
    <dgm:pt modelId="{C23E99CD-BB43-4252-9A34-7E553C0E2289}" type="parTrans" cxnId="{038F5FC4-7225-4C01-ADFD-94FC411A8336}">
      <dgm:prSet/>
      <dgm:spPr/>
      <dgm:t>
        <a:bodyPr/>
        <a:lstStyle/>
        <a:p>
          <a:endParaRPr lang="en-US"/>
        </a:p>
      </dgm:t>
    </dgm:pt>
    <dgm:pt modelId="{D03DF0A6-81AD-42FE-A079-77A920FC9243}" type="sibTrans" cxnId="{038F5FC4-7225-4C01-ADFD-94FC411A8336}">
      <dgm:prSet/>
      <dgm:spPr/>
      <dgm:t>
        <a:bodyPr/>
        <a:lstStyle/>
        <a:p>
          <a:endParaRPr lang="en-US"/>
        </a:p>
      </dgm:t>
    </dgm:pt>
    <dgm:pt modelId="{137A4783-D202-41FF-ACD7-8B388CDA9EFD}">
      <dgm:prSet/>
      <dgm:spPr/>
      <dgm:t>
        <a:bodyPr/>
        <a:lstStyle/>
        <a:p>
          <a:r>
            <a:rPr lang="en-US"/>
            <a:t>Choosing the right dimensions will make querying and filtering easier and faster for analysis.</a:t>
          </a:r>
        </a:p>
      </dgm:t>
    </dgm:pt>
    <dgm:pt modelId="{D6703D82-270E-4753-A356-99D7C00A51BB}" type="parTrans" cxnId="{7DDCA850-1F77-4908-BDC0-D40341BCF73A}">
      <dgm:prSet/>
      <dgm:spPr/>
      <dgm:t>
        <a:bodyPr/>
        <a:lstStyle/>
        <a:p>
          <a:endParaRPr lang="en-US"/>
        </a:p>
      </dgm:t>
    </dgm:pt>
    <dgm:pt modelId="{063350BE-009B-4CF0-A3D9-9CB7F7115396}" type="sibTrans" cxnId="{7DDCA850-1F77-4908-BDC0-D40341BCF73A}">
      <dgm:prSet/>
      <dgm:spPr/>
      <dgm:t>
        <a:bodyPr/>
        <a:lstStyle/>
        <a:p>
          <a:endParaRPr lang="en-US"/>
        </a:p>
      </dgm:t>
    </dgm:pt>
    <dgm:pt modelId="{1FB3C69C-5A31-401C-99A8-1A56D9DD4D27}">
      <dgm:prSet/>
      <dgm:spPr/>
      <dgm:t>
        <a:bodyPr/>
        <a:lstStyle/>
        <a:p>
          <a:r>
            <a:rPr lang="en-US" dirty="0" err="1"/>
            <a:t>Application_ID</a:t>
          </a:r>
          <a:r>
            <a:rPr lang="en-US" dirty="0"/>
            <a:t> – specify which application the architecture is being used on.</a:t>
          </a:r>
        </a:p>
      </dgm:t>
    </dgm:pt>
    <dgm:pt modelId="{C56E029C-E56D-4931-96A0-5421F5AAE278}" type="parTrans" cxnId="{CA849E0A-C013-4C6B-960B-081DB23517F8}">
      <dgm:prSet/>
      <dgm:spPr/>
      <dgm:t>
        <a:bodyPr/>
        <a:lstStyle/>
        <a:p>
          <a:endParaRPr lang="en-US"/>
        </a:p>
      </dgm:t>
    </dgm:pt>
    <dgm:pt modelId="{B07D19FA-6066-40A6-953C-45C88140ECE8}" type="sibTrans" cxnId="{CA849E0A-C013-4C6B-960B-081DB23517F8}">
      <dgm:prSet/>
      <dgm:spPr/>
      <dgm:t>
        <a:bodyPr/>
        <a:lstStyle/>
        <a:p>
          <a:endParaRPr lang="en-US"/>
        </a:p>
      </dgm:t>
    </dgm:pt>
    <dgm:pt modelId="{447FE9CA-9141-4776-AD48-7F991D2219B3}">
      <dgm:prSet/>
      <dgm:spPr/>
      <dgm:t>
        <a:bodyPr/>
        <a:lstStyle/>
        <a:p>
          <a:r>
            <a:rPr lang="en-US" dirty="0" err="1"/>
            <a:t>Application_Name</a:t>
          </a:r>
          <a:r>
            <a:rPr lang="en-US" dirty="0"/>
            <a:t> – easier when pulling data for analytics for efficient queries and visualization.</a:t>
          </a:r>
        </a:p>
      </dgm:t>
    </dgm:pt>
    <dgm:pt modelId="{443B353D-4713-4B30-A9D4-4148EDFBEE86}" type="parTrans" cxnId="{27235586-49ED-4BB9-8988-12C6196AADB2}">
      <dgm:prSet/>
      <dgm:spPr/>
      <dgm:t>
        <a:bodyPr/>
        <a:lstStyle/>
        <a:p>
          <a:endParaRPr lang="en-US"/>
        </a:p>
      </dgm:t>
    </dgm:pt>
    <dgm:pt modelId="{FDDE4314-2BFF-4C28-8541-641153C69F96}" type="sibTrans" cxnId="{27235586-49ED-4BB9-8988-12C6196AADB2}">
      <dgm:prSet/>
      <dgm:spPr/>
      <dgm:t>
        <a:bodyPr/>
        <a:lstStyle/>
        <a:p>
          <a:endParaRPr lang="en-US"/>
        </a:p>
      </dgm:t>
    </dgm:pt>
    <dgm:pt modelId="{5983D51F-4056-4299-B121-102A8B43C9DA}">
      <dgm:prSet/>
      <dgm:spPr/>
      <dgm:t>
        <a:bodyPr/>
        <a:lstStyle/>
        <a:p>
          <a:r>
            <a:rPr lang="en-US" dirty="0" err="1"/>
            <a:t>Time_Stamp</a:t>
          </a:r>
          <a:r>
            <a:rPr lang="en-US" dirty="0"/>
            <a:t> – Need to pull a timestamp for time series data to be effective.</a:t>
          </a:r>
        </a:p>
      </dgm:t>
    </dgm:pt>
    <dgm:pt modelId="{8509C1AC-D325-488E-A7F4-D03F745E05B4}" type="parTrans" cxnId="{A764804B-8B2C-45B4-9923-82DFBD46F444}">
      <dgm:prSet/>
      <dgm:spPr/>
      <dgm:t>
        <a:bodyPr/>
        <a:lstStyle/>
        <a:p>
          <a:endParaRPr lang="en-US"/>
        </a:p>
      </dgm:t>
    </dgm:pt>
    <dgm:pt modelId="{0054BE70-9B80-4775-87C9-BC76B836B568}" type="sibTrans" cxnId="{A764804B-8B2C-45B4-9923-82DFBD46F444}">
      <dgm:prSet/>
      <dgm:spPr/>
      <dgm:t>
        <a:bodyPr/>
        <a:lstStyle/>
        <a:p>
          <a:endParaRPr lang="en-US"/>
        </a:p>
      </dgm:t>
    </dgm:pt>
    <dgm:pt modelId="{70175604-CC73-47B4-BEE6-DD2E2F475B18}">
      <dgm:prSet/>
      <dgm:spPr/>
      <dgm:t>
        <a:bodyPr/>
        <a:lstStyle/>
        <a:p>
          <a:r>
            <a:rPr lang="en-US" dirty="0" err="1"/>
            <a:t>CPU_Usage</a:t>
          </a:r>
          <a:r>
            <a:rPr lang="en-US" dirty="0"/>
            <a:t> – This will determine the load on the application and could even trigger scaling policies if needed.</a:t>
          </a:r>
        </a:p>
      </dgm:t>
    </dgm:pt>
    <dgm:pt modelId="{9C59087D-0BBD-4B0D-BF12-3469F33436FC}" type="parTrans" cxnId="{867953D3-9E69-4419-9DC7-327DA823475D}">
      <dgm:prSet/>
      <dgm:spPr/>
      <dgm:t>
        <a:bodyPr/>
        <a:lstStyle/>
        <a:p>
          <a:endParaRPr lang="en-US"/>
        </a:p>
      </dgm:t>
    </dgm:pt>
    <dgm:pt modelId="{78B2D6B1-20F8-49C9-B236-F7A8FB9021A6}" type="sibTrans" cxnId="{867953D3-9E69-4419-9DC7-327DA823475D}">
      <dgm:prSet/>
      <dgm:spPr/>
      <dgm:t>
        <a:bodyPr/>
        <a:lstStyle/>
        <a:p>
          <a:endParaRPr lang="en-US"/>
        </a:p>
      </dgm:t>
    </dgm:pt>
    <dgm:pt modelId="{F2569079-BD03-4139-BE5B-0B909E49DB83}">
      <dgm:prSet/>
      <dgm:spPr/>
      <dgm:t>
        <a:bodyPr/>
        <a:lstStyle/>
        <a:p>
          <a:r>
            <a:rPr lang="en-US" dirty="0" err="1"/>
            <a:t>HTTP_Status</a:t>
          </a:r>
          <a:r>
            <a:rPr lang="en-US" dirty="0"/>
            <a:t> – Pulling this code will let you know if the application is running or not (Uptime).</a:t>
          </a:r>
        </a:p>
      </dgm:t>
    </dgm:pt>
    <dgm:pt modelId="{2CBC92AE-B6B9-4191-9D3D-AE8320685965}" type="parTrans" cxnId="{05E5089D-B55E-4BC6-969C-B4B827FBD1C0}">
      <dgm:prSet/>
      <dgm:spPr/>
      <dgm:t>
        <a:bodyPr/>
        <a:lstStyle/>
        <a:p>
          <a:endParaRPr lang="en-US"/>
        </a:p>
      </dgm:t>
    </dgm:pt>
    <dgm:pt modelId="{8EDD67ED-6382-4C5D-B7D6-60A392555407}" type="sibTrans" cxnId="{05E5089D-B55E-4BC6-969C-B4B827FBD1C0}">
      <dgm:prSet/>
      <dgm:spPr/>
      <dgm:t>
        <a:bodyPr/>
        <a:lstStyle/>
        <a:p>
          <a:endParaRPr lang="en-US"/>
        </a:p>
      </dgm:t>
    </dgm:pt>
    <dgm:pt modelId="{069DCDD3-797B-41B5-8450-07256C312123}">
      <dgm:prSet/>
      <dgm:spPr/>
      <dgm:t>
        <a:bodyPr/>
        <a:lstStyle/>
        <a:p>
          <a:r>
            <a:rPr lang="en-US" dirty="0" err="1"/>
            <a:t>Network_Throughput</a:t>
          </a:r>
          <a:r>
            <a:rPr lang="en-US" dirty="0"/>
            <a:t> – Value to let you know how much traffic is passing through an application.</a:t>
          </a:r>
        </a:p>
      </dgm:t>
    </dgm:pt>
    <dgm:pt modelId="{1F3F0FC7-57A6-4A90-924F-230D43DC36F1}" type="parTrans" cxnId="{844B5DC8-5C6D-437C-9111-8A304BA07046}">
      <dgm:prSet/>
      <dgm:spPr/>
      <dgm:t>
        <a:bodyPr/>
        <a:lstStyle/>
        <a:p>
          <a:endParaRPr lang="en-US"/>
        </a:p>
      </dgm:t>
    </dgm:pt>
    <dgm:pt modelId="{3656B48D-2134-4528-A75F-83B720DF051F}" type="sibTrans" cxnId="{844B5DC8-5C6D-437C-9111-8A304BA07046}">
      <dgm:prSet/>
      <dgm:spPr/>
      <dgm:t>
        <a:bodyPr/>
        <a:lstStyle/>
        <a:p>
          <a:endParaRPr lang="en-US"/>
        </a:p>
      </dgm:t>
    </dgm:pt>
    <dgm:pt modelId="{12D77B41-ED33-4057-91DB-9CF43EFD8C20}">
      <dgm:prSet/>
      <dgm:spPr/>
      <dgm:t>
        <a:bodyPr/>
        <a:lstStyle/>
        <a:p>
          <a:r>
            <a:rPr lang="en-US" dirty="0" err="1"/>
            <a:t>Memory_Usage</a:t>
          </a:r>
          <a:r>
            <a:rPr lang="en-US" dirty="0"/>
            <a:t> – Percent of memory used in an application.</a:t>
          </a:r>
        </a:p>
      </dgm:t>
    </dgm:pt>
    <dgm:pt modelId="{33A4D5D6-098A-43FD-9452-D8112EAE8EE7}" type="parTrans" cxnId="{818F72B9-4695-4C5E-B9A5-8C34865A4712}">
      <dgm:prSet/>
      <dgm:spPr/>
      <dgm:t>
        <a:bodyPr/>
        <a:lstStyle/>
        <a:p>
          <a:endParaRPr lang="en-US"/>
        </a:p>
      </dgm:t>
    </dgm:pt>
    <dgm:pt modelId="{E0E2200B-E9C3-49B4-BA7C-12888C21F539}" type="sibTrans" cxnId="{818F72B9-4695-4C5E-B9A5-8C34865A4712}">
      <dgm:prSet/>
      <dgm:spPr/>
      <dgm:t>
        <a:bodyPr/>
        <a:lstStyle/>
        <a:p>
          <a:endParaRPr lang="en-US"/>
        </a:p>
      </dgm:t>
    </dgm:pt>
    <dgm:pt modelId="{DFA6261B-FBE2-4954-B2B9-41777DEB3CEC}" type="pres">
      <dgm:prSet presAssocID="{0ADAD07D-A3D3-44CD-9E47-71A715D98B4B}" presName="linear" presStyleCnt="0">
        <dgm:presLayoutVars>
          <dgm:animLvl val="lvl"/>
          <dgm:resizeHandles val="exact"/>
        </dgm:presLayoutVars>
      </dgm:prSet>
      <dgm:spPr/>
    </dgm:pt>
    <dgm:pt modelId="{44BB4420-5393-4D1F-8BF0-7DD177157CB7}" type="pres">
      <dgm:prSet presAssocID="{ED06A916-4D33-4CA8-BE2D-61D5E4777ABD}" presName="parentText" presStyleLbl="node1" presStyleIdx="0" presStyleCnt="1">
        <dgm:presLayoutVars>
          <dgm:chMax val="0"/>
          <dgm:bulletEnabled val="1"/>
        </dgm:presLayoutVars>
      </dgm:prSet>
      <dgm:spPr/>
    </dgm:pt>
    <dgm:pt modelId="{3B364C83-8980-4C1E-BC53-331858A406A3}" type="pres">
      <dgm:prSet presAssocID="{ED06A916-4D33-4CA8-BE2D-61D5E4777ABD}" presName="childText" presStyleLbl="revTx" presStyleIdx="0" presStyleCnt="1">
        <dgm:presLayoutVars>
          <dgm:bulletEnabled val="1"/>
        </dgm:presLayoutVars>
      </dgm:prSet>
      <dgm:spPr/>
    </dgm:pt>
  </dgm:ptLst>
  <dgm:cxnLst>
    <dgm:cxn modelId="{CA849E0A-C013-4C6B-960B-081DB23517F8}" srcId="{ED06A916-4D33-4CA8-BE2D-61D5E4777ABD}" destId="{1FB3C69C-5A31-401C-99A8-1A56D9DD4D27}" srcOrd="2" destOrd="0" parTransId="{C56E029C-E56D-4931-96A0-5421F5AAE278}" sibTransId="{B07D19FA-6066-40A6-953C-45C88140ECE8}"/>
    <dgm:cxn modelId="{63AFD00A-65BA-462E-B677-67D0F5CCEFAC}" type="presOf" srcId="{447FE9CA-9141-4776-AD48-7F991D2219B3}" destId="{3B364C83-8980-4C1E-BC53-331858A406A3}" srcOrd="0" destOrd="3" presId="urn:microsoft.com/office/officeart/2005/8/layout/vList2"/>
    <dgm:cxn modelId="{F5FCE424-5B86-4F12-8517-0C609CB2185E}" type="presOf" srcId="{F2569079-BD03-4139-BE5B-0B909E49DB83}" destId="{3B364C83-8980-4C1E-BC53-331858A406A3}" srcOrd="0" destOrd="6" presId="urn:microsoft.com/office/officeart/2005/8/layout/vList2"/>
    <dgm:cxn modelId="{35EBA132-3CF8-464A-8DE0-DE1C8C42B745}" type="presOf" srcId="{069DCDD3-797B-41B5-8450-07256C312123}" destId="{3B364C83-8980-4C1E-BC53-331858A406A3}" srcOrd="0" destOrd="7" presId="urn:microsoft.com/office/officeart/2005/8/layout/vList2"/>
    <dgm:cxn modelId="{26C96233-BEBC-4ED7-8B3E-93361595453F}" type="presOf" srcId="{137A4783-D202-41FF-ACD7-8B388CDA9EFD}" destId="{3B364C83-8980-4C1E-BC53-331858A406A3}" srcOrd="0" destOrd="1" presId="urn:microsoft.com/office/officeart/2005/8/layout/vList2"/>
    <dgm:cxn modelId="{44B3003E-070F-449F-BB5B-066DA4095210}" srcId="{0ADAD07D-A3D3-44CD-9E47-71A715D98B4B}" destId="{ED06A916-4D33-4CA8-BE2D-61D5E4777ABD}" srcOrd="0" destOrd="0" parTransId="{B8BCAE8D-E5E5-404E-B8FC-B66937558527}" sibTransId="{47E437CC-4276-4C2C-BEBE-7E1AD6AB2DAF}"/>
    <dgm:cxn modelId="{E5ED7846-5440-458F-8E85-3ED4F350C584}" type="presOf" srcId="{70175604-CC73-47B4-BEE6-DD2E2F475B18}" destId="{3B364C83-8980-4C1E-BC53-331858A406A3}" srcOrd="0" destOrd="5" presId="urn:microsoft.com/office/officeart/2005/8/layout/vList2"/>
    <dgm:cxn modelId="{A764804B-8B2C-45B4-9923-82DFBD46F444}" srcId="{ED06A916-4D33-4CA8-BE2D-61D5E4777ABD}" destId="{5983D51F-4056-4299-B121-102A8B43C9DA}" srcOrd="4" destOrd="0" parTransId="{8509C1AC-D325-488E-A7F4-D03F745E05B4}" sibTransId="{0054BE70-9B80-4775-87C9-BC76B836B568}"/>
    <dgm:cxn modelId="{849FF96B-B96E-4E7C-BBC5-3DAE47678F3E}" type="presOf" srcId="{1FB3C69C-5A31-401C-99A8-1A56D9DD4D27}" destId="{3B364C83-8980-4C1E-BC53-331858A406A3}" srcOrd="0" destOrd="2" presId="urn:microsoft.com/office/officeart/2005/8/layout/vList2"/>
    <dgm:cxn modelId="{7DDCA850-1F77-4908-BDC0-D40341BCF73A}" srcId="{ED06A916-4D33-4CA8-BE2D-61D5E4777ABD}" destId="{137A4783-D202-41FF-ACD7-8B388CDA9EFD}" srcOrd="1" destOrd="0" parTransId="{D6703D82-270E-4753-A356-99D7C00A51BB}" sibTransId="{063350BE-009B-4CF0-A3D9-9CB7F7115396}"/>
    <dgm:cxn modelId="{0E5E1C71-5F03-4FE0-A921-8B0EE18F185F}" type="presOf" srcId="{568CE9AC-23A1-444D-979F-4C8A4649DA1D}" destId="{3B364C83-8980-4C1E-BC53-331858A406A3}" srcOrd="0" destOrd="0" presId="urn:microsoft.com/office/officeart/2005/8/layout/vList2"/>
    <dgm:cxn modelId="{27235586-49ED-4BB9-8988-12C6196AADB2}" srcId="{ED06A916-4D33-4CA8-BE2D-61D5E4777ABD}" destId="{447FE9CA-9141-4776-AD48-7F991D2219B3}" srcOrd="3" destOrd="0" parTransId="{443B353D-4713-4B30-A9D4-4148EDFBEE86}" sibTransId="{FDDE4314-2BFF-4C28-8541-641153C69F96}"/>
    <dgm:cxn modelId="{05E5089D-B55E-4BC6-969C-B4B827FBD1C0}" srcId="{ED06A916-4D33-4CA8-BE2D-61D5E4777ABD}" destId="{F2569079-BD03-4139-BE5B-0B909E49DB83}" srcOrd="6" destOrd="0" parTransId="{2CBC92AE-B6B9-4191-9D3D-AE8320685965}" sibTransId="{8EDD67ED-6382-4C5D-B7D6-60A392555407}"/>
    <dgm:cxn modelId="{818F72B9-4695-4C5E-B9A5-8C34865A4712}" srcId="{ED06A916-4D33-4CA8-BE2D-61D5E4777ABD}" destId="{12D77B41-ED33-4057-91DB-9CF43EFD8C20}" srcOrd="8" destOrd="0" parTransId="{33A4D5D6-098A-43FD-9452-D8112EAE8EE7}" sibTransId="{E0E2200B-E9C3-49B4-BA7C-12888C21F539}"/>
    <dgm:cxn modelId="{038F5FC4-7225-4C01-ADFD-94FC411A8336}" srcId="{ED06A916-4D33-4CA8-BE2D-61D5E4777ABD}" destId="{568CE9AC-23A1-444D-979F-4C8A4649DA1D}" srcOrd="0" destOrd="0" parTransId="{C23E99CD-BB43-4252-9A34-7E553C0E2289}" sibTransId="{D03DF0A6-81AD-42FE-A079-77A920FC9243}"/>
    <dgm:cxn modelId="{35FE4EC7-2AAE-43C2-B57F-15D72EA700E9}" type="presOf" srcId="{12D77B41-ED33-4057-91DB-9CF43EFD8C20}" destId="{3B364C83-8980-4C1E-BC53-331858A406A3}" srcOrd="0" destOrd="8" presId="urn:microsoft.com/office/officeart/2005/8/layout/vList2"/>
    <dgm:cxn modelId="{844B5DC8-5C6D-437C-9111-8A304BA07046}" srcId="{ED06A916-4D33-4CA8-BE2D-61D5E4777ABD}" destId="{069DCDD3-797B-41B5-8450-07256C312123}" srcOrd="7" destOrd="0" parTransId="{1F3F0FC7-57A6-4A90-924F-230D43DC36F1}" sibTransId="{3656B48D-2134-4528-A75F-83B720DF051F}"/>
    <dgm:cxn modelId="{0E5C83D2-7B90-4E78-9C82-13F9AF257A09}" type="presOf" srcId="{5983D51F-4056-4299-B121-102A8B43C9DA}" destId="{3B364C83-8980-4C1E-BC53-331858A406A3}" srcOrd="0" destOrd="4" presId="urn:microsoft.com/office/officeart/2005/8/layout/vList2"/>
    <dgm:cxn modelId="{867953D3-9E69-4419-9DC7-327DA823475D}" srcId="{ED06A916-4D33-4CA8-BE2D-61D5E4777ABD}" destId="{70175604-CC73-47B4-BEE6-DD2E2F475B18}" srcOrd="5" destOrd="0" parTransId="{9C59087D-0BBD-4B0D-BF12-3469F33436FC}" sibTransId="{78B2D6B1-20F8-49C9-B236-F7A8FB9021A6}"/>
    <dgm:cxn modelId="{421C85D8-02A1-42DB-A2CF-32A0582DFB9E}" type="presOf" srcId="{ED06A916-4D33-4CA8-BE2D-61D5E4777ABD}" destId="{44BB4420-5393-4D1F-8BF0-7DD177157CB7}" srcOrd="0" destOrd="0" presId="urn:microsoft.com/office/officeart/2005/8/layout/vList2"/>
    <dgm:cxn modelId="{3F66A9FF-7BCB-49D1-B043-AB12B9D80F37}" type="presOf" srcId="{0ADAD07D-A3D3-44CD-9E47-71A715D98B4B}" destId="{DFA6261B-FBE2-4954-B2B9-41777DEB3CEC}" srcOrd="0" destOrd="0" presId="urn:microsoft.com/office/officeart/2005/8/layout/vList2"/>
    <dgm:cxn modelId="{29EA87C1-54E3-4FD3-BB1C-A213A4A0105C}" type="presParOf" srcId="{DFA6261B-FBE2-4954-B2B9-41777DEB3CEC}" destId="{44BB4420-5393-4D1F-8BF0-7DD177157CB7}" srcOrd="0" destOrd="0" presId="urn:microsoft.com/office/officeart/2005/8/layout/vList2"/>
    <dgm:cxn modelId="{FF854E19-CC2C-45DA-9443-2E0D252573BC}" type="presParOf" srcId="{DFA6261B-FBE2-4954-B2B9-41777DEB3CEC}" destId="{3B364C83-8980-4C1E-BC53-331858A406A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382DD39-E090-4BA7-814E-4278D16F5273}"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A5765CCD-00FF-4F9E-8EF3-677C20285BED}">
      <dgm:prSet/>
      <dgm:spPr/>
      <dgm:t>
        <a:bodyPr/>
        <a:lstStyle/>
        <a:p>
          <a:r>
            <a:rPr lang="en-US" b="1" u="sng" dirty="0"/>
            <a:t>Step 3: Choosing a partition key</a:t>
          </a:r>
          <a:endParaRPr lang="en-US" dirty="0"/>
        </a:p>
      </dgm:t>
    </dgm:pt>
    <dgm:pt modelId="{A5A1F8B7-5BED-456A-89BE-97D44CE40CBA}" type="parTrans" cxnId="{2323F386-F120-4D47-9F9A-89A969CFD4E1}">
      <dgm:prSet/>
      <dgm:spPr/>
      <dgm:t>
        <a:bodyPr/>
        <a:lstStyle/>
        <a:p>
          <a:endParaRPr lang="en-US"/>
        </a:p>
      </dgm:t>
    </dgm:pt>
    <dgm:pt modelId="{B97C3B33-F405-4DD8-A4FF-AED65DDA1253}" type="sibTrans" cxnId="{2323F386-F120-4D47-9F9A-89A969CFD4E1}">
      <dgm:prSet/>
      <dgm:spPr/>
      <dgm:t>
        <a:bodyPr/>
        <a:lstStyle/>
        <a:p>
          <a:endParaRPr lang="en-US"/>
        </a:p>
      </dgm:t>
    </dgm:pt>
    <dgm:pt modelId="{65F26115-6C02-4470-BB71-D4D3367AE66A}">
      <dgm:prSet custT="1"/>
      <dgm:spPr/>
      <dgm:t>
        <a:bodyPr/>
        <a:lstStyle/>
        <a:p>
          <a:r>
            <a:rPr lang="en-US" sz="2000" b="1" u="sng" dirty="0"/>
            <a:t>Step 4: Determine the data retention polices for storing data in memory for real-time analysis/ anomaly detection</a:t>
          </a:r>
          <a:endParaRPr lang="en-US" sz="2000" dirty="0"/>
        </a:p>
      </dgm:t>
    </dgm:pt>
    <dgm:pt modelId="{EF3CE99D-17DA-45C3-8C8A-6834389E2BC1}" type="parTrans" cxnId="{24D5918C-2C83-4625-9A92-2E74120BEACB}">
      <dgm:prSet/>
      <dgm:spPr/>
      <dgm:t>
        <a:bodyPr/>
        <a:lstStyle/>
        <a:p>
          <a:endParaRPr lang="en-US"/>
        </a:p>
      </dgm:t>
    </dgm:pt>
    <dgm:pt modelId="{94E1E762-09D2-4313-ADCD-7BFE94D6587C}" type="sibTrans" cxnId="{24D5918C-2C83-4625-9A92-2E74120BEACB}">
      <dgm:prSet/>
      <dgm:spPr/>
      <dgm:t>
        <a:bodyPr/>
        <a:lstStyle/>
        <a:p>
          <a:endParaRPr lang="en-US"/>
        </a:p>
      </dgm:t>
    </dgm:pt>
    <dgm:pt modelId="{C01F6D1F-2E66-48E7-823E-15E3CF813926}">
      <dgm:prSet/>
      <dgm:spPr/>
      <dgm:t>
        <a:bodyPr/>
        <a:lstStyle/>
        <a:p>
          <a:r>
            <a:rPr lang="en-US" dirty="0"/>
            <a:t>For monitoring network health, I think it makes sense to keep data in memory for low latency access for 8 hours at a time.</a:t>
          </a:r>
        </a:p>
      </dgm:t>
    </dgm:pt>
    <dgm:pt modelId="{FFD8F1DE-9D94-44CF-8B23-BF612EAE811D}" type="parTrans" cxnId="{66C4F9FC-8B97-4BB1-BDDD-10D86D3989A7}">
      <dgm:prSet/>
      <dgm:spPr/>
      <dgm:t>
        <a:bodyPr/>
        <a:lstStyle/>
        <a:p>
          <a:endParaRPr lang="en-US"/>
        </a:p>
      </dgm:t>
    </dgm:pt>
    <dgm:pt modelId="{C2929907-94EF-4CC2-A809-46B344E10575}" type="sibTrans" cxnId="{66C4F9FC-8B97-4BB1-BDDD-10D86D3989A7}">
      <dgm:prSet/>
      <dgm:spPr/>
      <dgm:t>
        <a:bodyPr/>
        <a:lstStyle/>
        <a:p>
          <a:endParaRPr lang="en-US"/>
        </a:p>
      </dgm:t>
    </dgm:pt>
    <dgm:pt modelId="{CD76D6DC-EEE5-4ADE-9964-8F58C90B00E0}">
      <dgm:prSet/>
      <dgm:spPr/>
      <dgm:t>
        <a:bodyPr/>
        <a:lstStyle/>
        <a:p>
          <a:r>
            <a:rPr lang="en-US" dirty="0"/>
            <a:t>For OptimaTech the partition key should be </a:t>
          </a:r>
          <a:r>
            <a:rPr lang="en-US" dirty="0" err="1"/>
            <a:t>Application_Name</a:t>
          </a:r>
          <a:r>
            <a:rPr lang="en-US" dirty="0"/>
            <a:t> so the data can be efficiently searched and visualized based on each IoT application that OptimaTech has deployed.</a:t>
          </a:r>
          <a:endParaRPr lang="en-US" b="1" u="sng" dirty="0"/>
        </a:p>
      </dgm:t>
    </dgm:pt>
    <dgm:pt modelId="{0CD794B4-7F8D-4974-997E-7762F87C01CC}" type="parTrans" cxnId="{214E26A1-D4EC-48A0-B804-D2A847AF5D0B}">
      <dgm:prSet/>
      <dgm:spPr/>
      <dgm:t>
        <a:bodyPr/>
        <a:lstStyle/>
        <a:p>
          <a:endParaRPr lang="en-US"/>
        </a:p>
      </dgm:t>
    </dgm:pt>
    <dgm:pt modelId="{05FDA13D-6FA9-45A7-9F89-45D2860A8E5D}" type="sibTrans" cxnId="{214E26A1-D4EC-48A0-B804-D2A847AF5D0B}">
      <dgm:prSet/>
      <dgm:spPr/>
      <dgm:t>
        <a:bodyPr/>
        <a:lstStyle/>
        <a:p>
          <a:endParaRPr lang="en-US"/>
        </a:p>
      </dgm:t>
    </dgm:pt>
    <dgm:pt modelId="{2D3E4D0C-9920-47EC-B5CA-28C8CA2063C9}">
      <dgm:prSet/>
      <dgm:spPr/>
      <dgm:t>
        <a:bodyPr/>
        <a:lstStyle/>
        <a:p>
          <a:r>
            <a:rPr lang="en-US"/>
            <a:t>After, it can then be sent to the more permanent magnetic storage for historical analysis. </a:t>
          </a:r>
          <a:endParaRPr lang="en-US" dirty="0"/>
        </a:p>
      </dgm:t>
    </dgm:pt>
    <dgm:pt modelId="{48C1A694-2DFD-4BD4-B2DA-415E397384B5}" type="parTrans" cxnId="{2A9146A6-2E11-4FBF-A2D5-A9475C4886CD}">
      <dgm:prSet/>
      <dgm:spPr/>
      <dgm:t>
        <a:bodyPr/>
        <a:lstStyle/>
        <a:p>
          <a:endParaRPr lang="en-US"/>
        </a:p>
      </dgm:t>
    </dgm:pt>
    <dgm:pt modelId="{5E06E7E5-5A95-4495-B877-EF16E3F996FE}" type="sibTrans" cxnId="{2A9146A6-2E11-4FBF-A2D5-A9475C4886CD}">
      <dgm:prSet/>
      <dgm:spPr/>
      <dgm:t>
        <a:bodyPr/>
        <a:lstStyle/>
        <a:p>
          <a:endParaRPr lang="en-US"/>
        </a:p>
      </dgm:t>
    </dgm:pt>
    <dgm:pt modelId="{60E1041D-EDA3-4822-BFAB-AE58D6423B35}" type="pres">
      <dgm:prSet presAssocID="{A382DD39-E090-4BA7-814E-4278D16F5273}" presName="linear" presStyleCnt="0">
        <dgm:presLayoutVars>
          <dgm:dir/>
          <dgm:animLvl val="lvl"/>
          <dgm:resizeHandles val="exact"/>
        </dgm:presLayoutVars>
      </dgm:prSet>
      <dgm:spPr/>
    </dgm:pt>
    <dgm:pt modelId="{ABEA2675-C9F5-4BDF-B39F-0C3D0E42DC4C}" type="pres">
      <dgm:prSet presAssocID="{A5765CCD-00FF-4F9E-8EF3-677C20285BED}" presName="parentLin" presStyleCnt="0"/>
      <dgm:spPr/>
    </dgm:pt>
    <dgm:pt modelId="{DD5C3689-C5AF-4620-9539-AA65B3C0998A}" type="pres">
      <dgm:prSet presAssocID="{A5765CCD-00FF-4F9E-8EF3-677C20285BED}" presName="parentLeftMargin" presStyleLbl="node1" presStyleIdx="0" presStyleCnt="2"/>
      <dgm:spPr/>
    </dgm:pt>
    <dgm:pt modelId="{06B4926F-6FC4-4D5A-90AE-5FFB7E55C32E}" type="pres">
      <dgm:prSet presAssocID="{A5765CCD-00FF-4F9E-8EF3-677C20285BED}" presName="parentText" presStyleLbl="node1" presStyleIdx="0" presStyleCnt="2">
        <dgm:presLayoutVars>
          <dgm:chMax val="0"/>
          <dgm:bulletEnabled val="1"/>
        </dgm:presLayoutVars>
      </dgm:prSet>
      <dgm:spPr/>
    </dgm:pt>
    <dgm:pt modelId="{861333E6-3E31-4F5B-B3EB-8CED0413DF09}" type="pres">
      <dgm:prSet presAssocID="{A5765CCD-00FF-4F9E-8EF3-677C20285BED}" presName="negativeSpace" presStyleCnt="0"/>
      <dgm:spPr/>
    </dgm:pt>
    <dgm:pt modelId="{B6B144E9-7674-4520-BB00-BFC68443FDC6}" type="pres">
      <dgm:prSet presAssocID="{A5765CCD-00FF-4F9E-8EF3-677C20285BED}" presName="childText" presStyleLbl="conFgAcc1" presStyleIdx="0" presStyleCnt="2">
        <dgm:presLayoutVars>
          <dgm:bulletEnabled val="1"/>
        </dgm:presLayoutVars>
      </dgm:prSet>
      <dgm:spPr/>
    </dgm:pt>
    <dgm:pt modelId="{F1DEE002-AEF6-4146-BE48-514F655386B3}" type="pres">
      <dgm:prSet presAssocID="{B97C3B33-F405-4DD8-A4FF-AED65DDA1253}" presName="spaceBetweenRectangles" presStyleCnt="0"/>
      <dgm:spPr/>
    </dgm:pt>
    <dgm:pt modelId="{02D51242-1F2A-4FC3-9AA0-B694D8CACD8B}" type="pres">
      <dgm:prSet presAssocID="{65F26115-6C02-4470-BB71-D4D3367AE66A}" presName="parentLin" presStyleCnt="0"/>
      <dgm:spPr/>
    </dgm:pt>
    <dgm:pt modelId="{05CD257F-9F29-4FED-870D-4B966EB3477E}" type="pres">
      <dgm:prSet presAssocID="{65F26115-6C02-4470-BB71-D4D3367AE66A}" presName="parentLeftMargin" presStyleLbl="node1" presStyleIdx="0" presStyleCnt="2"/>
      <dgm:spPr/>
    </dgm:pt>
    <dgm:pt modelId="{E3A4E976-62A4-44F4-8799-C7FCB11CDEB8}" type="pres">
      <dgm:prSet presAssocID="{65F26115-6C02-4470-BB71-D4D3367AE66A}" presName="parentText" presStyleLbl="node1" presStyleIdx="1" presStyleCnt="2" custScaleX="124549" custScaleY="144387">
        <dgm:presLayoutVars>
          <dgm:chMax val="0"/>
          <dgm:bulletEnabled val="1"/>
        </dgm:presLayoutVars>
      </dgm:prSet>
      <dgm:spPr/>
    </dgm:pt>
    <dgm:pt modelId="{20EAAA01-5B5B-437F-BF32-94624392A7A7}" type="pres">
      <dgm:prSet presAssocID="{65F26115-6C02-4470-BB71-D4D3367AE66A}" presName="negativeSpace" presStyleCnt="0"/>
      <dgm:spPr/>
    </dgm:pt>
    <dgm:pt modelId="{039921A7-9DC9-43AA-B007-CD2AF9616159}" type="pres">
      <dgm:prSet presAssocID="{65F26115-6C02-4470-BB71-D4D3367AE66A}" presName="childText" presStyleLbl="conFgAcc1" presStyleIdx="1" presStyleCnt="2" custLinFactNeighborX="312" custLinFactNeighborY="-20114">
        <dgm:presLayoutVars>
          <dgm:bulletEnabled val="1"/>
        </dgm:presLayoutVars>
      </dgm:prSet>
      <dgm:spPr/>
    </dgm:pt>
  </dgm:ptLst>
  <dgm:cxnLst>
    <dgm:cxn modelId="{8F22C73E-FA84-42C0-9A50-19FC7D38FFA5}" type="presOf" srcId="{A5765CCD-00FF-4F9E-8EF3-677C20285BED}" destId="{DD5C3689-C5AF-4620-9539-AA65B3C0998A}" srcOrd="0" destOrd="0" presId="urn:microsoft.com/office/officeart/2005/8/layout/list1"/>
    <dgm:cxn modelId="{39198B57-00B9-4A82-91FF-9F479E646695}" type="presOf" srcId="{A382DD39-E090-4BA7-814E-4278D16F5273}" destId="{60E1041D-EDA3-4822-BFAB-AE58D6423B35}" srcOrd="0" destOrd="0" presId="urn:microsoft.com/office/officeart/2005/8/layout/list1"/>
    <dgm:cxn modelId="{3D4FF859-7111-46F5-ACAC-CB0CC42CAA27}" type="presOf" srcId="{A5765CCD-00FF-4F9E-8EF3-677C20285BED}" destId="{06B4926F-6FC4-4D5A-90AE-5FFB7E55C32E}" srcOrd="1" destOrd="0" presId="urn:microsoft.com/office/officeart/2005/8/layout/list1"/>
    <dgm:cxn modelId="{2323F386-F120-4D47-9F9A-89A969CFD4E1}" srcId="{A382DD39-E090-4BA7-814E-4278D16F5273}" destId="{A5765CCD-00FF-4F9E-8EF3-677C20285BED}" srcOrd="0" destOrd="0" parTransId="{A5A1F8B7-5BED-456A-89BE-97D44CE40CBA}" sibTransId="{B97C3B33-F405-4DD8-A4FF-AED65DDA1253}"/>
    <dgm:cxn modelId="{24D5918C-2C83-4625-9A92-2E74120BEACB}" srcId="{A382DD39-E090-4BA7-814E-4278D16F5273}" destId="{65F26115-6C02-4470-BB71-D4D3367AE66A}" srcOrd="1" destOrd="0" parTransId="{EF3CE99D-17DA-45C3-8C8A-6834389E2BC1}" sibTransId="{94E1E762-09D2-4313-ADCD-7BFE94D6587C}"/>
    <dgm:cxn modelId="{FF87AB8C-FDA5-4D76-A5C5-29DA6839B084}" type="presOf" srcId="{CD76D6DC-EEE5-4ADE-9964-8F58C90B00E0}" destId="{B6B144E9-7674-4520-BB00-BFC68443FDC6}" srcOrd="0" destOrd="0" presId="urn:microsoft.com/office/officeart/2005/8/layout/list1"/>
    <dgm:cxn modelId="{150E578E-9C38-4341-8D5C-3B2A947F3D19}" type="presOf" srcId="{2D3E4D0C-9920-47EC-B5CA-28C8CA2063C9}" destId="{039921A7-9DC9-43AA-B007-CD2AF9616159}" srcOrd="0" destOrd="1" presId="urn:microsoft.com/office/officeart/2005/8/layout/list1"/>
    <dgm:cxn modelId="{214E26A1-D4EC-48A0-B804-D2A847AF5D0B}" srcId="{A5765CCD-00FF-4F9E-8EF3-677C20285BED}" destId="{CD76D6DC-EEE5-4ADE-9964-8F58C90B00E0}" srcOrd="0" destOrd="0" parTransId="{0CD794B4-7F8D-4974-997E-7762F87C01CC}" sibTransId="{05FDA13D-6FA9-45A7-9F89-45D2860A8E5D}"/>
    <dgm:cxn modelId="{2A9146A6-2E11-4FBF-A2D5-A9475C4886CD}" srcId="{65F26115-6C02-4470-BB71-D4D3367AE66A}" destId="{2D3E4D0C-9920-47EC-B5CA-28C8CA2063C9}" srcOrd="1" destOrd="0" parTransId="{48C1A694-2DFD-4BD4-B2DA-415E397384B5}" sibTransId="{5E06E7E5-5A95-4495-B877-EF16E3F996FE}"/>
    <dgm:cxn modelId="{E5DBE1BE-539C-46E7-8ED9-1B4F60076CA8}" type="presOf" srcId="{65F26115-6C02-4470-BB71-D4D3367AE66A}" destId="{05CD257F-9F29-4FED-870D-4B966EB3477E}" srcOrd="0" destOrd="0" presId="urn:microsoft.com/office/officeart/2005/8/layout/list1"/>
    <dgm:cxn modelId="{5EBCF3C3-6720-41BD-972E-01A909B1FDFD}" type="presOf" srcId="{C01F6D1F-2E66-48E7-823E-15E3CF813926}" destId="{039921A7-9DC9-43AA-B007-CD2AF9616159}" srcOrd="0" destOrd="0" presId="urn:microsoft.com/office/officeart/2005/8/layout/list1"/>
    <dgm:cxn modelId="{A4E08FDB-8F2E-4952-A49D-4F41C68D41B2}" type="presOf" srcId="{65F26115-6C02-4470-BB71-D4D3367AE66A}" destId="{E3A4E976-62A4-44F4-8799-C7FCB11CDEB8}" srcOrd="1" destOrd="0" presId="urn:microsoft.com/office/officeart/2005/8/layout/list1"/>
    <dgm:cxn modelId="{66C4F9FC-8B97-4BB1-BDDD-10D86D3989A7}" srcId="{65F26115-6C02-4470-BB71-D4D3367AE66A}" destId="{C01F6D1F-2E66-48E7-823E-15E3CF813926}" srcOrd="0" destOrd="0" parTransId="{FFD8F1DE-9D94-44CF-8B23-BF612EAE811D}" sibTransId="{C2929907-94EF-4CC2-A809-46B344E10575}"/>
    <dgm:cxn modelId="{1107B124-61FD-480B-A765-AA89B36E1C3D}" type="presParOf" srcId="{60E1041D-EDA3-4822-BFAB-AE58D6423B35}" destId="{ABEA2675-C9F5-4BDF-B39F-0C3D0E42DC4C}" srcOrd="0" destOrd="0" presId="urn:microsoft.com/office/officeart/2005/8/layout/list1"/>
    <dgm:cxn modelId="{428C5D68-4ADF-431A-AFC6-F71864E20312}" type="presParOf" srcId="{ABEA2675-C9F5-4BDF-B39F-0C3D0E42DC4C}" destId="{DD5C3689-C5AF-4620-9539-AA65B3C0998A}" srcOrd="0" destOrd="0" presId="urn:microsoft.com/office/officeart/2005/8/layout/list1"/>
    <dgm:cxn modelId="{78525167-F15E-4931-B0C7-5854736278B0}" type="presParOf" srcId="{ABEA2675-C9F5-4BDF-B39F-0C3D0E42DC4C}" destId="{06B4926F-6FC4-4D5A-90AE-5FFB7E55C32E}" srcOrd="1" destOrd="0" presId="urn:microsoft.com/office/officeart/2005/8/layout/list1"/>
    <dgm:cxn modelId="{1A0D4D13-88CD-4058-A1E0-8EFF5DBFBDD6}" type="presParOf" srcId="{60E1041D-EDA3-4822-BFAB-AE58D6423B35}" destId="{861333E6-3E31-4F5B-B3EB-8CED0413DF09}" srcOrd="1" destOrd="0" presId="urn:microsoft.com/office/officeart/2005/8/layout/list1"/>
    <dgm:cxn modelId="{F770AE2D-DB58-4B80-99C2-AA9394CC68E4}" type="presParOf" srcId="{60E1041D-EDA3-4822-BFAB-AE58D6423B35}" destId="{B6B144E9-7674-4520-BB00-BFC68443FDC6}" srcOrd="2" destOrd="0" presId="urn:microsoft.com/office/officeart/2005/8/layout/list1"/>
    <dgm:cxn modelId="{B4858C44-5035-4366-949F-07773C6F7910}" type="presParOf" srcId="{60E1041D-EDA3-4822-BFAB-AE58D6423B35}" destId="{F1DEE002-AEF6-4146-BE48-514F655386B3}" srcOrd="3" destOrd="0" presId="urn:microsoft.com/office/officeart/2005/8/layout/list1"/>
    <dgm:cxn modelId="{E1A8A5E2-5320-4C5D-AF2D-1083B554A07F}" type="presParOf" srcId="{60E1041D-EDA3-4822-BFAB-AE58D6423B35}" destId="{02D51242-1F2A-4FC3-9AA0-B694D8CACD8B}" srcOrd="4" destOrd="0" presId="urn:microsoft.com/office/officeart/2005/8/layout/list1"/>
    <dgm:cxn modelId="{AA309070-46D3-4708-B39F-E86736445E5E}" type="presParOf" srcId="{02D51242-1F2A-4FC3-9AA0-B694D8CACD8B}" destId="{05CD257F-9F29-4FED-870D-4B966EB3477E}" srcOrd="0" destOrd="0" presId="urn:microsoft.com/office/officeart/2005/8/layout/list1"/>
    <dgm:cxn modelId="{35980CEF-A9C8-4F6B-BF80-E8527E141DC6}" type="presParOf" srcId="{02D51242-1F2A-4FC3-9AA0-B694D8CACD8B}" destId="{E3A4E976-62A4-44F4-8799-C7FCB11CDEB8}" srcOrd="1" destOrd="0" presId="urn:microsoft.com/office/officeart/2005/8/layout/list1"/>
    <dgm:cxn modelId="{712D519C-90E4-4BA7-B2CD-AC004FC2FB68}" type="presParOf" srcId="{60E1041D-EDA3-4822-BFAB-AE58D6423B35}" destId="{20EAAA01-5B5B-437F-BF32-94624392A7A7}" srcOrd="5" destOrd="0" presId="urn:microsoft.com/office/officeart/2005/8/layout/list1"/>
    <dgm:cxn modelId="{55EBD3D6-46D2-4060-8505-C932BF706A46}" type="presParOf" srcId="{60E1041D-EDA3-4822-BFAB-AE58D6423B35}" destId="{039921A7-9DC9-43AA-B007-CD2AF961615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CDEB36-4075-4175-B0CA-6A8BACCE07DD}">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EF56F2-A16C-402D-B1EC-29AD042DBA5E}">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FEBA26-59B5-49CB-9BDD-7B09991FAD3C}">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Current System Analysis</a:t>
          </a:r>
        </a:p>
      </dsp:txBody>
      <dsp:txXfrm>
        <a:off x="1172126" y="908559"/>
        <a:ext cx="2114937" cy="897246"/>
      </dsp:txXfrm>
    </dsp:sp>
    <dsp:sp modelId="{FC6D9297-3BEF-4A74-933E-9A10A30865EB}">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BEC417-4C16-454D-BBFD-C20F9E81A218}">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A012C-008F-4AE7-8D02-C4AE8AF418CB}">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Amazon Timestream Overview</a:t>
          </a:r>
        </a:p>
      </dsp:txBody>
      <dsp:txXfrm>
        <a:off x="4745088" y="908559"/>
        <a:ext cx="2114937" cy="897246"/>
      </dsp:txXfrm>
    </dsp:sp>
    <dsp:sp modelId="{E2E8F2C1-4A73-4BF1-87B4-DCF33ADE67E1}">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14D222-80D5-4855-8A39-70FB23ABD9C9}">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C760A6-DFE4-4C8E-A617-3DC1FACC4BF3}">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Critical Analysis of Timestream in DevOps</a:t>
          </a:r>
        </a:p>
      </dsp:txBody>
      <dsp:txXfrm>
        <a:off x="8318049" y="908559"/>
        <a:ext cx="2114937" cy="897246"/>
      </dsp:txXfrm>
    </dsp:sp>
    <dsp:sp modelId="{FD587B50-E109-4103-8840-106C410F2A5D}">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3657EE-4F51-43D2-B469-BA2FD635F37F}">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8C7194-B125-4EA6-866C-3EB230880FAB}">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Timestream Implementation</a:t>
          </a:r>
        </a:p>
      </dsp:txBody>
      <dsp:txXfrm>
        <a:off x="1172126" y="2545532"/>
        <a:ext cx="2114937" cy="897246"/>
      </dsp:txXfrm>
    </dsp:sp>
    <dsp:sp modelId="{864FC307-0ACA-4AED-A1A6-3F4C0F3F70E1}">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BC6F2-D5C7-4303-B008-CC6EFAF8D0CD}">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A01984-9C00-4A11-BBB0-4EAF7FEC8385}">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DevOps Queries</a:t>
          </a:r>
        </a:p>
      </dsp:txBody>
      <dsp:txXfrm>
        <a:off x="4745088" y="2545532"/>
        <a:ext cx="2114937" cy="897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2DCC4-8DD1-4CB2-8048-ABB0EB84FF8A}">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74B0E7-6AB4-4115-ADFD-45EC2E459DC8}">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297C75-F99A-43D7-850D-D9C75E0403B6}">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89000">
            <a:lnSpc>
              <a:spcPct val="100000"/>
            </a:lnSpc>
            <a:spcBef>
              <a:spcPct val="0"/>
            </a:spcBef>
            <a:spcAft>
              <a:spcPct val="35000"/>
            </a:spcAft>
            <a:buNone/>
          </a:pPr>
          <a:r>
            <a:rPr lang="en-US" sz="2000" kern="1200" dirty="0"/>
            <a:t>DevOps Monitoring – The process of analyzing and monitoring network infrastructure and performance based on key performance indicators (KPIs) that are set by IT.</a:t>
          </a:r>
        </a:p>
      </dsp:txBody>
      <dsp:txXfrm>
        <a:off x="1057183" y="1805"/>
        <a:ext cx="9458416" cy="915310"/>
      </dsp:txXfrm>
    </dsp:sp>
    <dsp:sp modelId="{D2D95AA7-9F0E-42C6-9848-F0714F57D351}">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ECF0B6-F355-44EF-B4D5-D6264F067FC1}">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9C4CE4-89CE-4089-B820-B9251310CC45}">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89000">
            <a:lnSpc>
              <a:spcPct val="100000"/>
            </a:lnSpc>
            <a:spcBef>
              <a:spcPct val="0"/>
            </a:spcBef>
            <a:spcAft>
              <a:spcPct val="35000"/>
            </a:spcAft>
            <a:buNone/>
          </a:pPr>
          <a:r>
            <a:rPr lang="en-US" sz="2000" kern="1200" dirty="0"/>
            <a:t>Because OptimaTech is rapidly growing, they are supporting more and more infrastructure for many different applications. </a:t>
          </a:r>
        </a:p>
      </dsp:txBody>
      <dsp:txXfrm>
        <a:off x="1057183" y="1145944"/>
        <a:ext cx="9458416" cy="915310"/>
      </dsp:txXfrm>
    </dsp:sp>
    <dsp:sp modelId="{01EC9F2E-9CB3-4620-B133-A49E047EAA51}">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468E68-D615-4F29-B208-192DCE4FE993}">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4CBCFB-894E-447C-AFA6-D5A0668922F8}">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89000">
            <a:lnSpc>
              <a:spcPct val="100000"/>
            </a:lnSpc>
            <a:spcBef>
              <a:spcPct val="0"/>
            </a:spcBef>
            <a:spcAft>
              <a:spcPct val="35000"/>
            </a:spcAft>
            <a:buNone/>
          </a:pPr>
          <a:r>
            <a:rPr lang="en-US" sz="2000" kern="1200"/>
            <a:t>Monitoring this infrastructure to ensure high availability and performance for their users is causing a large volume of time series data to be generated. </a:t>
          </a:r>
        </a:p>
      </dsp:txBody>
      <dsp:txXfrm>
        <a:off x="1057183" y="2290082"/>
        <a:ext cx="9458416" cy="915310"/>
      </dsp:txXfrm>
    </dsp:sp>
    <dsp:sp modelId="{5721080F-CAA9-4581-BD29-23DF6C27151A}">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65EA2D-F1D8-43C1-84A0-CA6C6D6FFB3B}">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1A9D6C-9FD9-48CD-BCF0-42B180881445}">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89000">
            <a:lnSpc>
              <a:spcPct val="100000"/>
            </a:lnSpc>
            <a:spcBef>
              <a:spcPct val="0"/>
            </a:spcBef>
            <a:spcAft>
              <a:spcPct val="35000"/>
            </a:spcAft>
            <a:buNone/>
          </a:pPr>
          <a:r>
            <a:rPr lang="en-US" sz="2000" kern="1200"/>
            <a:t>The volume of this data causes problems on traditional databases that do not have high write throughput. </a:t>
          </a:r>
        </a:p>
      </dsp:txBody>
      <dsp:txXfrm>
        <a:off x="1057183" y="3434221"/>
        <a:ext cx="9458416" cy="915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8CD0B2-F3F0-4A44-BD27-271B39D843DB}">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38A4D-DC35-4C4B-B6E6-825D345C2983}">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A6AFB-F259-47E8-9DE1-ACEBB0D5B3F9}">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dirty="0"/>
            <a:t>Because of the industries that OptimaTech supports with their cloud platform, such as monitoring climate and traffic patterns, high availability and performance are critical aspects. </a:t>
          </a:r>
        </a:p>
      </dsp:txBody>
      <dsp:txXfrm>
        <a:off x="1057183" y="1805"/>
        <a:ext cx="9458416" cy="915310"/>
      </dsp:txXfrm>
    </dsp:sp>
    <dsp:sp modelId="{B72422F8-D27E-486D-B65D-03257D1C7738}">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B4A35F-0AFA-4984-8681-9D674EB02BF4}">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F34FEB-D919-433A-8B9E-E790B51D96B8}">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dirty="0"/>
            <a:t>OptimaTech needs to be able to see these variables in real-time to ensure that they are operating at the levels they need to. </a:t>
          </a:r>
        </a:p>
      </dsp:txBody>
      <dsp:txXfrm>
        <a:off x="1057183" y="1145944"/>
        <a:ext cx="9458416" cy="915310"/>
      </dsp:txXfrm>
    </dsp:sp>
    <dsp:sp modelId="{0762762C-E21D-4F61-92F5-943B5078D347}">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661976-05AF-42F4-ACC9-CB97D1276ECD}">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37E06B-B923-4BB3-B003-948A66D7A40D}">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a:t>Their current setup struggles with real-time reporting because traditional databases store data on the disk, which causes latency in data retrieval. </a:t>
          </a:r>
        </a:p>
      </dsp:txBody>
      <dsp:txXfrm>
        <a:off x="1057183" y="2290082"/>
        <a:ext cx="9458416" cy="915310"/>
      </dsp:txXfrm>
    </dsp:sp>
    <dsp:sp modelId="{E7BE45BB-1A55-4B5E-9135-76A9B639D3AA}">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F906F-E363-4247-A3D0-BDF63447BAF2}">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93249E-97D0-476A-A4A2-F563A7EBF4A1}">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a:t>There are also complex queries required to access the data that is needed for the analysis needed, causing additional latency as the queries need to search entire DBs for the data requested at times.</a:t>
          </a:r>
        </a:p>
      </dsp:txBody>
      <dsp:txXfrm>
        <a:off x="1057183" y="3434221"/>
        <a:ext cx="9458416" cy="915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43881-832D-4E45-A99F-04DE6F6E8213}">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F132A-F41F-4551-B8AE-4153F410FB21}">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460195-79EC-42A9-BEBE-96B3A0FFBB8A}">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dirty="0"/>
            <a:t>Because of the current setup, OptimaTech also has struggles with decision making. </a:t>
          </a:r>
        </a:p>
      </dsp:txBody>
      <dsp:txXfrm>
        <a:off x="1057183" y="1805"/>
        <a:ext cx="9458416" cy="915310"/>
      </dsp:txXfrm>
    </dsp:sp>
    <dsp:sp modelId="{B716C059-0359-4C9A-A9BE-CCC8BEAED177}">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6276F1-E248-4B56-B366-9737E1AAADA8}">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A62BBB-062C-4A1A-BCD7-AD8B6F1F9807}">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a:t>Relational databases are not designed specifically for time-series data, so additional data processing is required to get the data in a state that can be analyzed for effective decision making. </a:t>
          </a:r>
        </a:p>
      </dsp:txBody>
      <dsp:txXfrm>
        <a:off x="1057183" y="1145944"/>
        <a:ext cx="9458416" cy="915310"/>
      </dsp:txXfrm>
    </dsp:sp>
    <dsp:sp modelId="{1B66A9E3-464A-4612-A0F5-2777FB1D5F51}">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CEDE36-D591-4935-8FC7-6A7C5202933E}">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A591A5-500A-4B01-B208-E7B0B4550455}">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a:t>These extra processing steps can lead to errors and inaccurate analysis.</a:t>
          </a:r>
        </a:p>
      </dsp:txBody>
      <dsp:txXfrm>
        <a:off x="1057183" y="2290082"/>
        <a:ext cx="9458416" cy="915310"/>
      </dsp:txXfrm>
    </dsp:sp>
    <dsp:sp modelId="{CB5A915D-4F9A-482A-A600-83F9B2DBAF73}">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5AE28B-8D02-4CD3-B316-4A804C65A114}">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D937DE-8DBC-400D-A7D1-1C39B5DB810B}">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100000"/>
            </a:lnSpc>
            <a:spcBef>
              <a:spcPct val="0"/>
            </a:spcBef>
            <a:spcAft>
              <a:spcPct val="35000"/>
            </a:spcAft>
            <a:buNone/>
          </a:pPr>
          <a:r>
            <a:rPr lang="en-US" sz="1700" kern="1200"/>
            <a:t>This makes things like anomaly detection and highlighting where performance issues started difficult, which are two critical variables in DevOps decisions.</a:t>
          </a:r>
        </a:p>
      </dsp:txBody>
      <dsp:txXfrm>
        <a:off x="1057183" y="3434221"/>
        <a:ext cx="94584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3FE4D-1E04-4471-8E85-176B65194412}">
      <dsp:nvSpPr>
        <dsp:cNvPr id="0" name=""/>
        <dsp:cNvSpPr/>
      </dsp:nvSpPr>
      <dsp:spPr>
        <a:xfrm>
          <a:off x="205" y="687670"/>
          <a:ext cx="2479997" cy="29759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en-US" sz="1400" kern="1200" dirty="0"/>
            <a:t>Time-Series </a:t>
          </a:r>
          <a:r>
            <a:rPr lang="en-US" sz="1600" kern="1200" dirty="0"/>
            <a:t>data</a:t>
          </a:r>
          <a:r>
            <a:rPr lang="en-US" sz="1400" kern="1200" dirty="0"/>
            <a:t> is data where Time is a primary measurement. </a:t>
          </a:r>
        </a:p>
        <a:p>
          <a:pPr marL="114300" lvl="1" indent="-114300" algn="l" defTabSz="533400">
            <a:lnSpc>
              <a:spcPct val="90000"/>
            </a:lnSpc>
            <a:spcBef>
              <a:spcPct val="0"/>
            </a:spcBef>
            <a:spcAft>
              <a:spcPct val="15000"/>
            </a:spcAft>
            <a:buChar char="•"/>
          </a:pPr>
          <a:r>
            <a:rPr lang="en-US" sz="1200" kern="1200" dirty="0"/>
            <a:t>An example of this would be sensor data collected in 5 min intervals.</a:t>
          </a:r>
        </a:p>
        <a:p>
          <a:pPr marL="114300" lvl="1" indent="-114300" algn="l" defTabSz="533400">
            <a:lnSpc>
              <a:spcPct val="90000"/>
            </a:lnSpc>
            <a:spcBef>
              <a:spcPct val="0"/>
            </a:spcBef>
            <a:spcAft>
              <a:spcPct val="15000"/>
            </a:spcAft>
            <a:buChar char="•"/>
          </a:pPr>
          <a:r>
            <a:rPr lang="en-US" sz="1200" kern="1200" dirty="0"/>
            <a:t>This data can be collected in regular or irregular intervals.</a:t>
          </a:r>
        </a:p>
      </dsp:txBody>
      <dsp:txXfrm>
        <a:off x="205" y="1878069"/>
        <a:ext cx="2479997" cy="1785598"/>
      </dsp:txXfrm>
    </dsp:sp>
    <dsp:sp modelId="{036CC155-5484-412E-8DCD-56DF726E3E7B}">
      <dsp:nvSpPr>
        <dsp:cNvPr id="0" name=""/>
        <dsp:cNvSpPr/>
      </dsp:nvSpPr>
      <dsp:spPr>
        <a:xfrm>
          <a:off x="205"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p>
      </dsp:txBody>
      <dsp:txXfrm>
        <a:off x="205" y="687670"/>
        <a:ext cx="2479997" cy="1190398"/>
      </dsp:txXfrm>
    </dsp:sp>
    <dsp:sp modelId="{025C578D-0E76-461D-8E4C-34B1B709354C}">
      <dsp:nvSpPr>
        <dsp:cNvPr id="0" name=""/>
        <dsp:cNvSpPr/>
      </dsp:nvSpPr>
      <dsp:spPr>
        <a:xfrm>
          <a:off x="2678602" y="687670"/>
          <a:ext cx="2479997" cy="29759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11200">
            <a:lnSpc>
              <a:spcPct val="90000"/>
            </a:lnSpc>
            <a:spcBef>
              <a:spcPct val="0"/>
            </a:spcBef>
            <a:spcAft>
              <a:spcPct val="35000"/>
            </a:spcAft>
            <a:buNone/>
          </a:pPr>
          <a:r>
            <a:rPr lang="en-US" sz="1600" kern="1200" dirty="0"/>
            <a:t>Time-Series Databases (TSDBs) are DBs that are designed and optimized for time-series data.</a:t>
          </a:r>
        </a:p>
      </dsp:txBody>
      <dsp:txXfrm>
        <a:off x="2678602" y="1878069"/>
        <a:ext cx="2479997" cy="1785598"/>
      </dsp:txXfrm>
    </dsp:sp>
    <dsp:sp modelId="{EE105C41-52F5-49A1-AD8A-BDB619D9A837}">
      <dsp:nvSpPr>
        <dsp:cNvPr id="0" name=""/>
        <dsp:cNvSpPr/>
      </dsp:nvSpPr>
      <dsp:spPr>
        <a:xfrm>
          <a:off x="2678602"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p>
      </dsp:txBody>
      <dsp:txXfrm>
        <a:off x="2678602" y="687670"/>
        <a:ext cx="2479997" cy="1190398"/>
      </dsp:txXfrm>
    </dsp:sp>
    <dsp:sp modelId="{162AAFA0-BD0F-454A-8FD3-FCA1FB093DA1}">
      <dsp:nvSpPr>
        <dsp:cNvPr id="0" name=""/>
        <dsp:cNvSpPr/>
      </dsp:nvSpPr>
      <dsp:spPr>
        <a:xfrm>
          <a:off x="5356999" y="687670"/>
          <a:ext cx="2479997" cy="29759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11200">
            <a:lnSpc>
              <a:spcPct val="90000"/>
            </a:lnSpc>
            <a:spcBef>
              <a:spcPct val="0"/>
            </a:spcBef>
            <a:spcAft>
              <a:spcPct val="35000"/>
            </a:spcAft>
            <a:buNone/>
          </a:pPr>
          <a:r>
            <a:rPr lang="en-US" sz="1600" kern="1200" dirty="0"/>
            <a:t>TSDBs excel and have architecture to support querying data over long time periods unlike traditional </a:t>
          </a:r>
          <a:r>
            <a:rPr lang="en-US" sz="1600" kern="1200" dirty="0" err="1"/>
            <a:t>DBs.</a:t>
          </a:r>
          <a:endParaRPr lang="en-US" sz="1600" kern="1200" dirty="0"/>
        </a:p>
      </dsp:txBody>
      <dsp:txXfrm>
        <a:off x="5356999" y="1878069"/>
        <a:ext cx="2479997" cy="1785598"/>
      </dsp:txXfrm>
    </dsp:sp>
    <dsp:sp modelId="{E4A8CA9F-DB3F-44D3-BE40-5CB5C05901FD}">
      <dsp:nvSpPr>
        <dsp:cNvPr id="0" name=""/>
        <dsp:cNvSpPr/>
      </dsp:nvSpPr>
      <dsp:spPr>
        <a:xfrm>
          <a:off x="5356999"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p>
      </dsp:txBody>
      <dsp:txXfrm>
        <a:off x="5356999" y="687670"/>
        <a:ext cx="2479997" cy="1190398"/>
      </dsp:txXfrm>
    </dsp:sp>
    <dsp:sp modelId="{DC2A10D1-B156-4574-BA0F-1CD290740024}">
      <dsp:nvSpPr>
        <dsp:cNvPr id="0" name=""/>
        <dsp:cNvSpPr/>
      </dsp:nvSpPr>
      <dsp:spPr>
        <a:xfrm>
          <a:off x="8035397" y="687670"/>
          <a:ext cx="2479997" cy="29759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11200">
            <a:lnSpc>
              <a:spcPct val="90000"/>
            </a:lnSpc>
            <a:spcBef>
              <a:spcPct val="0"/>
            </a:spcBef>
            <a:spcAft>
              <a:spcPct val="35000"/>
            </a:spcAft>
            <a:buNone/>
          </a:pPr>
          <a:r>
            <a:rPr lang="en-US" sz="1600" kern="1200" dirty="0"/>
            <a:t>TSDBs have data expiration methods built in, to ensure that you don’t have database bloat as collect more and more data points.</a:t>
          </a:r>
        </a:p>
      </dsp:txBody>
      <dsp:txXfrm>
        <a:off x="8035397" y="1878069"/>
        <a:ext cx="2479997" cy="1785598"/>
      </dsp:txXfrm>
    </dsp:sp>
    <dsp:sp modelId="{B4E71B6B-7BD7-425C-A9C4-9F9226895BFD}">
      <dsp:nvSpPr>
        <dsp:cNvPr id="0" name=""/>
        <dsp:cNvSpPr/>
      </dsp:nvSpPr>
      <dsp:spPr>
        <a:xfrm>
          <a:off x="8035397"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p>
      </dsp:txBody>
      <dsp:txXfrm>
        <a:off x="8035397" y="687670"/>
        <a:ext cx="2479997" cy="11903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195AD-F458-483F-8097-C9A18B386B51}">
      <dsp:nvSpPr>
        <dsp:cNvPr id="0" name=""/>
        <dsp:cNvSpPr/>
      </dsp:nvSpPr>
      <dsp:spPr>
        <a:xfrm>
          <a:off x="0" y="706"/>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0BF2B1-86DA-4609-B0DB-3B93299CFC35}">
      <dsp:nvSpPr>
        <dsp:cNvPr id="0" name=""/>
        <dsp:cNvSpPr/>
      </dsp:nvSpPr>
      <dsp:spPr>
        <a:xfrm>
          <a:off x="0" y="70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Fully managed database engine for time-series data on AWS.</a:t>
          </a:r>
        </a:p>
      </dsp:txBody>
      <dsp:txXfrm>
        <a:off x="0" y="706"/>
        <a:ext cx="6949440" cy="1157045"/>
      </dsp:txXfrm>
    </dsp:sp>
    <dsp:sp modelId="{ACFE43AA-2844-485A-AB46-BAC62F356E9F}">
      <dsp:nvSpPr>
        <dsp:cNvPr id="0" name=""/>
        <dsp:cNvSpPr/>
      </dsp:nvSpPr>
      <dsp:spPr>
        <a:xfrm>
          <a:off x="0" y="1157751"/>
          <a:ext cx="6949440" cy="0"/>
        </a:xfrm>
        <a:prstGeom prst="line">
          <a:avLst/>
        </a:prstGeom>
        <a:solidFill>
          <a:schemeClr val="accent2">
            <a:hueOff val="28360"/>
            <a:satOff val="3260"/>
            <a:lumOff val="-2598"/>
            <a:alphaOff val="0"/>
          </a:schemeClr>
        </a:solidFill>
        <a:ln w="19050" cap="flat" cmpd="sng" algn="ctr">
          <a:solidFill>
            <a:schemeClr val="accent2">
              <a:hueOff val="28360"/>
              <a:satOff val="3260"/>
              <a:lumOff val="-25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8FB688-E5B5-4DE5-9BF2-94F765829453}">
      <dsp:nvSpPr>
        <dsp:cNvPr id="0" name=""/>
        <dsp:cNvSpPr/>
      </dsp:nvSpPr>
      <dsp:spPr>
        <a:xfrm>
          <a:off x="0" y="115775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Provides scalability benefits being under the AWS umbrella.</a:t>
          </a:r>
        </a:p>
      </dsp:txBody>
      <dsp:txXfrm>
        <a:off x="0" y="1157751"/>
        <a:ext cx="6949440" cy="1157045"/>
      </dsp:txXfrm>
    </dsp:sp>
    <dsp:sp modelId="{7F4BFC17-1FEA-4B8D-B5DE-32E63CF410AE}">
      <dsp:nvSpPr>
        <dsp:cNvPr id="0" name=""/>
        <dsp:cNvSpPr/>
      </dsp:nvSpPr>
      <dsp:spPr>
        <a:xfrm>
          <a:off x="0" y="2314796"/>
          <a:ext cx="6949440" cy="0"/>
        </a:xfrm>
        <a:prstGeom prst="line">
          <a:avLst/>
        </a:prstGeom>
        <a:solidFill>
          <a:schemeClr val="accent2">
            <a:hueOff val="56720"/>
            <a:satOff val="6519"/>
            <a:lumOff val="-5196"/>
            <a:alphaOff val="0"/>
          </a:schemeClr>
        </a:solidFill>
        <a:ln w="19050" cap="flat" cmpd="sng" algn="ctr">
          <a:solidFill>
            <a:schemeClr val="accent2">
              <a:hueOff val="56720"/>
              <a:satOff val="6519"/>
              <a:lumOff val="-5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262EEB-72CE-49F3-BD63-56106779B3F4}">
      <dsp:nvSpPr>
        <dsp:cNvPr id="0" name=""/>
        <dsp:cNvSpPr/>
      </dsp:nvSpPr>
      <dsp:spPr>
        <a:xfrm>
          <a:off x="0" y="231479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No need to worry about underlying architecture for deployment.</a:t>
          </a:r>
        </a:p>
      </dsp:txBody>
      <dsp:txXfrm>
        <a:off x="0" y="2314796"/>
        <a:ext cx="6949440" cy="1157045"/>
      </dsp:txXfrm>
    </dsp:sp>
    <dsp:sp modelId="{DFE95D87-EC44-4F15-811D-6831870EDC16}">
      <dsp:nvSpPr>
        <dsp:cNvPr id="0" name=""/>
        <dsp:cNvSpPr/>
      </dsp:nvSpPr>
      <dsp:spPr>
        <a:xfrm>
          <a:off x="0" y="3471841"/>
          <a:ext cx="6949440" cy="0"/>
        </a:xfrm>
        <a:prstGeom prst="line">
          <a:avLst/>
        </a:prstGeom>
        <a:solidFill>
          <a:schemeClr val="accent2">
            <a:hueOff val="85079"/>
            <a:satOff val="9779"/>
            <a:lumOff val="-7795"/>
            <a:alphaOff val="0"/>
          </a:schemeClr>
        </a:solidFill>
        <a:ln w="19050" cap="flat" cmpd="sng" algn="ctr">
          <a:solidFill>
            <a:schemeClr val="accent2">
              <a:hueOff val="85079"/>
              <a:satOff val="9779"/>
              <a:lumOff val="-779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B489FF-DAC1-4FC5-8E96-18670FA2A668}">
      <dsp:nvSpPr>
        <dsp:cNvPr id="0" name=""/>
        <dsp:cNvSpPr/>
      </dsp:nvSpPr>
      <dsp:spPr>
        <a:xfrm>
          <a:off x="0" y="347184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Utilizes all the security features that AWS has to offer.</a:t>
          </a:r>
        </a:p>
      </dsp:txBody>
      <dsp:txXfrm>
        <a:off x="0" y="3471841"/>
        <a:ext cx="6949440" cy="1157045"/>
      </dsp:txXfrm>
    </dsp:sp>
    <dsp:sp modelId="{871F5E14-7FAB-4222-BCB7-702F4DBD9A09}">
      <dsp:nvSpPr>
        <dsp:cNvPr id="0" name=""/>
        <dsp:cNvSpPr/>
      </dsp:nvSpPr>
      <dsp:spPr>
        <a:xfrm>
          <a:off x="0" y="4628886"/>
          <a:ext cx="6949440" cy="0"/>
        </a:xfrm>
        <a:prstGeom prst="line">
          <a:avLst/>
        </a:prstGeom>
        <a:solidFill>
          <a:schemeClr val="accent2">
            <a:hueOff val="113439"/>
            <a:satOff val="13039"/>
            <a:lumOff val="-10393"/>
            <a:alphaOff val="0"/>
          </a:schemeClr>
        </a:solidFill>
        <a:ln w="19050" cap="flat" cmpd="sng" algn="ctr">
          <a:solidFill>
            <a:schemeClr val="accent2">
              <a:hueOff val="113439"/>
              <a:satOff val="13039"/>
              <a:lumOff val="-103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77D6FE-73F4-4230-B631-F0532CD97623}">
      <dsp:nvSpPr>
        <dsp:cNvPr id="0" name=""/>
        <dsp:cNvSpPr/>
      </dsp:nvSpPr>
      <dsp:spPr>
        <a:xfrm>
          <a:off x="0" y="462888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Built on top of widely used open sourced DBs such as InfluxDB and Telegraf.</a:t>
          </a:r>
        </a:p>
      </dsp:txBody>
      <dsp:txXfrm>
        <a:off x="0" y="4628886"/>
        <a:ext cx="6949440" cy="115704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8FDF8-A567-4A5A-BB38-263BCCA91F31}">
      <dsp:nvSpPr>
        <dsp:cNvPr id="0" name=""/>
        <dsp:cNvSpPr/>
      </dsp:nvSpPr>
      <dsp:spPr>
        <a:xfrm>
          <a:off x="776" y="117522"/>
          <a:ext cx="1816251" cy="90812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Timestream takes in time series data from a source and stores it in one of two locations called storage tiers.</a:t>
          </a:r>
        </a:p>
      </dsp:txBody>
      <dsp:txXfrm>
        <a:off x="27374" y="144120"/>
        <a:ext cx="1763055" cy="854929"/>
      </dsp:txXfrm>
    </dsp:sp>
    <dsp:sp modelId="{2237453E-E84D-4790-ACAD-A363B2B6204B}">
      <dsp:nvSpPr>
        <dsp:cNvPr id="0" name=""/>
        <dsp:cNvSpPr/>
      </dsp:nvSpPr>
      <dsp:spPr>
        <a:xfrm>
          <a:off x="182401" y="1025647"/>
          <a:ext cx="181625" cy="1171273"/>
        </a:xfrm>
        <a:custGeom>
          <a:avLst/>
          <a:gdLst/>
          <a:ahLst/>
          <a:cxnLst/>
          <a:rect l="0" t="0" r="0" b="0"/>
          <a:pathLst>
            <a:path>
              <a:moveTo>
                <a:pt x="0" y="0"/>
              </a:moveTo>
              <a:lnTo>
                <a:pt x="0" y="1171273"/>
              </a:lnTo>
              <a:lnTo>
                <a:pt x="181625" y="1171273"/>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96B433-12F8-4849-8BEB-8AAA05BF3508}">
      <dsp:nvSpPr>
        <dsp:cNvPr id="0" name=""/>
        <dsp:cNvSpPr/>
      </dsp:nvSpPr>
      <dsp:spPr>
        <a:xfrm>
          <a:off x="364026" y="1252679"/>
          <a:ext cx="1453001" cy="1888483"/>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In-Memory tier – handles the processing of the data into the database and allows for keeping the data here for a set period. It is optimized to have minimal latency for real-time analytics.</a:t>
          </a:r>
        </a:p>
      </dsp:txBody>
      <dsp:txXfrm>
        <a:off x="406583" y="1295236"/>
        <a:ext cx="1367887" cy="1803369"/>
      </dsp:txXfrm>
    </dsp:sp>
    <dsp:sp modelId="{4D8BAA4E-BFA1-49DD-98B1-5779D5A07E4F}">
      <dsp:nvSpPr>
        <dsp:cNvPr id="0" name=""/>
        <dsp:cNvSpPr/>
      </dsp:nvSpPr>
      <dsp:spPr>
        <a:xfrm>
          <a:off x="182401" y="1025647"/>
          <a:ext cx="181625" cy="2936038"/>
        </a:xfrm>
        <a:custGeom>
          <a:avLst/>
          <a:gdLst/>
          <a:ahLst/>
          <a:cxnLst/>
          <a:rect l="0" t="0" r="0" b="0"/>
          <a:pathLst>
            <a:path>
              <a:moveTo>
                <a:pt x="0" y="0"/>
              </a:moveTo>
              <a:lnTo>
                <a:pt x="0" y="2936038"/>
              </a:lnTo>
              <a:lnTo>
                <a:pt x="181625" y="293603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0B52A1-2BC0-415B-B3FD-CE1608D1AFB9}">
      <dsp:nvSpPr>
        <dsp:cNvPr id="0" name=""/>
        <dsp:cNvSpPr/>
      </dsp:nvSpPr>
      <dsp:spPr>
        <a:xfrm>
          <a:off x="364026" y="3368194"/>
          <a:ext cx="1453001" cy="11869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Magnetic tier – was designed to support analytical queries and is low-cost long-term storage of data.</a:t>
          </a:r>
        </a:p>
      </dsp:txBody>
      <dsp:txXfrm>
        <a:off x="398792" y="3402960"/>
        <a:ext cx="1383469" cy="1117451"/>
      </dsp:txXfrm>
    </dsp:sp>
    <dsp:sp modelId="{3A2F06DB-EE64-4809-B095-E1024A65B51C}">
      <dsp:nvSpPr>
        <dsp:cNvPr id="0" name=""/>
        <dsp:cNvSpPr/>
      </dsp:nvSpPr>
      <dsp:spPr>
        <a:xfrm>
          <a:off x="2271090" y="117522"/>
          <a:ext cx="1816251" cy="908125"/>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Timestream also has a dedicated query layer for easy querying of data using a language that is very similar to SQL. </a:t>
          </a:r>
        </a:p>
      </dsp:txBody>
      <dsp:txXfrm>
        <a:off x="2297688" y="144120"/>
        <a:ext cx="1763055" cy="854929"/>
      </dsp:txXfrm>
    </dsp:sp>
    <dsp:sp modelId="{122DBB24-5854-4F65-AD2E-5897687498D9}">
      <dsp:nvSpPr>
        <dsp:cNvPr id="0" name=""/>
        <dsp:cNvSpPr/>
      </dsp:nvSpPr>
      <dsp:spPr>
        <a:xfrm>
          <a:off x="4541404" y="117522"/>
          <a:ext cx="1816251" cy="1153328"/>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Timestream stores data in tables, but you do not need to specify the columns upon table creation like you would in a traditional database.</a:t>
          </a:r>
        </a:p>
      </dsp:txBody>
      <dsp:txXfrm>
        <a:off x="4575184" y="151302"/>
        <a:ext cx="1748691" cy="1085768"/>
      </dsp:txXfrm>
    </dsp:sp>
    <dsp:sp modelId="{3CD95121-A6C4-4E9A-8474-4FABDE2EF835}">
      <dsp:nvSpPr>
        <dsp:cNvPr id="0" name=""/>
        <dsp:cNvSpPr/>
      </dsp:nvSpPr>
      <dsp:spPr>
        <a:xfrm>
          <a:off x="4723029" y="1270850"/>
          <a:ext cx="181625" cy="822716"/>
        </a:xfrm>
        <a:custGeom>
          <a:avLst/>
          <a:gdLst/>
          <a:ahLst/>
          <a:cxnLst/>
          <a:rect l="0" t="0" r="0" b="0"/>
          <a:pathLst>
            <a:path>
              <a:moveTo>
                <a:pt x="0" y="0"/>
              </a:moveTo>
              <a:lnTo>
                <a:pt x="0" y="822716"/>
              </a:lnTo>
              <a:lnTo>
                <a:pt x="181625" y="822716"/>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3052F2-6640-4D3F-84F3-E53B0E35D9C8}">
      <dsp:nvSpPr>
        <dsp:cNvPr id="0" name=""/>
        <dsp:cNvSpPr/>
      </dsp:nvSpPr>
      <dsp:spPr>
        <a:xfrm>
          <a:off x="4904654" y="1497882"/>
          <a:ext cx="1453001" cy="119137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These “columns” are called dimensions, and each table can support 128 unique values. </a:t>
          </a:r>
        </a:p>
      </dsp:txBody>
      <dsp:txXfrm>
        <a:off x="4939548" y="1532776"/>
        <a:ext cx="1383213" cy="1121582"/>
      </dsp:txXfrm>
    </dsp:sp>
    <dsp:sp modelId="{E53A03AB-AA41-481C-B2F4-F79A2431224F}">
      <dsp:nvSpPr>
        <dsp:cNvPr id="0" name=""/>
        <dsp:cNvSpPr/>
      </dsp:nvSpPr>
      <dsp:spPr>
        <a:xfrm>
          <a:off x="4723029" y="1270850"/>
          <a:ext cx="181625" cy="2099495"/>
        </a:xfrm>
        <a:custGeom>
          <a:avLst/>
          <a:gdLst/>
          <a:ahLst/>
          <a:cxnLst/>
          <a:rect l="0" t="0" r="0" b="0"/>
          <a:pathLst>
            <a:path>
              <a:moveTo>
                <a:pt x="0" y="0"/>
              </a:moveTo>
              <a:lnTo>
                <a:pt x="0" y="2099495"/>
              </a:lnTo>
              <a:lnTo>
                <a:pt x="181625" y="2099495"/>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A46F8-2DD3-41BF-8157-715CD94A648D}">
      <dsp:nvSpPr>
        <dsp:cNvPr id="0" name=""/>
        <dsp:cNvSpPr/>
      </dsp:nvSpPr>
      <dsp:spPr>
        <a:xfrm>
          <a:off x="4904654" y="2916283"/>
          <a:ext cx="1453001" cy="908125"/>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The data type for all these dimensions is varchar.</a:t>
          </a:r>
        </a:p>
      </dsp:txBody>
      <dsp:txXfrm>
        <a:off x="4931252" y="2942881"/>
        <a:ext cx="1399805" cy="8549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2D6F0-D62D-431E-86C5-DFE6EA1D4ED8}">
      <dsp:nvSpPr>
        <dsp:cNvPr id="0" name=""/>
        <dsp:cNvSpPr/>
      </dsp:nvSpPr>
      <dsp:spPr>
        <a:xfrm>
          <a:off x="0" y="1518"/>
          <a:ext cx="4706803" cy="105578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DevOps Monitoring – The process of analyzing and monitoring network infrastructure and performance based on key performance indicators (KPIs) that are set by IT.</a:t>
          </a:r>
        </a:p>
      </dsp:txBody>
      <dsp:txXfrm>
        <a:off x="51539" y="53057"/>
        <a:ext cx="4603725" cy="952708"/>
      </dsp:txXfrm>
    </dsp:sp>
    <dsp:sp modelId="{737A6A99-3F0A-4779-909B-9899A88E8EFF}">
      <dsp:nvSpPr>
        <dsp:cNvPr id="0" name=""/>
        <dsp:cNvSpPr/>
      </dsp:nvSpPr>
      <dsp:spPr>
        <a:xfrm>
          <a:off x="0" y="1067598"/>
          <a:ext cx="4706803" cy="819639"/>
        </a:xfrm>
        <a:prstGeom prst="roundRect">
          <a:avLst/>
        </a:prstGeom>
        <a:gradFill rotWithShape="0">
          <a:gsLst>
            <a:gs pos="0">
              <a:schemeClr val="accent5">
                <a:hueOff val="1502676"/>
                <a:satOff val="-6595"/>
                <a:lumOff val="1961"/>
                <a:alphaOff val="0"/>
                <a:satMod val="103000"/>
                <a:lumMod val="102000"/>
                <a:tint val="94000"/>
              </a:schemeClr>
            </a:gs>
            <a:gs pos="50000">
              <a:schemeClr val="accent5">
                <a:hueOff val="1502676"/>
                <a:satOff val="-6595"/>
                <a:lumOff val="1961"/>
                <a:alphaOff val="0"/>
                <a:satMod val="110000"/>
                <a:lumMod val="100000"/>
                <a:shade val="100000"/>
              </a:schemeClr>
            </a:gs>
            <a:gs pos="100000">
              <a:schemeClr val="accent5">
                <a:hueOff val="1502676"/>
                <a:satOff val="-6595"/>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There are a few main goals of DevOps monitoring which are anomaly detection, performance monitoring, and capacity planning.</a:t>
          </a:r>
        </a:p>
      </dsp:txBody>
      <dsp:txXfrm>
        <a:off x="40011" y="1107609"/>
        <a:ext cx="4626781" cy="739617"/>
      </dsp:txXfrm>
    </dsp:sp>
    <dsp:sp modelId="{02035B03-F15F-483C-BA32-E4345D6176DB}">
      <dsp:nvSpPr>
        <dsp:cNvPr id="0" name=""/>
        <dsp:cNvSpPr/>
      </dsp:nvSpPr>
      <dsp:spPr>
        <a:xfrm>
          <a:off x="0" y="1897532"/>
          <a:ext cx="4706803" cy="819639"/>
        </a:xfrm>
        <a:prstGeom prst="roundRect">
          <a:avLst/>
        </a:prstGeom>
        <a:gradFill rotWithShape="0">
          <a:gsLst>
            <a:gs pos="0">
              <a:schemeClr val="accent5">
                <a:hueOff val="3005351"/>
                <a:satOff val="-13190"/>
                <a:lumOff val="3921"/>
                <a:alphaOff val="0"/>
                <a:satMod val="103000"/>
                <a:lumMod val="102000"/>
                <a:tint val="94000"/>
              </a:schemeClr>
            </a:gs>
            <a:gs pos="50000">
              <a:schemeClr val="accent5">
                <a:hueOff val="3005351"/>
                <a:satOff val="-13190"/>
                <a:lumOff val="3921"/>
                <a:alphaOff val="0"/>
                <a:satMod val="110000"/>
                <a:lumMod val="100000"/>
                <a:shade val="100000"/>
              </a:schemeClr>
            </a:gs>
            <a:gs pos="100000">
              <a:schemeClr val="accent5">
                <a:hueOff val="3005351"/>
                <a:satOff val="-13190"/>
                <a:lumOff val="39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Performance Monitoring – process of monitoring the health of IT infrastructure in real-time. This would be things like CPU usage, latency, etc.</a:t>
          </a:r>
        </a:p>
      </dsp:txBody>
      <dsp:txXfrm>
        <a:off x="40011" y="1937543"/>
        <a:ext cx="4626781" cy="739617"/>
      </dsp:txXfrm>
    </dsp:sp>
    <dsp:sp modelId="{7A85C172-FF87-438E-B78D-8303174475E5}">
      <dsp:nvSpPr>
        <dsp:cNvPr id="0" name=""/>
        <dsp:cNvSpPr/>
      </dsp:nvSpPr>
      <dsp:spPr>
        <a:xfrm>
          <a:off x="0" y="2727465"/>
          <a:ext cx="4706803" cy="819639"/>
        </a:xfrm>
        <a:prstGeom prst="roundRect">
          <a:avLst/>
        </a:prstGeom>
        <a:gradFill rotWithShape="0">
          <a:gsLst>
            <a:gs pos="0">
              <a:schemeClr val="accent5">
                <a:hueOff val="4508027"/>
                <a:satOff val="-19785"/>
                <a:lumOff val="5882"/>
                <a:alphaOff val="0"/>
                <a:satMod val="103000"/>
                <a:lumMod val="102000"/>
                <a:tint val="94000"/>
              </a:schemeClr>
            </a:gs>
            <a:gs pos="50000">
              <a:schemeClr val="accent5">
                <a:hueOff val="4508027"/>
                <a:satOff val="-19785"/>
                <a:lumOff val="5882"/>
                <a:alphaOff val="0"/>
                <a:satMod val="110000"/>
                <a:lumMod val="100000"/>
                <a:shade val="100000"/>
              </a:schemeClr>
            </a:gs>
            <a:gs pos="100000">
              <a:schemeClr val="accent5">
                <a:hueOff val="4508027"/>
                <a:satOff val="-19785"/>
                <a:lumOff val="588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Anomaly Detection – process of looking at and finding unusual patterns, such as spikes in network traffic for an application or latency.</a:t>
          </a:r>
        </a:p>
      </dsp:txBody>
      <dsp:txXfrm>
        <a:off x="40011" y="2767476"/>
        <a:ext cx="4626781" cy="739617"/>
      </dsp:txXfrm>
    </dsp:sp>
    <dsp:sp modelId="{084FAC67-6F4E-42C5-8268-80D387718E7A}">
      <dsp:nvSpPr>
        <dsp:cNvPr id="0" name=""/>
        <dsp:cNvSpPr/>
      </dsp:nvSpPr>
      <dsp:spPr>
        <a:xfrm>
          <a:off x="0" y="3557399"/>
          <a:ext cx="4706803" cy="819639"/>
        </a:xfrm>
        <a:prstGeom prst="roundRect">
          <a:avLst/>
        </a:prstGeom>
        <a:gradFill rotWithShape="0">
          <a:gsLst>
            <a:gs pos="0">
              <a:schemeClr val="accent5">
                <a:hueOff val="6010703"/>
                <a:satOff val="-26380"/>
                <a:lumOff val="7843"/>
                <a:alphaOff val="0"/>
                <a:satMod val="103000"/>
                <a:lumMod val="102000"/>
                <a:tint val="94000"/>
              </a:schemeClr>
            </a:gs>
            <a:gs pos="50000">
              <a:schemeClr val="accent5">
                <a:hueOff val="6010703"/>
                <a:satOff val="-26380"/>
                <a:lumOff val="7843"/>
                <a:alphaOff val="0"/>
                <a:satMod val="110000"/>
                <a:lumMod val="100000"/>
                <a:shade val="100000"/>
              </a:schemeClr>
            </a:gs>
            <a:gs pos="100000">
              <a:schemeClr val="accent5">
                <a:hueOff val="6010703"/>
                <a:satOff val="-26380"/>
                <a:lumOff val="784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Capacity Planning – process of looking at historical data to drive and make business decisions on the allocation of infrastructure and resources.</a:t>
          </a:r>
        </a:p>
      </dsp:txBody>
      <dsp:txXfrm>
        <a:off x="40011" y="3597410"/>
        <a:ext cx="4626781" cy="7396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73F56-B3D2-456C-81D9-E8A1D7976CC2}">
      <dsp:nvSpPr>
        <dsp:cNvPr id="0" name=""/>
        <dsp:cNvSpPr/>
      </dsp:nvSpPr>
      <dsp:spPr>
        <a:xfrm>
          <a:off x="0" y="110689"/>
          <a:ext cx="6949440" cy="162048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Timestream can help with the large volumes of data that is generated from monitoring network infrastructure for OptimaTech.</a:t>
          </a:r>
        </a:p>
      </dsp:txBody>
      <dsp:txXfrm>
        <a:off x="79106" y="189795"/>
        <a:ext cx="6791228" cy="1462274"/>
      </dsp:txXfrm>
    </dsp:sp>
    <dsp:sp modelId="{68D7DEB3-F7E4-42F0-B702-A6216E308C6F}">
      <dsp:nvSpPr>
        <dsp:cNvPr id="0" name=""/>
        <dsp:cNvSpPr/>
      </dsp:nvSpPr>
      <dsp:spPr>
        <a:xfrm>
          <a:off x="0" y="1797415"/>
          <a:ext cx="6949440" cy="1620486"/>
        </a:xfrm>
        <a:prstGeom prst="roundRect">
          <a:avLst/>
        </a:prstGeom>
        <a:solidFill>
          <a:schemeClr val="accent2">
            <a:hueOff val="56720"/>
            <a:satOff val="6519"/>
            <a:lumOff val="-51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Timestream can scale horizontally to add additional infrastructure as needed to reduce overall database load on a single partition. It does this automatically based on demand. </a:t>
          </a:r>
        </a:p>
      </dsp:txBody>
      <dsp:txXfrm>
        <a:off x="79106" y="1876521"/>
        <a:ext cx="6791228" cy="1462274"/>
      </dsp:txXfrm>
    </dsp:sp>
    <dsp:sp modelId="{2F20404E-31DC-40A5-8FC1-DE412D00B760}">
      <dsp:nvSpPr>
        <dsp:cNvPr id="0" name=""/>
        <dsp:cNvSpPr/>
      </dsp:nvSpPr>
      <dsp:spPr>
        <a:xfrm>
          <a:off x="0" y="3484142"/>
          <a:ext cx="6949440" cy="1620486"/>
        </a:xfrm>
        <a:prstGeom prst="roundRect">
          <a:avLst/>
        </a:prstGeom>
        <a:solidFill>
          <a:schemeClr val="accent2">
            <a:hueOff val="113439"/>
            <a:satOff val="13039"/>
            <a:lumOff val="-103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Timestream also has a high write throughput to be able to handle the volume of data points that are coming in from the various infrastructure that is being monitored. </a:t>
          </a:r>
        </a:p>
      </dsp:txBody>
      <dsp:txXfrm>
        <a:off x="79106" y="3563248"/>
        <a:ext cx="6791228" cy="1462274"/>
      </dsp:txXfrm>
    </dsp:sp>
    <dsp:sp modelId="{7702A9CC-AEA7-401A-9CEE-226E7B74B801}">
      <dsp:nvSpPr>
        <dsp:cNvPr id="0" name=""/>
        <dsp:cNvSpPr/>
      </dsp:nvSpPr>
      <dsp:spPr>
        <a:xfrm>
          <a:off x="0" y="5104628"/>
          <a:ext cx="6949440"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64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Again, additional resources are automatically added to ensure that there is not latency in writing data into the database.</a:t>
          </a:r>
        </a:p>
      </dsp:txBody>
      <dsp:txXfrm>
        <a:off x="0" y="5104628"/>
        <a:ext cx="6949440" cy="5713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F27F0-03D3-407A-9BA7-5ED5E8FDD367}">
      <dsp:nvSpPr>
        <dsp:cNvPr id="0" name=""/>
        <dsp:cNvSpPr/>
      </dsp:nvSpPr>
      <dsp:spPr>
        <a:xfrm>
          <a:off x="0" y="569"/>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C1AF9E0-4B6A-4890-8A99-EF6D0EF70159}">
      <dsp:nvSpPr>
        <dsp:cNvPr id="0" name=""/>
        <dsp:cNvSpPr/>
      </dsp:nvSpPr>
      <dsp:spPr>
        <a:xfrm>
          <a:off x="0" y="569"/>
          <a:ext cx="10515600" cy="93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Timestream offers better performance than traditional relational databases in DevOps monitoring. </a:t>
          </a:r>
        </a:p>
      </dsp:txBody>
      <dsp:txXfrm>
        <a:off x="0" y="569"/>
        <a:ext cx="10515600" cy="932380"/>
      </dsp:txXfrm>
    </dsp:sp>
    <dsp:sp modelId="{5568389C-82A4-4D08-891F-20C930DA750C}">
      <dsp:nvSpPr>
        <dsp:cNvPr id="0" name=""/>
        <dsp:cNvSpPr/>
      </dsp:nvSpPr>
      <dsp:spPr>
        <a:xfrm>
          <a:off x="0" y="932950"/>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CA6E553-02C4-465D-A612-783D26B8021F}">
      <dsp:nvSpPr>
        <dsp:cNvPr id="0" name=""/>
        <dsp:cNvSpPr/>
      </dsp:nvSpPr>
      <dsp:spPr>
        <a:xfrm>
          <a:off x="0" y="932950"/>
          <a:ext cx="10515600" cy="93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Real-time analysis is important for performance monitoring and anomaly detection. </a:t>
          </a:r>
        </a:p>
      </dsp:txBody>
      <dsp:txXfrm>
        <a:off x="0" y="932950"/>
        <a:ext cx="10515600" cy="932380"/>
      </dsp:txXfrm>
    </dsp:sp>
    <dsp:sp modelId="{0E7A8986-7BBC-4363-A182-A0CAA525A973}">
      <dsp:nvSpPr>
        <dsp:cNvPr id="0" name=""/>
        <dsp:cNvSpPr/>
      </dsp:nvSpPr>
      <dsp:spPr>
        <a:xfrm>
          <a:off x="0" y="1865331"/>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FAD1FF8-849D-43AC-8EF0-A5A6C60E95F0}">
      <dsp:nvSpPr>
        <dsp:cNvPr id="0" name=""/>
        <dsp:cNvSpPr/>
      </dsp:nvSpPr>
      <dsp:spPr>
        <a:xfrm>
          <a:off x="0" y="1865331"/>
          <a:ext cx="10515600" cy="93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Timestream has a dedicated in memory storage layer, which allows for low latency access to certain data for real-time monitoring. </a:t>
          </a:r>
        </a:p>
      </dsp:txBody>
      <dsp:txXfrm>
        <a:off x="0" y="1865331"/>
        <a:ext cx="10515600" cy="932380"/>
      </dsp:txXfrm>
    </dsp:sp>
    <dsp:sp modelId="{8D0FD614-BEBD-4497-B3F9-493D6C341AA6}">
      <dsp:nvSpPr>
        <dsp:cNvPr id="0" name=""/>
        <dsp:cNvSpPr/>
      </dsp:nvSpPr>
      <dsp:spPr>
        <a:xfrm>
          <a:off x="0" y="2797711"/>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D0A1A29-6CBD-448F-BE54-F8E4A47B3E61}">
      <dsp:nvSpPr>
        <dsp:cNvPr id="0" name=""/>
        <dsp:cNvSpPr/>
      </dsp:nvSpPr>
      <dsp:spPr>
        <a:xfrm>
          <a:off x="0" y="2797711"/>
          <a:ext cx="10515600" cy="93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Timestream also has built in data compression based on time periods, making searching through the data easier and more logical. </a:t>
          </a:r>
        </a:p>
      </dsp:txBody>
      <dsp:txXfrm>
        <a:off x="0" y="2797711"/>
        <a:ext cx="10515600" cy="932380"/>
      </dsp:txXfrm>
    </dsp:sp>
    <dsp:sp modelId="{3D2BC624-7822-4682-8945-2E99FBA36B1F}">
      <dsp:nvSpPr>
        <dsp:cNvPr id="0" name=""/>
        <dsp:cNvSpPr/>
      </dsp:nvSpPr>
      <dsp:spPr>
        <a:xfrm>
          <a:off x="0" y="3730092"/>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EB83534-D9DF-4688-86BD-F2037AC72EA5}">
      <dsp:nvSpPr>
        <dsp:cNvPr id="0" name=""/>
        <dsp:cNvSpPr/>
      </dsp:nvSpPr>
      <dsp:spPr>
        <a:xfrm>
          <a:off x="0" y="3730092"/>
          <a:ext cx="10515600" cy="93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Timestream also has a dedicated query layer to ensure low latency when retrieving the data for real-time analysis. </a:t>
          </a:r>
        </a:p>
      </dsp:txBody>
      <dsp:txXfrm>
        <a:off x="0" y="3730092"/>
        <a:ext cx="10515600" cy="9323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1A333-5DFE-42AC-AFC7-32F3D915C528}">
      <dsp:nvSpPr>
        <dsp:cNvPr id="0" name=""/>
        <dsp:cNvSpPr/>
      </dsp:nvSpPr>
      <dsp:spPr>
        <a:xfrm>
          <a:off x="0" y="2825"/>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3283E8-5602-4CF2-825C-A72144556C5F}">
      <dsp:nvSpPr>
        <dsp:cNvPr id="0" name=""/>
        <dsp:cNvSpPr/>
      </dsp:nvSpPr>
      <dsp:spPr>
        <a:xfrm>
          <a:off x="0" y="2825"/>
          <a:ext cx="6949440"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Time Series applications can be expensive due to the large volumes of data generated. DevOps monitoring generates a lot of data quickly for each piece of critical architecture that is being monitored.</a:t>
          </a:r>
        </a:p>
      </dsp:txBody>
      <dsp:txXfrm>
        <a:off x="0" y="2825"/>
        <a:ext cx="6949440" cy="963497"/>
      </dsp:txXfrm>
    </dsp:sp>
    <dsp:sp modelId="{D1C40D8B-39AD-4EA1-8314-387D2983ED34}">
      <dsp:nvSpPr>
        <dsp:cNvPr id="0" name=""/>
        <dsp:cNvSpPr/>
      </dsp:nvSpPr>
      <dsp:spPr>
        <a:xfrm>
          <a:off x="0" y="966323"/>
          <a:ext cx="6949440" cy="0"/>
        </a:xfrm>
        <a:prstGeom prst="line">
          <a:avLst/>
        </a:prstGeom>
        <a:solidFill>
          <a:schemeClr val="accent2">
            <a:hueOff val="22688"/>
            <a:satOff val="2608"/>
            <a:lumOff val="-2079"/>
            <a:alphaOff val="0"/>
          </a:schemeClr>
        </a:solidFill>
        <a:ln w="19050" cap="flat" cmpd="sng" algn="ctr">
          <a:solidFill>
            <a:schemeClr val="accent2">
              <a:hueOff val="22688"/>
              <a:satOff val="2608"/>
              <a:lumOff val="-20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5490F5-7DD3-4DD1-867A-68262F442090}">
      <dsp:nvSpPr>
        <dsp:cNvPr id="0" name=""/>
        <dsp:cNvSpPr/>
      </dsp:nvSpPr>
      <dsp:spPr>
        <a:xfrm>
          <a:off x="0" y="966323"/>
          <a:ext cx="6949440"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Timestream can be cost effective if implemented and utilized in the proper way. </a:t>
          </a:r>
        </a:p>
      </dsp:txBody>
      <dsp:txXfrm>
        <a:off x="0" y="966323"/>
        <a:ext cx="6949440" cy="963497"/>
      </dsp:txXfrm>
    </dsp:sp>
    <dsp:sp modelId="{946139DE-1B23-46BB-AFDF-2F2F86155D21}">
      <dsp:nvSpPr>
        <dsp:cNvPr id="0" name=""/>
        <dsp:cNvSpPr/>
      </dsp:nvSpPr>
      <dsp:spPr>
        <a:xfrm>
          <a:off x="0" y="1929821"/>
          <a:ext cx="6949440" cy="0"/>
        </a:xfrm>
        <a:prstGeom prst="line">
          <a:avLst/>
        </a:prstGeom>
        <a:solidFill>
          <a:schemeClr val="accent2">
            <a:hueOff val="45376"/>
            <a:satOff val="5216"/>
            <a:lumOff val="-4157"/>
            <a:alphaOff val="0"/>
          </a:schemeClr>
        </a:solidFill>
        <a:ln w="19050" cap="flat" cmpd="sng" algn="ctr">
          <a:solidFill>
            <a:schemeClr val="accent2">
              <a:hueOff val="45376"/>
              <a:satOff val="5216"/>
              <a:lumOff val="-4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05A486-11F6-4531-BC45-5C4A714720CD}">
      <dsp:nvSpPr>
        <dsp:cNvPr id="0" name=""/>
        <dsp:cNvSpPr/>
      </dsp:nvSpPr>
      <dsp:spPr>
        <a:xfrm>
          <a:off x="0" y="1929821"/>
          <a:ext cx="6949440"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Storage costs are reduced with the built-in data compression that Timestream offers. </a:t>
          </a:r>
        </a:p>
      </dsp:txBody>
      <dsp:txXfrm>
        <a:off x="0" y="1929821"/>
        <a:ext cx="6949440" cy="963497"/>
      </dsp:txXfrm>
    </dsp:sp>
    <dsp:sp modelId="{15C9ABEA-F14E-4A1C-815A-D005917FFB40}">
      <dsp:nvSpPr>
        <dsp:cNvPr id="0" name=""/>
        <dsp:cNvSpPr/>
      </dsp:nvSpPr>
      <dsp:spPr>
        <a:xfrm>
          <a:off x="0" y="2893319"/>
          <a:ext cx="6949440" cy="0"/>
        </a:xfrm>
        <a:prstGeom prst="line">
          <a:avLst/>
        </a:prstGeom>
        <a:solidFill>
          <a:schemeClr val="accent2">
            <a:hueOff val="68064"/>
            <a:satOff val="7823"/>
            <a:lumOff val="-6236"/>
            <a:alphaOff val="0"/>
          </a:schemeClr>
        </a:solidFill>
        <a:ln w="19050" cap="flat" cmpd="sng" algn="ctr">
          <a:solidFill>
            <a:schemeClr val="accent2">
              <a:hueOff val="68064"/>
              <a:satOff val="7823"/>
              <a:lumOff val="-62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FBD67C-AB68-4547-A7EA-EA79AF3B2032}">
      <dsp:nvSpPr>
        <dsp:cNvPr id="0" name=""/>
        <dsp:cNvSpPr/>
      </dsp:nvSpPr>
      <dsp:spPr>
        <a:xfrm>
          <a:off x="0" y="2893318"/>
          <a:ext cx="6949440"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They are reduced further by setting data expiration limits for data stored in memory. </a:t>
          </a:r>
        </a:p>
      </dsp:txBody>
      <dsp:txXfrm>
        <a:off x="0" y="2893318"/>
        <a:ext cx="6949440" cy="963497"/>
      </dsp:txXfrm>
    </dsp:sp>
    <dsp:sp modelId="{96F13584-4354-412C-985C-910D4D310C83}">
      <dsp:nvSpPr>
        <dsp:cNvPr id="0" name=""/>
        <dsp:cNvSpPr/>
      </dsp:nvSpPr>
      <dsp:spPr>
        <a:xfrm>
          <a:off x="0" y="3856816"/>
          <a:ext cx="6949440" cy="0"/>
        </a:xfrm>
        <a:prstGeom prst="line">
          <a:avLst/>
        </a:prstGeom>
        <a:solidFill>
          <a:schemeClr val="accent2">
            <a:hueOff val="90751"/>
            <a:satOff val="10431"/>
            <a:lumOff val="-8314"/>
            <a:alphaOff val="0"/>
          </a:schemeClr>
        </a:solidFill>
        <a:ln w="19050" cap="flat" cmpd="sng" algn="ctr">
          <a:solidFill>
            <a:schemeClr val="accent2">
              <a:hueOff val="90751"/>
              <a:satOff val="10431"/>
              <a:lumOff val="-8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DDA96-02E7-442E-B0F6-A49B99217C51}">
      <dsp:nvSpPr>
        <dsp:cNvPr id="0" name=""/>
        <dsp:cNvSpPr/>
      </dsp:nvSpPr>
      <dsp:spPr>
        <a:xfrm>
          <a:off x="0" y="3856816"/>
          <a:ext cx="3418877"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This data gets then stored in magnetic disk storage, which is cheaper and accessed less. </a:t>
          </a:r>
        </a:p>
      </dsp:txBody>
      <dsp:txXfrm>
        <a:off x="0" y="3856816"/>
        <a:ext cx="3418877" cy="963497"/>
      </dsp:txXfrm>
    </dsp:sp>
    <dsp:sp modelId="{828035E9-F817-4ED1-9059-D8A277CE80C6}">
      <dsp:nvSpPr>
        <dsp:cNvPr id="0" name=""/>
        <dsp:cNvSpPr/>
      </dsp:nvSpPr>
      <dsp:spPr>
        <a:xfrm>
          <a:off x="3476600" y="3883855"/>
          <a:ext cx="3472839" cy="88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This storage option allows for cheap and easy access to historical data which can then be used for capacity planning.</a:t>
          </a:r>
        </a:p>
      </dsp:txBody>
      <dsp:txXfrm>
        <a:off x="3476600" y="3883855"/>
        <a:ext cx="3472839" cy="884091"/>
      </dsp:txXfrm>
    </dsp:sp>
    <dsp:sp modelId="{AED861D5-E968-46B5-BC67-48150EFCAFA4}">
      <dsp:nvSpPr>
        <dsp:cNvPr id="0" name=""/>
        <dsp:cNvSpPr/>
      </dsp:nvSpPr>
      <dsp:spPr>
        <a:xfrm>
          <a:off x="3418877" y="4780473"/>
          <a:ext cx="2763488"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EC7577-4999-4217-8A64-9777216D6FF8}">
      <dsp:nvSpPr>
        <dsp:cNvPr id="0" name=""/>
        <dsp:cNvSpPr/>
      </dsp:nvSpPr>
      <dsp:spPr>
        <a:xfrm>
          <a:off x="0" y="4820314"/>
          <a:ext cx="6949440" cy="0"/>
        </a:xfrm>
        <a:prstGeom prst="line">
          <a:avLst/>
        </a:prstGeom>
        <a:solidFill>
          <a:schemeClr val="accent2">
            <a:hueOff val="113439"/>
            <a:satOff val="13039"/>
            <a:lumOff val="-10393"/>
            <a:alphaOff val="0"/>
          </a:schemeClr>
        </a:solidFill>
        <a:ln w="19050" cap="flat" cmpd="sng" algn="ctr">
          <a:solidFill>
            <a:schemeClr val="accent2">
              <a:hueOff val="113439"/>
              <a:satOff val="13039"/>
              <a:lumOff val="-103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8196BB-B008-4833-888D-53399D4C78B0}">
      <dsp:nvSpPr>
        <dsp:cNvPr id="0" name=""/>
        <dsp:cNvSpPr/>
      </dsp:nvSpPr>
      <dsp:spPr>
        <a:xfrm>
          <a:off x="0" y="4820314"/>
          <a:ext cx="6949440" cy="96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Timestream also benefits from being under the AWS umbrella, so it has a pay as you go model which also brings down costs. </a:t>
          </a:r>
        </a:p>
      </dsp:txBody>
      <dsp:txXfrm>
        <a:off x="0" y="4820314"/>
        <a:ext cx="6949440" cy="96349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0DF5E-4E1E-4A86-899A-1B76CB511131}">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0B2452-0249-436E-AC0E-99A8F13FC8B8}">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446CAD-B186-4BF2-BB2D-946734A3A555}">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t>Timestream does have some limitations, however. </a:t>
          </a:r>
        </a:p>
      </dsp:txBody>
      <dsp:txXfrm>
        <a:off x="1057183" y="1805"/>
        <a:ext cx="9458416" cy="915310"/>
      </dsp:txXfrm>
    </dsp:sp>
    <dsp:sp modelId="{586AA289-4BB0-4696-A2C4-709B025F1B4E}">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725493-C177-4713-9DA7-761A6AD56E40}">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5FD091-E5B3-4597-83C0-595740CD2B85}">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t>If your architecture that you are monitoring does not reside in AWS, then there is additional complexity in setup and integrating Timestream to your network. </a:t>
          </a:r>
        </a:p>
      </dsp:txBody>
      <dsp:txXfrm>
        <a:off x="1057183" y="1145944"/>
        <a:ext cx="9458416" cy="915310"/>
      </dsp:txXfrm>
    </dsp:sp>
    <dsp:sp modelId="{AB3CFEFE-05E4-4E0F-BE70-B882F092B04D}">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960D0E-25FF-4DE2-91F2-7B7670DE500F}">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B51EAC-B346-4709-8E49-E66A4BC250B2}">
      <dsp:nvSpPr>
        <dsp:cNvPr id="0" name=""/>
        <dsp:cNvSpPr/>
      </dsp:nvSpPr>
      <dsp:spPr>
        <a:xfrm>
          <a:off x="1057183" y="2290082"/>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dirty="0"/>
            <a:t>Timestream tables are append only also, so there is no ability to go back and modify data. </a:t>
          </a:r>
        </a:p>
      </dsp:txBody>
      <dsp:txXfrm>
        <a:off x="1057183" y="2290082"/>
        <a:ext cx="4732020" cy="915310"/>
      </dsp:txXfrm>
    </dsp:sp>
    <dsp:sp modelId="{1676664F-2CDA-4E37-9408-8A38A4B3DF6F}">
      <dsp:nvSpPr>
        <dsp:cNvPr id="0" name=""/>
        <dsp:cNvSpPr/>
      </dsp:nvSpPr>
      <dsp:spPr>
        <a:xfrm>
          <a:off x="5789203" y="2290082"/>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US" sz="1600" kern="1200" dirty="0"/>
            <a:t>This means that defining your dimensions is critical to success. </a:t>
          </a:r>
        </a:p>
      </dsp:txBody>
      <dsp:txXfrm>
        <a:off x="5789203" y="2290082"/>
        <a:ext cx="4726396" cy="915310"/>
      </dsp:txXfrm>
    </dsp:sp>
    <dsp:sp modelId="{B1B95D0F-B2ED-4E9B-BCF6-8646FD6DD576}">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3CF6A-41F4-4384-9B55-059E0D5F4CCF}">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ADCE17-C5CC-4951-AEB7-0491D8E9DCB0}">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t>Timestream does not support cross-table joins either, so if you want to run analytics you need make sure the all the information resides in the same table.</a:t>
          </a:r>
        </a:p>
      </dsp:txBody>
      <dsp:txXfrm>
        <a:off x="1057183" y="3434221"/>
        <a:ext cx="9458416" cy="91531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B144E9-7674-4520-BB00-BFC68443FDC6}">
      <dsp:nvSpPr>
        <dsp:cNvPr id="0" name=""/>
        <dsp:cNvSpPr/>
      </dsp:nvSpPr>
      <dsp:spPr>
        <a:xfrm>
          <a:off x="0" y="476818"/>
          <a:ext cx="6949440" cy="11340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9354" tIns="416560" rIns="539354"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Implement a Time-Series Database to effectively monitor the DevOps infrastructure for OptimaTech. </a:t>
          </a:r>
        </a:p>
      </dsp:txBody>
      <dsp:txXfrm>
        <a:off x="0" y="476818"/>
        <a:ext cx="6949440" cy="1134000"/>
      </dsp:txXfrm>
    </dsp:sp>
    <dsp:sp modelId="{06B4926F-6FC4-4D5A-90AE-5FFB7E55C32E}">
      <dsp:nvSpPr>
        <dsp:cNvPr id="0" name=""/>
        <dsp:cNvSpPr/>
      </dsp:nvSpPr>
      <dsp:spPr>
        <a:xfrm>
          <a:off x="347472" y="181618"/>
          <a:ext cx="4864608" cy="5904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89000">
            <a:lnSpc>
              <a:spcPct val="90000"/>
            </a:lnSpc>
            <a:spcBef>
              <a:spcPct val="0"/>
            </a:spcBef>
            <a:spcAft>
              <a:spcPct val="35000"/>
            </a:spcAft>
            <a:buNone/>
          </a:pPr>
          <a:r>
            <a:rPr lang="en-US" sz="2000" b="1" u="sng" kern="1200"/>
            <a:t>Going back to the problem statement</a:t>
          </a:r>
          <a:endParaRPr lang="en-US" sz="2000" kern="1200"/>
        </a:p>
      </dsp:txBody>
      <dsp:txXfrm>
        <a:off x="376293" y="210439"/>
        <a:ext cx="4806966" cy="532758"/>
      </dsp:txXfrm>
    </dsp:sp>
    <dsp:sp modelId="{039921A7-9DC9-43AA-B007-CD2AF9616159}">
      <dsp:nvSpPr>
        <dsp:cNvPr id="0" name=""/>
        <dsp:cNvSpPr/>
      </dsp:nvSpPr>
      <dsp:spPr>
        <a:xfrm>
          <a:off x="0" y="1954642"/>
          <a:ext cx="6949440" cy="3591000"/>
        </a:xfrm>
        <a:prstGeom prst="rect">
          <a:avLst/>
        </a:prstGeom>
        <a:solidFill>
          <a:schemeClr val="lt1">
            <a:alpha val="90000"/>
            <a:hueOff val="0"/>
            <a:satOff val="0"/>
            <a:lumOff val="0"/>
            <a:alphaOff val="0"/>
          </a:schemeClr>
        </a:solidFill>
        <a:ln w="19050" cap="flat" cmpd="sng" algn="ctr">
          <a:solidFill>
            <a:schemeClr val="accent2">
              <a:hueOff val="113439"/>
              <a:satOff val="13039"/>
              <a:lumOff val="-103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9354" tIns="416560" rIns="539354"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Key performance indicators from each piece of architecture that needs to be monitored. </a:t>
          </a:r>
        </a:p>
        <a:p>
          <a:pPr marL="457200" lvl="2" indent="-228600" algn="l" defTabSz="889000">
            <a:lnSpc>
              <a:spcPct val="90000"/>
            </a:lnSpc>
            <a:spcBef>
              <a:spcPct val="0"/>
            </a:spcBef>
            <a:spcAft>
              <a:spcPct val="15000"/>
            </a:spcAft>
            <a:buChar char="•"/>
          </a:pPr>
          <a:r>
            <a:rPr lang="en-US" sz="2000" kern="1200" dirty="0"/>
            <a:t>Uptime – How often is a device sending and receiving data.</a:t>
          </a:r>
        </a:p>
        <a:p>
          <a:pPr marL="457200" lvl="2" indent="-228600" algn="l" defTabSz="889000">
            <a:lnSpc>
              <a:spcPct val="90000"/>
            </a:lnSpc>
            <a:spcBef>
              <a:spcPct val="0"/>
            </a:spcBef>
            <a:spcAft>
              <a:spcPct val="15000"/>
            </a:spcAft>
            <a:buChar char="•"/>
          </a:pPr>
          <a:r>
            <a:rPr lang="en-US" sz="2000" kern="1200" dirty="0"/>
            <a:t>CPU Utilization – What percent of computer resources are being used on a device. </a:t>
          </a:r>
        </a:p>
        <a:p>
          <a:pPr marL="457200" lvl="2" indent="-228600" algn="l" defTabSz="889000">
            <a:lnSpc>
              <a:spcPct val="90000"/>
            </a:lnSpc>
            <a:spcBef>
              <a:spcPct val="0"/>
            </a:spcBef>
            <a:spcAft>
              <a:spcPct val="15000"/>
            </a:spcAft>
            <a:buChar char="•"/>
          </a:pPr>
          <a:r>
            <a:rPr lang="en-US" sz="2000" kern="1200"/>
            <a:t>Throughput – Amount of traffic passing through a device.</a:t>
          </a:r>
        </a:p>
        <a:p>
          <a:pPr marL="457200" lvl="2" indent="-228600" algn="l" defTabSz="889000">
            <a:lnSpc>
              <a:spcPct val="90000"/>
            </a:lnSpc>
            <a:spcBef>
              <a:spcPct val="0"/>
            </a:spcBef>
            <a:spcAft>
              <a:spcPct val="15000"/>
            </a:spcAft>
            <a:buChar char="•"/>
          </a:pPr>
          <a:r>
            <a:rPr lang="en-US" sz="2000" kern="1200"/>
            <a:t>Bandwith Usage - Amount of data that is being sent and received by a device.</a:t>
          </a:r>
        </a:p>
      </dsp:txBody>
      <dsp:txXfrm>
        <a:off x="0" y="1954642"/>
        <a:ext cx="6949440" cy="3591000"/>
      </dsp:txXfrm>
    </dsp:sp>
    <dsp:sp modelId="{E3A4E976-62A4-44F4-8799-C7FCB11CDEB8}">
      <dsp:nvSpPr>
        <dsp:cNvPr id="0" name=""/>
        <dsp:cNvSpPr/>
      </dsp:nvSpPr>
      <dsp:spPr>
        <a:xfrm>
          <a:off x="347472" y="1718818"/>
          <a:ext cx="6058820" cy="590400"/>
        </a:xfrm>
        <a:prstGeom prst="roundRect">
          <a:avLst/>
        </a:prstGeom>
        <a:solidFill>
          <a:schemeClr val="accent2">
            <a:hueOff val="113439"/>
            <a:satOff val="13039"/>
            <a:lumOff val="-103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89000">
            <a:lnSpc>
              <a:spcPct val="90000"/>
            </a:lnSpc>
            <a:spcBef>
              <a:spcPct val="0"/>
            </a:spcBef>
            <a:spcAft>
              <a:spcPct val="35000"/>
            </a:spcAft>
            <a:buNone/>
          </a:pPr>
          <a:r>
            <a:rPr lang="en-US" sz="2000" b="1" u="sng" kern="1200"/>
            <a:t>Step 1: Determine the data that needs to be collected</a:t>
          </a:r>
          <a:endParaRPr lang="en-US" sz="2000" kern="1200"/>
        </a:p>
      </dsp:txBody>
      <dsp:txXfrm>
        <a:off x="376293" y="1747639"/>
        <a:ext cx="6001178" cy="53275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BB4420-5393-4D1F-8BF0-7DD177157CB7}">
      <dsp:nvSpPr>
        <dsp:cNvPr id="0" name=""/>
        <dsp:cNvSpPr/>
      </dsp:nvSpPr>
      <dsp:spPr>
        <a:xfrm>
          <a:off x="0" y="51848"/>
          <a:ext cx="10515600" cy="914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u="sng" kern="1200"/>
            <a:t>Step 2: Choosing the right dimensions and measures from the existing database</a:t>
          </a:r>
          <a:endParaRPr lang="en-US" sz="2300" kern="1200"/>
        </a:p>
      </dsp:txBody>
      <dsp:txXfrm>
        <a:off x="44664" y="96512"/>
        <a:ext cx="10426272" cy="825612"/>
      </dsp:txXfrm>
    </dsp:sp>
    <dsp:sp modelId="{3B364C83-8980-4C1E-BC53-331858A406A3}">
      <dsp:nvSpPr>
        <dsp:cNvPr id="0" name=""/>
        <dsp:cNvSpPr/>
      </dsp:nvSpPr>
      <dsp:spPr>
        <a:xfrm>
          <a:off x="0" y="966789"/>
          <a:ext cx="10515600" cy="333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Need to ensure that the dimensions make sense and that they are consistent across the applications OptimaTech has deployed.</a:t>
          </a:r>
        </a:p>
        <a:p>
          <a:pPr marL="171450" lvl="1" indent="-171450" algn="l" defTabSz="800100">
            <a:lnSpc>
              <a:spcPct val="90000"/>
            </a:lnSpc>
            <a:spcBef>
              <a:spcPct val="0"/>
            </a:spcBef>
            <a:spcAft>
              <a:spcPct val="20000"/>
            </a:spcAft>
            <a:buChar char="•"/>
          </a:pPr>
          <a:r>
            <a:rPr lang="en-US" sz="1800" kern="1200"/>
            <a:t>Choosing the right dimensions will make querying and filtering easier and faster for analysis.</a:t>
          </a:r>
        </a:p>
        <a:p>
          <a:pPr marL="171450" lvl="1" indent="-171450" algn="l" defTabSz="800100">
            <a:lnSpc>
              <a:spcPct val="90000"/>
            </a:lnSpc>
            <a:spcBef>
              <a:spcPct val="0"/>
            </a:spcBef>
            <a:spcAft>
              <a:spcPct val="20000"/>
            </a:spcAft>
            <a:buChar char="•"/>
          </a:pPr>
          <a:r>
            <a:rPr lang="en-US" sz="1800" kern="1200" dirty="0" err="1"/>
            <a:t>Application_ID</a:t>
          </a:r>
          <a:r>
            <a:rPr lang="en-US" sz="1800" kern="1200" dirty="0"/>
            <a:t> – specify which application the architecture is being used on.</a:t>
          </a:r>
        </a:p>
        <a:p>
          <a:pPr marL="171450" lvl="1" indent="-171450" algn="l" defTabSz="800100">
            <a:lnSpc>
              <a:spcPct val="90000"/>
            </a:lnSpc>
            <a:spcBef>
              <a:spcPct val="0"/>
            </a:spcBef>
            <a:spcAft>
              <a:spcPct val="20000"/>
            </a:spcAft>
            <a:buChar char="•"/>
          </a:pPr>
          <a:r>
            <a:rPr lang="en-US" sz="1800" kern="1200" dirty="0" err="1"/>
            <a:t>Application_Name</a:t>
          </a:r>
          <a:r>
            <a:rPr lang="en-US" sz="1800" kern="1200" dirty="0"/>
            <a:t> – easier when pulling data for analytics for efficient queries and visualization.</a:t>
          </a:r>
        </a:p>
        <a:p>
          <a:pPr marL="171450" lvl="1" indent="-171450" algn="l" defTabSz="800100">
            <a:lnSpc>
              <a:spcPct val="90000"/>
            </a:lnSpc>
            <a:spcBef>
              <a:spcPct val="0"/>
            </a:spcBef>
            <a:spcAft>
              <a:spcPct val="20000"/>
            </a:spcAft>
            <a:buChar char="•"/>
          </a:pPr>
          <a:r>
            <a:rPr lang="en-US" sz="1800" kern="1200" dirty="0" err="1"/>
            <a:t>Time_Stamp</a:t>
          </a:r>
          <a:r>
            <a:rPr lang="en-US" sz="1800" kern="1200" dirty="0"/>
            <a:t> – Need to pull a timestamp for time series data to be effective.</a:t>
          </a:r>
        </a:p>
        <a:p>
          <a:pPr marL="171450" lvl="1" indent="-171450" algn="l" defTabSz="800100">
            <a:lnSpc>
              <a:spcPct val="90000"/>
            </a:lnSpc>
            <a:spcBef>
              <a:spcPct val="0"/>
            </a:spcBef>
            <a:spcAft>
              <a:spcPct val="20000"/>
            </a:spcAft>
            <a:buChar char="•"/>
          </a:pPr>
          <a:r>
            <a:rPr lang="en-US" sz="1800" kern="1200" dirty="0" err="1"/>
            <a:t>CPU_Usage</a:t>
          </a:r>
          <a:r>
            <a:rPr lang="en-US" sz="1800" kern="1200" dirty="0"/>
            <a:t> – This will determine the load on the application and could even trigger scaling policies if needed.</a:t>
          </a:r>
        </a:p>
        <a:p>
          <a:pPr marL="171450" lvl="1" indent="-171450" algn="l" defTabSz="800100">
            <a:lnSpc>
              <a:spcPct val="90000"/>
            </a:lnSpc>
            <a:spcBef>
              <a:spcPct val="0"/>
            </a:spcBef>
            <a:spcAft>
              <a:spcPct val="20000"/>
            </a:spcAft>
            <a:buChar char="•"/>
          </a:pPr>
          <a:r>
            <a:rPr lang="en-US" sz="1800" kern="1200" dirty="0" err="1"/>
            <a:t>HTTP_Status</a:t>
          </a:r>
          <a:r>
            <a:rPr lang="en-US" sz="1800" kern="1200" dirty="0"/>
            <a:t> – Pulling this code will let you know if the application is running or not (Uptime).</a:t>
          </a:r>
        </a:p>
        <a:p>
          <a:pPr marL="171450" lvl="1" indent="-171450" algn="l" defTabSz="800100">
            <a:lnSpc>
              <a:spcPct val="90000"/>
            </a:lnSpc>
            <a:spcBef>
              <a:spcPct val="0"/>
            </a:spcBef>
            <a:spcAft>
              <a:spcPct val="20000"/>
            </a:spcAft>
            <a:buChar char="•"/>
          </a:pPr>
          <a:r>
            <a:rPr lang="en-US" sz="1800" kern="1200" dirty="0" err="1"/>
            <a:t>Network_Throughput</a:t>
          </a:r>
          <a:r>
            <a:rPr lang="en-US" sz="1800" kern="1200" dirty="0"/>
            <a:t> – Value to let you know how much traffic is passing through an application.</a:t>
          </a:r>
        </a:p>
        <a:p>
          <a:pPr marL="171450" lvl="1" indent="-171450" algn="l" defTabSz="800100">
            <a:lnSpc>
              <a:spcPct val="90000"/>
            </a:lnSpc>
            <a:spcBef>
              <a:spcPct val="0"/>
            </a:spcBef>
            <a:spcAft>
              <a:spcPct val="20000"/>
            </a:spcAft>
            <a:buChar char="•"/>
          </a:pPr>
          <a:r>
            <a:rPr lang="en-US" sz="1800" kern="1200" dirty="0" err="1"/>
            <a:t>Memory_Usage</a:t>
          </a:r>
          <a:r>
            <a:rPr lang="en-US" sz="1800" kern="1200" dirty="0"/>
            <a:t> – Percent of memory used in an application.</a:t>
          </a:r>
        </a:p>
      </dsp:txBody>
      <dsp:txXfrm>
        <a:off x="0" y="966789"/>
        <a:ext cx="10515600" cy="33327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B144E9-7674-4520-BB00-BFC68443FDC6}">
      <dsp:nvSpPr>
        <dsp:cNvPr id="0" name=""/>
        <dsp:cNvSpPr/>
      </dsp:nvSpPr>
      <dsp:spPr>
        <a:xfrm>
          <a:off x="0" y="747612"/>
          <a:ext cx="6949440" cy="178605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9354" tIns="437388" rIns="539354"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For OptimaTech the partition key should be </a:t>
          </a:r>
          <a:r>
            <a:rPr lang="en-US" sz="2100" kern="1200" dirty="0" err="1"/>
            <a:t>Application_Name</a:t>
          </a:r>
          <a:r>
            <a:rPr lang="en-US" sz="2100" kern="1200" dirty="0"/>
            <a:t> so the data can be efficiently searched and visualized based on each IoT application that OptimaTech has deployed.</a:t>
          </a:r>
          <a:endParaRPr lang="en-US" sz="2100" b="1" u="sng" kern="1200" dirty="0"/>
        </a:p>
      </dsp:txBody>
      <dsp:txXfrm>
        <a:off x="0" y="747612"/>
        <a:ext cx="6949440" cy="1786050"/>
      </dsp:txXfrm>
    </dsp:sp>
    <dsp:sp modelId="{06B4926F-6FC4-4D5A-90AE-5FFB7E55C32E}">
      <dsp:nvSpPr>
        <dsp:cNvPr id="0" name=""/>
        <dsp:cNvSpPr/>
      </dsp:nvSpPr>
      <dsp:spPr>
        <a:xfrm>
          <a:off x="347472" y="437652"/>
          <a:ext cx="4864608" cy="6199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933450">
            <a:lnSpc>
              <a:spcPct val="90000"/>
            </a:lnSpc>
            <a:spcBef>
              <a:spcPct val="0"/>
            </a:spcBef>
            <a:spcAft>
              <a:spcPct val="35000"/>
            </a:spcAft>
            <a:buNone/>
          </a:pPr>
          <a:r>
            <a:rPr lang="en-US" sz="2100" b="1" u="sng" kern="1200" dirty="0"/>
            <a:t>Step 3: Choosing a partition key</a:t>
          </a:r>
          <a:endParaRPr lang="en-US" sz="2100" kern="1200" dirty="0"/>
        </a:p>
      </dsp:txBody>
      <dsp:txXfrm>
        <a:off x="377734" y="467914"/>
        <a:ext cx="4804084" cy="559396"/>
      </dsp:txXfrm>
    </dsp:sp>
    <dsp:sp modelId="{039921A7-9DC9-43AA-B007-CD2AF9616159}">
      <dsp:nvSpPr>
        <dsp:cNvPr id="0" name=""/>
        <dsp:cNvSpPr/>
      </dsp:nvSpPr>
      <dsp:spPr>
        <a:xfrm>
          <a:off x="0" y="3169840"/>
          <a:ext cx="6949440" cy="2116800"/>
        </a:xfrm>
        <a:prstGeom prst="rect">
          <a:avLst/>
        </a:prstGeom>
        <a:solidFill>
          <a:schemeClr val="lt1">
            <a:alpha val="90000"/>
            <a:hueOff val="0"/>
            <a:satOff val="0"/>
            <a:lumOff val="0"/>
            <a:alphaOff val="0"/>
          </a:schemeClr>
        </a:solidFill>
        <a:ln w="19050" cap="flat" cmpd="sng" algn="ctr">
          <a:solidFill>
            <a:schemeClr val="accent2">
              <a:hueOff val="113439"/>
              <a:satOff val="13039"/>
              <a:lumOff val="-103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9354" tIns="437388" rIns="539354"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For monitoring network health, I think it makes sense to keep data in memory for low latency access for 8 hours at a time.</a:t>
          </a:r>
        </a:p>
        <a:p>
          <a:pPr marL="228600" lvl="1" indent="-228600" algn="l" defTabSz="933450">
            <a:lnSpc>
              <a:spcPct val="90000"/>
            </a:lnSpc>
            <a:spcBef>
              <a:spcPct val="0"/>
            </a:spcBef>
            <a:spcAft>
              <a:spcPct val="15000"/>
            </a:spcAft>
            <a:buChar char="•"/>
          </a:pPr>
          <a:r>
            <a:rPr lang="en-US" sz="2100" kern="1200"/>
            <a:t>After, it can then be sent to the more permanent magnetic storage for historical analysis. </a:t>
          </a:r>
          <a:endParaRPr lang="en-US" sz="2100" kern="1200" dirty="0"/>
        </a:p>
      </dsp:txBody>
      <dsp:txXfrm>
        <a:off x="0" y="3169840"/>
        <a:ext cx="6949440" cy="2116800"/>
      </dsp:txXfrm>
    </dsp:sp>
    <dsp:sp modelId="{E3A4E976-62A4-44F4-8799-C7FCB11CDEB8}">
      <dsp:nvSpPr>
        <dsp:cNvPr id="0" name=""/>
        <dsp:cNvSpPr/>
      </dsp:nvSpPr>
      <dsp:spPr>
        <a:xfrm>
          <a:off x="347472" y="2647062"/>
          <a:ext cx="6058820" cy="895083"/>
        </a:xfrm>
        <a:prstGeom prst="roundRect">
          <a:avLst/>
        </a:prstGeom>
        <a:solidFill>
          <a:schemeClr val="accent2">
            <a:hueOff val="113439"/>
            <a:satOff val="13039"/>
            <a:lumOff val="-103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89000">
            <a:lnSpc>
              <a:spcPct val="90000"/>
            </a:lnSpc>
            <a:spcBef>
              <a:spcPct val="0"/>
            </a:spcBef>
            <a:spcAft>
              <a:spcPct val="35000"/>
            </a:spcAft>
            <a:buNone/>
          </a:pPr>
          <a:r>
            <a:rPr lang="en-US" sz="2000" b="1" u="sng" kern="1200" dirty="0"/>
            <a:t>Step 4: Determine the data retention polices for storing data in memory for real-time analysis/ anomaly detection</a:t>
          </a:r>
          <a:endParaRPr lang="en-US" sz="2000" kern="1200" dirty="0"/>
        </a:p>
      </dsp:txBody>
      <dsp:txXfrm>
        <a:off x="391166" y="2690756"/>
        <a:ext cx="5971432" cy="80769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2459B-3911-4635-B0B3-2D8E5D71277D}" type="datetimeFigureOut">
              <a:rPr lang="en-US" smtClean="0"/>
              <a:t>6/13/2025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C6C56-A485-45BE-9F20-0C161AA1A232}" type="slidenum">
              <a:rPr lang="en-US" smtClean="0"/>
              <a:t>‹#›</a:t>
            </a:fld>
            <a:endParaRPr lang="en-US"/>
          </a:p>
        </p:txBody>
      </p:sp>
    </p:spTree>
    <p:extLst>
      <p:ext uri="{BB962C8B-B14F-4D97-AF65-F5344CB8AC3E}">
        <p14:creationId xmlns:p14="http://schemas.microsoft.com/office/powerpoint/2010/main" val="4184774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problem statement of the given scenario for the assignment.</a:t>
            </a:r>
          </a:p>
        </p:txBody>
      </p:sp>
      <p:sp>
        <p:nvSpPr>
          <p:cNvPr id="4" name="Slide Number Placeholder 3"/>
          <p:cNvSpPr>
            <a:spLocks noGrp="1"/>
          </p:cNvSpPr>
          <p:nvPr>
            <p:ph type="sldNum" sz="quarter" idx="5"/>
          </p:nvPr>
        </p:nvSpPr>
        <p:spPr/>
        <p:txBody>
          <a:bodyPr/>
          <a:lstStyle/>
          <a:p>
            <a:fld id="{EC5C6C56-A485-45BE-9F20-0C161AA1A232}" type="slidenum">
              <a:rPr lang="en-US" smtClean="0"/>
              <a:t>4</a:t>
            </a:fld>
            <a:endParaRPr lang="en-US"/>
          </a:p>
        </p:txBody>
      </p:sp>
    </p:spTree>
    <p:extLst>
      <p:ext uri="{BB962C8B-B14F-4D97-AF65-F5344CB8AC3E}">
        <p14:creationId xmlns:p14="http://schemas.microsoft.com/office/powerpoint/2010/main" val="2338142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company's issues data volumes of their </a:t>
            </a:r>
            <a:r>
              <a:rPr lang="en-US" dirty="0" err="1"/>
              <a:t>devops</a:t>
            </a:r>
            <a:r>
              <a:rPr lang="en-US" dirty="0"/>
              <a:t> architecture.</a:t>
            </a:r>
          </a:p>
        </p:txBody>
      </p:sp>
      <p:sp>
        <p:nvSpPr>
          <p:cNvPr id="4" name="Slide Number Placeholder 3"/>
          <p:cNvSpPr>
            <a:spLocks noGrp="1"/>
          </p:cNvSpPr>
          <p:nvPr>
            <p:ph type="sldNum" sz="quarter" idx="5"/>
          </p:nvPr>
        </p:nvSpPr>
        <p:spPr/>
        <p:txBody>
          <a:bodyPr/>
          <a:lstStyle/>
          <a:p>
            <a:fld id="{EC5C6C56-A485-45BE-9F20-0C161AA1A232}" type="slidenum">
              <a:rPr lang="en-US" smtClean="0"/>
              <a:t>5</a:t>
            </a:fld>
            <a:endParaRPr lang="en-US"/>
          </a:p>
        </p:txBody>
      </p:sp>
    </p:spTree>
    <p:extLst>
      <p:ext uri="{BB962C8B-B14F-4D97-AF65-F5344CB8AC3E}">
        <p14:creationId xmlns:p14="http://schemas.microsoft.com/office/powerpoint/2010/main" val="3884404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company's issues with real time analysis of their </a:t>
            </a:r>
            <a:r>
              <a:rPr lang="en-US" dirty="0" err="1"/>
              <a:t>devops</a:t>
            </a:r>
            <a:r>
              <a:rPr lang="en-US" dirty="0"/>
              <a:t> architecture.</a:t>
            </a:r>
          </a:p>
        </p:txBody>
      </p:sp>
      <p:sp>
        <p:nvSpPr>
          <p:cNvPr id="4" name="Slide Number Placeholder 3"/>
          <p:cNvSpPr>
            <a:spLocks noGrp="1"/>
          </p:cNvSpPr>
          <p:nvPr>
            <p:ph type="sldNum" sz="quarter" idx="5"/>
          </p:nvPr>
        </p:nvSpPr>
        <p:spPr/>
        <p:txBody>
          <a:bodyPr/>
          <a:lstStyle/>
          <a:p>
            <a:fld id="{EC5C6C56-A485-45BE-9F20-0C161AA1A232}" type="slidenum">
              <a:rPr lang="en-US" smtClean="0"/>
              <a:t>6</a:t>
            </a:fld>
            <a:endParaRPr lang="en-US"/>
          </a:p>
        </p:txBody>
      </p:sp>
    </p:spTree>
    <p:extLst>
      <p:ext uri="{BB962C8B-B14F-4D97-AF65-F5344CB8AC3E}">
        <p14:creationId xmlns:p14="http://schemas.microsoft.com/office/powerpoint/2010/main" val="1209029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the company's issues with decision making regarding their DevOps architecture because they do not have easy ways to see their data.</a:t>
            </a:r>
          </a:p>
        </p:txBody>
      </p:sp>
      <p:sp>
        <p:nvSpPr>
          <p:cNvPr id="4" name="Slide Number Placeholder 3"/>
          <p:cNvSpPr>
            <a:spLocks noGrp="1"/>
          </p:cNvSpPr>
          <p:nvPr>
            <p:ph type="sldNum" sz="quarter" idx="5"/>
          </p:nvPr>
        </p:nvSpPr>
        <p:spPr/>
        <p:txBody>
          <a:bodyPr/>
          <a:lstStyle/>
          <a:p>
            <a:fld id="{EC5C6C56-A485-45BE-9F20-0C161AA1A232}" type="slidenum">
              <a:rPr lang="en-US" smtClean="0"/>
              <a:t>7</a:t>
            </a:fld>
            <a:endParaRPr lang="en-US"/>
          </a:p>
        </p:txBody>
      </p:sp>
    </p:spTree>
    <p:extLst>
      <p:ext uri="{BB962C8B-B14F-4D97-AF65-F5344CB8AC3E}">
        <p14:creationId xmlns:p14="http://schemas.microsoft.com/office/powerpoint/2010/main" val="3993923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high level overview of time series databases. </a:t>
            </a:r>
          </a:p>
        </p:txBody>
      </p:sp>
      <p:sp>
        <p:nvSpPr>
          <p:cNvPr id="4" name="Slide Number Placeholder 3"/>
          <p:cNvSpPr>
            <a:spLocks noGrp="1"/>
          </p:cNvSpPr>
          <p:nvPr>
            <p:ph type="sldNum" sz="quarter" idx="5"/>
          </p:nvPr>
        </p:nvSpPr>
        <p:spPr/>
        <p:txBody>
          <a:bodyPr/>
          <a:lstStyle/>
          <a:p>
            <a:fld id="{EC5C6C56-A485-45BE-9F20-0C161AA1A232}" type="slidenum">
              <a:rPr lang="en-US" smtClean="0"/>
              <a:t>9</a:t>
            </a:fld>
            <a:endParaRPr lang="en-US"/>
          </a:p>
        </p:txBody>
      </p:sp>
    </p:spTree>
    <p:extLst>
      <p:ext uri="{BB962C8B-B14F-4D97-AF65-F5344CB8AC3E}">
        <p14:creationId xmlns:p14="http://schemas.microsoft.com/office/powerpoint/2010/main" val="677976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a high-level overview of AWS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10</a:t>
            </a:fld>
            <a:endParaRPr lang="en-US"/>
          </a:p>
        </p:txBody>
      </p:sp>
    </p:spTree>
    <p:extLst>
      <p:ext uri="{BB962C8B-B14F-4D97-AF65-F5344CB8AC3E}">
        <p14:creationId xmlns:p14="http://schemas.microsoft.com/office/powerpoint/2010/main" val="2509462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dives more into the architecture of AWS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11</a:t>
            </a:fld>
            <a:endParaRPr lang="en-US"/>
          </a:p>
        </p:txBody>
      </p:sp>
    </p:spTree>
    <p:extLst>
      <p:ext uri="{BB962C8B-B14F-4D97-AF65-F5344CB8AC3E}">
        <p14:creationId xmlns:p14="http://schemas.microsoft.com/office/powerpoint/2010/main" val="3667859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Timestream to traditional </a:t>
            </a:r>
            <a:r>
              <a:rPr lang="en-US" dirty="0" err="1"/>
              <a:t>DBs.</a:t>
            </a:r>
            <a:endParaRPr lang="en-US" dirty="0"/>
          </a:p>
        </p:txBody>
      </p:sp>
      <p:sp>
        <p:nvSpPr>
          <p:cNvPr id="4" name="Slide Number Placeholder 3"/>
          <p:cNvSpPr>
            <a:spLocks noGrp="1"/>
          </p:cNvSpPr>
          <p:nvPr>
            <p:ph type="sldNum" sz="quarter" idx="5"/>
          </p:nvPr>
        </p:nvSpPr>
        <p:spPr/>
        <p:txBody>
          <a:bodyPr/>
          <a:lstStyle/>
          <a:p>
            <a:fld id="{EC5C6C56-A485-45BE-9F20-0C161AA1A232}" type="slidenum">
              <a:rPr lang="en-US" smtClean="0"/>
              <a:t>12</a:t>
            </a:fld>
            <a:endParaRPr lang="en-US"/>
          </a:p>
        </p:txBody>
      </p:sp>
    </p:spTree>
    <p:extLst>
      <p:ext uri="{BB962C8B-B14F-4D97-AF65-F5344CB8AC3E}">
        <p14:creationId xmlns:p14="http://schemas.microsoft.com/office/powerpoint/2010/main" val="32224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DevOps monitoring in more detail.</a:t>
            </a:r>
          </a:p>
        </p:txBody>
      </p:sp>
      <p:sp>
        <p:nvSpPr>
          <p:cNvPr id="4" name="Slide Number Placeholder 3"/>
          <p:cNvSpPr>
            <a:spLocks noGrp="1"/>
          </p:cNvSpPr>
          <p:nvPr>
            <p:ph type="sldNum" sz="quarter" idx="5"/>
          </p:nvPr>
        </p:nvSpPr>
        <p:spPr/>
        <p:txBody>
          <a:bodyPr/>
          <a:lstStyle/>
          <a:p>
            <a:fld id="{EC5C6C56-A485-45BE-9F20-0C161AA1A232}" type="slidenum">
              <a:rPr lang="en-US" smtClean="0"/>
              <a:t>14</a:t>
            </a:fld>
            <a:endParaRPr lang="en-US"/>
          </a:p>
        </p:txBody>
      </p:sp>
    </p:spTree>
    <p:extLst>
      <p:ext uri="{BB962C8B-B14F-4D97-AF65-F5344CB8AC3E}">
        <p14:creationId xmlns:p14="http://schemas.microsoft.com/office/powerpoint/2010/main" val="1797598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how Timestream can help in DevOps.</a:t>
            </a:r>
          </a:p>
        </p:txBody>
      </p:sp>
      <p:sp>
        <p:nvSpPr>
          <p:cNvPr id="4" name="Slide Number Placeholder 3"/>
          <p:cNvSpPr>
            <a:spLocks noGrp="1"/>
          </p:cNvSpPr>
          <p:nvPr>
            <p:ph type="sldNum" sz="quarter" idx="5"/>
          </p:nvPr>
        </p:nvSpPr>
        <p:spPr/>
        <p:txBody>
          <a:bodyPr/>
          <a:lstStyle/>
          <a:p>
            <a:fld id="{EC5C6C56-A485-45BE-9F20-0C161AA1A232}" type="slidenum">
              <a:rPr lang="en-US" smtClean="0"/>
              <a:t>15</a:t>
            </a:fld>
            <a:endParaRPr lang="en-US"/>
          </a:p>
        </p:txBody>
      </p:sp>
    </p:spTree>
    <p:extLst>
      <p:ext uri="{BB962C8B-B14F-4D97-AF65-F5344CB8AC3E}">
        <p14:creationId xmlns:p14="http://schemas.microsoft.com/office/powerpoint/2010/main" val="1397678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how Timestream can help in DevOps.</a:t>
            </a:r>
          </a:p>
          <a:p>
            <a:endParaRPr lang="en-US" dirty="0"/>
          </a:p>
        </p:txBody>
      </p:sp>
      <p:sp>
        <p:nvSpPr>
          <p:cNvPr id="4" name="Slide Number Placeholder 3"/>
          <p:cNvSpPr>
            <a:spLocks noGrp="1"/>
          </p:cNvSpPr>
          <p:nvPr>
            <p:ph type="sldNum" sz="quarter" idx="5"/>
          </p:nvPr>
        </p:nvSpPr>
        <p:spPr/>
        <p:txBody>
          <a:bodyPr/>
          <a:lstStyle/>
          <a:p>
            <a:fld id="{EC5C6C56-A485-45BE-9F20-0C161AA1A232}" type="slidenum">
              <a:rPr lang="en-US" smtClean="0"/>
              <a:t>16</a:t>
            </a:fld>
            <a:endParaRPr lang="en-US"/>
          </a:p>
        </p:txBody>
      </p:sp>
    </p:spTree>
    <p:extLst>
      <p:ext uri="{BB962C8B-B14F-4D97-AF65-F5344CB8AC3E}">
        <p14:creationId xmlns:p14="http://schemas.microsoft.com/office/powerpoint/2010/main" val="1770487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how Timestream can help in DevOps.</a:t>
            </a:r>
          </a:p>
          <a:p>
            <a:endParaRPr lang="en-US" dirty="0"/>
          </a:p>
        </p:txBody>
      </p:sp>
      <p:sp>
        <p:nvSpPr>
          <p:cNvPr id="4" name="Slide Number Placeholder 3"/>
          <p:cNvSpPr>
            <a:spLocks noGrp="1"/>
          </p:cNvSpPr>
          <p:nvPr>
            <p:ph type="sldNum" sz="quarter" idx="5"/>
          </p:nvPr>
        </p:nvSpPr>
        <p:spPr/>
        <p:txBody>
          <a:bodyPr/>
          <a:lstStyle/>
          <a:p>
            <a:fld id="{EC5C6C56-A485-45BE-9F20-0C161AA1A232}" type="slidenum">
              <a:rPr lang="en-US" smtClean="0"/>
              <a:t>17</a:t>
            </a:fld>
            <a:endParaRPr lang="en-US"/>
          </a:p>
        </p:txBody>
      </p:sp>
    </p:spTree>
    <p:extLst>
      <p:ext uri="{BB962C8B-B14F-4D97-AF65-F5344CB8AC3E}">
        <p14:creationId xmlns:p14="http://schemas.microsoft.com/office/powerpoint/2010/main" val="309910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how Timestream’s limitations.</a:t>
            </a:r>
          </a:p>
        </p:txBody>
      </p:sp>
      <p:sp>
        <p:nvSpPr>
          <p:cNvPr id="4" name="Slide Number Placeholder 3"/>
          <p:cNvSpPr>
            <a:spLocks noGrp="1"/>
          </p:cNvSpPr>
          <p:nvPr>
            <p:ph type="sldNum" sz="quarter" idx="5"/>
          </p:nvPr>
        </p:nvSpPr>
        <p:spPr/>
        <p:txBody>
          <a:bodyPr/>
          <a:lstStyle/>
          <a:p>
            <a:fld id="{EC5C6C56-A485-45BE-9F20-0C161AA1A232}" type="slidenum">
              <a:rPr lang="en-US" smtClean="0"/>
              <a:t>18</a:t>
            </a:fld>
            <a:endParaRPr lang="en-US"/>
          </a:p>
        </p:txBody>
      </p:sp>
    </p:spTree>
    <p:extLst>
      <p:ext uri="{BB962C8B-B14F-4D97-AF65-F5344CB8AC3E}">
        <p14:creationId xmlns:p14="http://schemas.microsoft.com/office/powerpoint/2010/main" val="3638778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first steps to create a data model for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20</a:t>
            </a:fld>
            <a:endParaRPr lang="en-US"/>
          </a:p>
        </p:txBody>
      </p:sp>
    </p:spTree>
    <p:extLst>
      <p:ext uri="{BB962C8B-B14F-4D97-AF65-F5344CB8AC3E}">
        <p14:creationId xmlns:p14="http://schemas.microsoft.com/office/powerpoint/2010/main" val="1782759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second step to create a data model for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21</a:t>
            </a:fld>
            <a:endParaRPr lang="en-US"/>
          </a:p>
        </p:txBody>
      </p:sp>
    </p:spTree>
    <p:extLst>
      <p:ext uri="{BB962C8B-B14F-4D97-AF65-F5344CB8AC3E}">
        <p14:creationId xmlns:p14="http://schemas.microsoft.com/office/powerpoint/2010/main" val="3712608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third and forth step to create a data model for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22</a:t>
            </a:fld>
            <a:endParaRPr lang="en-US"/>
          </a:p>
        </p:txBody>
      </p:sp>
    </p:spTree>
    <p:extLst>
      <p:ext uri="{BB962C8B-B14F-4D97-AF65-F5344CB8AC3E}">
        <p14:creationId xmlns:p14="http://schemas.microsoft.com/office/powerpoint/2010/main" val="1883661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creating IAM User profiles to be able to interact with AWS locally.</a:t>
            </a:r>
          </a:p>
        </p:txBody>
      </p:sp>
      <p:sp>
        <p:nvSpPr>
          <p:cNvPr id="4" name="Slide Number Placeholder 3"/>
          <p:cNvSpPr>
            <a:spLocks noGrp="1"/>
          </p:cNvSpPr>
          <p:nvPr>
            <p:ph type="sldNum" sz="quarter" idx="5"/>
          </p:nvPr>
        </p:nvSpPr>
        <p:spPr/>
        <p:txBody>
          <a:bodyPr/>
          <a:lstStyle/>
          <a:p>
            <a:fld id="{EC5C6C56-A485-45BE-9F20-0C161AA1A232}" type="slidenum">
              <a:rPr lang="en-US" smtClean="0"/>
              <a:t>23</a:t>
            </a:fld>
            <a:endParaRPr lang="en-US"/>
          </a:p>
        </p:txBody>
      </p:sp>
    </p:spTree>
    <p:extLst>
      <p:ext uri="{BB962C8B-B14F-4D97-AF65-F5344CB8AC3E}">
        <p14:creationId xmlns:p14="http://schemas.microsoft.com/office/powerpoint/2010/main" val="2696006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local installation and what is needed to push local code to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24</a:t>
            </a:fld>
            <a:endParaRPr lang="en-US"/>
          </a:p>
        </p:txBody>
      </p:sp>
    </p:spTree>
    <p:extLst>
      <p:ext uri="{BB962C8B-B14F-4D97-AF65-F5344CB8AC3E}">
        <p14:creationId xmlns:p14="http://schemas.microsoft.com/office/powerpoint/2010/main" val="1310896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python code to creating a DB in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25</a:t>
            </a:fld>
            <a:endParaRPr lang="en-US"/>
          </a:p>
        </p:txBody>
      </p:sp>
    </p:spTree>
    <p:extLst>
      <p:ext uri="{BB962C8B-B14F-4D97-AF65-F5344CB8AC3E}">
        <p14:creationId xmlns:p14="http://schemas.microsoft.com/office/powerpoint/2010/main" val="3835098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the python code to creating a table inside a DB in Timestream.</a:t>
            </a:r>
          </a:p>
        </p:txBody>
      </p:sp>
      <p:sp>
        <p:nvSpPr>
          <p:cNvPr id="4" name="Slide Number Placeholder 3"/>
          <p:cNvSpPr>
            <a:spLocks noGrp="1"/>
          </p:cNvSpPr>
          <p:nvPr>
            <p:ph type="sldNum" sz="quarter" idx="5"/>
          </p:nvPr>
        </p:nvSpPr>
        <p:spPr/>
        <p:txBody>
          <a:bodyPr/>
          <a:lstStyle/>
          <a:p>
            <a:fld id="{EC5C6C56-A485-45BE-9F20-0C161AA1A232}" type="slidenum">
              <a:rPr lang="en-US" smtClean="0"/>
              <a:t>26</a:t>
            </a:fld>
            <a:endParaRPr lang="en-US"/>
          </a:p>
        </p:txBody>
      </p:sp>
    </p:spTree>
    <p:extLst>
      <p:ext uri="{BB962C8B-B14F-4D97-AF65-F5344CB8AC3E}">
        <p14:creationId xmlns:p14="http://schemas.microsoft.com/office/powerpoint/2010/main" val="412581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adding data to Timestream using a .csv file and python. </a:t>
            </a:r>
          </a:p>
        </p:txBody>
      </p:sp>
      <p:sp>
        <p:nvSpPr>
          <p:cNvPr id="4" name="Slide Number Placeholder 3"/>
          <p:cNvSpPr>
            <a:spLocks noGrp="1"/>
          </p:cNvSpPr>
          <p:nvPr>
            <p:ph type="sldNum" sz="quarter" idx="5"/>
          </p:nvPr>
        </p:nvSpPr>
        <p:spPr/>
        <p:txBody>
          <a:bodyPr/>
          <a:lstStyle/>
          <a:p>
            <a:fld id="{EC5C6C56-A485-45BE-9F20-0C161AA1A232}" type="slidenum">
              <a:rPr lang="en-US" smtClean="0"/>
              <a:t>27</a:t>
            </a:fld>
            <a:endParaRPr lang="en-US"/>
          </a:p>
        </p:txBody>
      </p:sp>
    </p:spTree>
    <p:extLst>
      <p:ext uri="{BB962C8B-B14F-4D97-AF65-F5344CB8AC3E}">
        <p14:creationId xmlns:p14="http://schemas.microsoft.com/office/powerpoint/2010/main" val="3134133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talks about Queries in Timestream and some of the things that can be done with them. </a:t>
            </a:r>
          </a:p>
        </p:txBody>
      </p:sp>
      <p:sp>
        <p:nvSpPr>
          <p:cNvPr id="4" name="Slide Number Placeholder 3"/>
          <p:cNvSpPr>
            <a:spLocks noGrp="1"/>
          </p:cNvSpPr>
          <p:nvPr>
            <p:ph type="sldNum" sz="quarter" idx="5"/>
          </p:nvPr>
        </p:nvSpPr>
        <p:spPr/>
        <p:txBody>
          <a:bodyPr/>
          <a:lstStyle/>
          <a:p>
            <a:fld id="{EC5C6C56-A485-45BE-9F20-0C161AA1A232}" type="slidenum">
              <a:rPr lang="en-US" smtClean="0"/>
              <a:t>29</a:t>
            </a:fld>
            <a:endParaRPr lang="en-US"/>
          </a:p>
        </p:txBody>
      </p:sp>
    </p:spTree>
    <p:extLst>
      <p:ext uri="{BB962C8B-B14F-4D97-AF65-F5344CB8AC3E}">
        <p14:creationId xmlns:p14="http://schemas.microsoft.com/office/powerpoint/2010/main" val="2552208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over queries by </a:t>
            </a:r>
            <a:r>
              <a:rPr lang="en-US" dirty="0" err="1"/>
              <a:t>Application_Name</a:t>
            </a:r>
            <a:r>
              <a:rPr lang="en-US" dirty="0"/>
              <a:t> as a practical example of what OptimaTech would use.</a:t>
            </a:r>
          </a:p>
        </p:txBody>
      </p:sp>
      <p:sp>
        <p:nvSpPr>
          <p:cNvPr id="4" name="Slide Number Placeholder 3"/>
          <p:cNvSpPr>
            <a:spLocks noGrp="1"/>
          </p:cNvSpPr>
          <p:nvPr>
            <p:ph type="sldNum" sz="quarter" idx="5"/>
          </p:nvPr>
        </p:nvSpPr>
        <p:spPr/>
        <p:txBody>
          <a:bodyPr/>
          <a:lstStyle/>
          <a:p>
            <a:fld id="{EC5C6C56-A485-45BE-9F20-0C161AA1A232}" type="slidenum">
              <a:rPr lang="en-US" smtClean="0"/>
              <a:t>30</a:t>
            </a:fld>
            <a:endParaRPr lang="en-US"/>
          </a:p>
        </p:txBody>
      </p:sp>
    </p:spTree>
    <p:extLst>
      <p:ext uri="{BB962C8B-B14F-4D97-AF65-F5344CB8AC3E}">
        <p14:creationId xmlns:p14="http://schemas.microsoft.com/office/powerpoint/2010/main" val="583851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goes over queries by time filters as a practical example of what OptimaTech would use.</a:t>
            </a:r>
          </a:p>
          <a:p>
            <a:endParaRPr lang="en-US" dirty="0"/>
          </a:p>
        </p:txBody>
      </p:sp>
      <p:sp>
        <p:nvSpPr>
          <p:cNvPr id="4" name="Slide Number Placeholder 3"/>
          <p:cNvSpPr>
            <a:spLocks noGrp="1"/>
          </p:cNvSpPr>
          <p:nvPr>
            <p:ph type="sldNum" sz="quarter" idx="5"/>
          </p:nvPr>
        </p:nvSpPr>
        <p:spPr/>
        <p:txBody>
          <a:bodyPr/>
          <a:lstStyle/>
          <a:p>
            <a:fld id="{EC5C6C56-A485-45BE-9F20-0C161AA1A232}" type="slidenum">
              <a:rPr lang="en-US" smtClean="0"/>
              <a:t>31</a:t>
            </a:fld>
            <a:endParaRPr lang="en-US"/>
          </a:p>
        </p:txBody>
      </p:sp>
    </p:spTree>
    <p:extLst>
      <p:ext uri="{BB962C8B-B14F-4D97-AF65-F5344CB8AC3E}">
        <p14:creationId xmlns:p14="http://schemas.microsoft.com/office/powerpoint/2010/main" val="1434618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B256-22B7-D0A7-CC26-9AC16CDD73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E40844-1EDA-DD26-B907-83332DDEE7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5A4E21-BC75-64D3-3143-D688DBD2CA35}"/>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78181871-9F17-4068-A4A9-C110C5C896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604586-F2EA-F29D-F306-E7AB76C3C371}"/>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1724690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3F0E-571C-F945-F008-0086F9EF96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5975A3-E3D6-F3F4-0F1A-80C51FF5A2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96C8A-D7B3-94DF-5472-1FE7BAD61ACA}"/>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A716A4E2-40D7-AB46-58E0-B5A38F40B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C89F7-05B4-DB5E-7E63-4CCD5F9979E8}"/>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159773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D91DF-4B82-CDEF-8C1B-BC9A9DFE5E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A46AF4-D7BF-F948-68B3-E358F3EAE3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F281E5-8895-F8F7-DD83-A28EE560EF9E}"/>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2876D4B8-A55D-B560-AFE6-57E3D4CB3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621AB1-118A-C963-8F63-BA0A8B75E71A}"/>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492524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580F6-B1A4-EF60-4BFE-4EA507429C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17349-5422-D9FE-D131-E86D40F3A0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9A4915-468A-9842-8D4B-0C54D74735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A067B9-65ED-86AB-7D63-F77242DE6E22}"/>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6" name="Footer Placeholder 5">
            <a:extLst>
              <a:ext uri="{FF2B5EF4-FFF2-40B4-BE49-F238E27FC236}">
                <a16:creationId xmlns:a16="http://schemas.microsoft.com/office/drawing/2014/main" id="{157155D7-9DCC-C742-CD51-5957AB2ED4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06C13-953E-418B-56E9-8C746EA48D1D}"/>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301429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483BC-7ED5-0EB8-F699-DC6BF7802A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D20FFB-4C19-CC0A-6BA5-0EFA6F944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5EE941-1411-BD6E-209F-3C58D8DAFC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14C0EC-4652-8C07-52F9-20E6B8B6E1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45D7EF-80D8-7A1C-A4BE-A8A9EE40A9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FD0BFB-1504-BF8D-808C-D3FEB795B901}"/>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8" name="Footer Placeholder 7">
            <a:extLst>
              <a:ext uri="{FF2B5EF4-FFF2-40B4-BE49-F238E27FC236}">
                <a16:creationId xmlns:a16="http://schemas.microsoft.com/office/drawing/2014/main" id="{3C44E430-F2B5-5272-744F-1C99C1212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FC396C-DAB2-84C0-A0BF-0D98B851053B}"/>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399817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957B0-23CA-E1DB-B7E2-F8F91F6A27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7D6076-F077-0ABF-80FA-9E85D0E10AFF}"/>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4" name="Footer Placeholder 3">
            <a:extLst>
              <a:ext uri="{FF2B5EF4-FFF2-40B4-BE49-F238E27FC236}">
                <a16:creationId xmlns:a16="http://schemas.microsoft.com/office/drawing/2014/main" id="{8009E0D3-32E4-FA60-BD45-A90E626B11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8777C7-F3A5-6E92-DECB-439ED01B84D2}"/>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184324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008D5A-2330-E81D-39CE-D4682977FBF3}"/>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3" name="Footer Placeholder 2">
            <a:extLst>
              <a:ext uri="{FF2B5EF4-FFF2-40B4-BE49-F238E27FC236}">
                <a16:creationId xmlns:a16="http://schemas.microsoft.com/office/drawing/2014/main" id="{D17DC43E-1AB7-CA13-60AE-89EE40D396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EC0-4C30-620C-3F1E-9023D8A4A477}"/>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2035293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E9E8-9DD6-D3ED-7E36-15C8718E86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DEFDD2-3E9C-A434-1547-6A3952C90A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5E9101-7519-091C-B1EB-355D6F838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4BEA6-B253-F040-4907-EAD8B4A56314}"/>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6" name="Footer Placeholder 5">
            <a:extLst>
              <a:ext uri="{FF2B5EF4-FFF2-40B4-BE49-F238E27FC236}">
                <a16:creationId xmlns:a16="http://schemas.microsoft.com/office/drawing/2014/main" id="{8C4E3402-4EF0-D471-9F72-EA6821FF2F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FACF79-7557-E77F-55D9-62C2459139CC}"/>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19547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0B3A-B23F-9903-7C51-5B0087C26D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8F227F-C40D-0B5B-8BBF-E046361A7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396BB1-8074-9A7E-F368-710AE5B90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9BE616-4A8A-9AD2-EC8F-7282E2BCCCBD}"/>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6" name="Footer Placeholder 5">
            <a:extLst>
              <a:ext uri="{FF2B5EF4-FFF2-40B4-BE49-F238E27FC236}">
                <a16:creationId xmlns:a16="http://schemas.microsoft.com/office/drawing/2014/main" id="{45E8BD18-3CDA-F8B9-2C33-06329FE7F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96CD10-68A4-632F-41BC-B89D33EB5D84}"/>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3154349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2ADD3-C772-009C-6DE5-F7433F054C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81D438-4E67-150B-D42E-13EE5DE58A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5F6F6-8A12-D718-5E7D-D1FC6DDAB5DF}"/>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A2A269E4-F519-4624-858C-7228C30640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A1BA2E-6FB2-6745-5FFF-C131B24C11FC}"/>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285977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682F10-D58C-EB3B-36B1-C37A714938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12ED59-1DD3-D32B-E1B8-3A23426855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B9213-24E1-A3B7-72FB-F4A758D45498}"/>
              </a:ext>
            </a:extLst>
          </p:cNvPr>
          <p:cNvSpPr>
            <a:spLocks noGrp="1"/>
          </p:cNvSpPr>
          <p:nvPr>
            <p:ph type="dt" sz="half" idx="10"/>
          </p:nvPr>
        </p:nvSpPr>
        <p:spPr/>
        <p:txBody>
          <a:body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701B3877-088B-F64A-733E-FE47F688F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E41D8-7010-BB14-EA3E-B9376952D2FE}"/>
              </a:ext>
            </a:extLst>
          </p:cNvPr>
          <p:cNvSpPr>
            <a:spLocks noGrp="1"/>
          </p:cNvSpPr>
          <p:nvPr>
            <p:ph type="sldNum" sz="quarter" idx="12"/>
          </p:nvPr>
        </p:nvSpPr>
        <p:spPr/>
        <p:txBody>
          <a:bodyPr/>
          <a:lstStyle/>
          <a:p>
            <a:fld id="{07C5DF50-7396-4D0F-A161-F15B8D300FED}" type="slidenum">
              <a:rPr lang="en-US" smtClean="0"/>
              <a:t>‹#›</a:t>
            </a:fld>
            <a:endParaRPr lang="en-US"/>
          </a:p>
        </p:txBody>
      </p:sp>
    </p:spTree>
    <p:extLst>
      <p:ext uri="{BB962C8B-B14F-4D97-AF65-F5344CB8AC3E}">
        <p14:creationId xmlns:p14="http://schemas.microsoft.com/office/powerpoint/2010/main" val="190646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99CB4-D3AA-A428-A5E4-6D56379BE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FAB71C-3A9F-D123-82B5-8B3706CCE0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4D0EC-A691-140C-4BA7-04F5A333F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A07E15-4162-4B7D-A2F4-25607919711F}" type="datetimeFigureOut">
              <a:rPr lang="en-US" smtClean="0"/>
              <a:t>6/13/2025</a:t>
            </a:fld>
            <a:endParaRPr lang="en-US"/>
          </a:p>
        </p:txBody>
      </p:sp>
      <p:sp>
        <p:nvSpPr>
          <p:cNvPr id="5" name="Footer Placeholder 4">
            <a:extLst>
              <a:ext uri="{FF2B5EF4-FFF2-40B4-BE49-F238E27FC236}">
                <a16:creationId xmlns:a16="http://schemas.microsoft.com/office/drawing/2014/main" id="{AEBB5DAB-4B7C-DC80-10C3-9C672A676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19D254-6685-6A85-BEE6-793A43232C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C5DF50-7396-4D0F-A161-F15B8D300FED}" type="slidenum">
              <a:rPr lang="en-US" smtClean="0"/>
              <a:t>‹#›</a:t>
            </a:fld>
            <a:endParaRPr lang="en-US"/>
          </a:p>
        </p:txBody>
      </p:sp>
    </p:spTree>
    <p:extLst>
      <p:ext uri="{BB962C8B-B14F-4D97-AF65-F5344CB8AC3E}">
        <p14:creationId xmlns:p14="http://schemas.microsoft.com/office/powerpoint/2010/main" val="418105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27.png"/><Relationship Id="rId7" Type="http://schemas.openxmlformats.org/officeDocument/2006/relationships/diagramQuickStyle" Target="../diagrams/quickStyle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28.svg"/><Relationship Id="rId9" Type="http://schemas.microsoft.com/office/2007/relationships/diagramDrawing" Target="../diagrams/drawin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29.png"/><Relationship Id="rId7" Type="http://schemas.openxmlformats.org/officeDocument/2006/relationships/diagramQuickStyle" Target="../diagrams/quickStyle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30.svg"/><Relationship Id="rId9" Type="http://schemas.microsoft.com/office/2007/relationships/diagramDrawing" Target="../diagrams/drawing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1.jpe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ocs.aws.amazon.com/timestream/latest/developerguide/architecture.html" TargetMode="External"/><Relationship Id="rId2" Type="http://schemas.openxmlformats.org/officeDocument/2006/relationships/hyperlink" Target="https://www.youtube.com/watch?v=8RHFPNReylI" TargetMode="External"/><Relationship Id="rId1" Type="http://schemas.openxmlformats.org/officeDocument/2006/relationships/slideLayout" Target="../slideLayouts/slideLayout2.xml"/><Relationship Id="rId6" Type="http://schemas.openxmlformats.org/officeDocument/2006/relationships/hyperlink" Target="https://www.influxdata.com/time-series-database/" TargetMode="External"/><Relationship Id="rId5" Type="http://schemas.openxmlformats.org/officeDocument/2006/relationships/hyperlink" Target="https://www.influxdata.com/what-is-time-series-data/" TargetMode="External"/><Relationship Id="rId4" Type="http://schemas.openxmlformats.org/officeDocument/2006/relationships/hyperlink" Target="https://medium.com/@christopheradamson253/introduction-to-amazon-timestream-for-time-series-data-a781ee0428c5"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www.datacamp.com/blog/time-series-database" TargetMode="External"/><Relationship Id="rId2" Type="http://schemas.openxmlformats.org/officeDocument/2006/relationships/hyperlink" Target="https://www.linkedin.com/pulse/importance-timeseries-database-devops-mthokozisi-sithole/" TargetMode="External"/><Relationship Id="rId1" Type="http://schemas.openxmlformats.org/officeDocument/2006/relationships/slideLayout" Target="../slideLayouts/slideLayout2.xml"/><Relationship Id="rId6" Type="http://schemas.openxmlformats.org/officeDocument/2006/relationships/hyperlink" Target="https://k21academy.com/amazon-web-services/amazon-timestream/" TargetMode="External"/><Relationship Id="rId5" Type="http://schemas.openxmlformats.org/officeDocument/2006/relationships/hyperlink" Target="https://mihirpopat.medium.com/harnessing-real-time-insights-with-aws-timestream-the-ultimate-guide-to-time-series-data-873f7b853b89" TargetMode="External"/><Relationship Id="rId4" Type="http://schemas.openxmlformats.org/officeDocument/2006/relationships/hyperlink" Target="https://www.splunk.com/en_us/blog/learn/devops-monitoring.html"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datadoghq.com/knowledge-center/network-monitoring/" TargetMode="External"/><Relationship Id="rId2" Type="http://schemas.openxmlformats.org/officeDocument/2006/relationships/hyperlink" Target="https://www.geeksforgeeks.org/computer-networks/architecture-of-internet-of-things-iot/" TargetMode="External"/><Relationship Id="rId1" Type="http://schemas.openxmlformats.org/officeDocument/2006/relationships/slideLayout" Target="../slideLayouts/slideLayout2.xml"/><Relationship Id="rId5" Type="http://schemas.openxmlformats.org/officeDocument/2006/relationships/hyperlink" Target="https://www.influxdata.com/comparison/awstimestream-vs-sqlserver/" TargetMode="External"/><Relationship Id="rId4" Type="http://schemas.openxmlformats.org/officeDocument/2006/relationships/hyperlink" Target="https://aws.amazon.com/blogs/database/data-modeling-best-practices-to-unlock-the-value-of-your-time-series-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1D614B2-91E0-DB33-7228-0CC97F7361FA}"/>
              </a:ext>
            </a:extLst>
          </p:cNvPr>
          <p:cNvSpPr>
            <a:spLocks noGrp="1"/>
          </p:cNvSpPr>
          <p:nvPr>
            <p:ph type="ctrTitle"/>
          </p:nvPr>
        </p:nvSpPr>
        <p:spPr>
          <a:xfrm>
            <a:off x="5751094" y="1058780"/>
            <a:ext cx="5602705" cy="3092116"/>
          </a:xfrm>
        </p:spPr>
        <p:txBody>
          <a:bodyPr anchor="ctr">
            <a:normAutofit/>
          </a:bodyPr>
          <a:lstStyle/>
          <a:p>
            <a:pPr algn="l"/>
            <a:r>
              <a:rPr lang="en-US" sz="5200" dirty="0"/>
              <a:t>Assessing Time Series Databases in DevOps with OptimaTech</a:t>
            </a:r>
          </a:p>
        </p:txBody>
      </p:sp>
      <p:sp>
        <p:nvSpPr>
          <p:cNvPr id="3" name="Subtitle 2">
            <a:extLst>
              <a:ext uri="{FF2B5EF4-FFF2-40B4-BE49-F238E27FC236}">
                <a16:creationId xmlns:a16="http://schemas.microsoft.com/office/drawing/2014/main" id="{CCFC03F0-A419-C0CD-88B7-0EC805FFAAC2}"/>
              </a:ext>
            </a:extLst>
          </p:cNvPr>
          <p:cNvSpPr>
            <a:spLocks noGrp="1"/>
          </p:cNvSpPr>
          <p:nvPr>
            <p:ph type="subTitle" idx="1"/>
          </p:nvPr>
        </p:nvSpPr>
        <p:spPr>
          <a:xfrm>
            <a:off x="838200" y="5041616"/>
            <a:ext cx="3781926" cy="1246472"/>
          </a:xfrm>
        </p:spPr>
        <p:txBody>
          <a:bodyPr anchor="ctr">
            <a:normAutofit/>
          </a:bodyPr>
          <a:lstStyle/>
          <a:p>
            <a:pPr algn="l"/>
            <a:endParaRPr lang="en-US"/>
          </a:p>
        </p:txBody>
      </p:sp>
    </p:spTree>
    <p:extLst>
      <p:ext uri="{BB962C8B-B14F-4D97-AF65-F5344CB8AC3E}">
        <p14:creationId xmlns:p14="http://schemas.microsoft.com/office/powerpoint/2010/main" val="1855830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0166-D671-61CD-9C88-4975B282D0A1}"/>
              </a:ext>
            </a:extLst>
          </p:cNvPr>
          <p:cNvSpPr>
            <a:spLocks noGrp="1"/>
          </p:cNvSpPr>
          <p:nvPr>
            <p:ph type="title"/>
          </p:nvPr>
        </p:nvSpPr>
        <p:spPr/>
        <p:txBody>
          <a:bodyPr/>
          <a:lstStyle/>
          <a:p>
            <a:r>
              <a:rPr lang="en-US"/>
              <a:t>Agenda</a:t>
            </a:r>
            <a:endParaRPr lang="en-US" dirty="0"/>
          </a:p>
        </p:txBody>
      </p:sp>
      <p:graphicFrame>
        <p:nvGraphicFramePr>
          <p:cNvPr id="20" name="Content Placeholder 2">
            <a:extLst>
              <a:ext uri="{FF2B5EF4-FFF2-40B4-BE49-F238E27FC236}">
                <a16:creationId xmlns:a16="http://schemas.microsoft.com/office/drawing/2014/main" id="{8B5A6B39-3BBA-687F-4BCC-3D4CC214B5A4}"/>
              </a:ext>
            </a:extLst>
          </p:cNvPr>
          <p:cNvGraphicFramePr>
            <a:graphicFrameLocks noGrp="1"/>
          </p:cNvGraphicFramePr>
          <p:nvPr>
            <p:ph idx="1"/>
            <p:extLst>
              <p:ext uri="{D42A27DB-BD31-4B8C-83A1-F6EECF244321}">
                <p14:modId xmlns:p14="http://schemas.microsoft.com/office/powerpoint/2010/main" val="242515406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2392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A6C4A954-077A-14DF-D4AC-5A43DABD07C8}"/>
              </a:ext>
            </a:extLst>
          </p:cNvPr>
          <p:cNvSpPr>
            <a:spLocks noGrp="1"/>
          </p:cNvSpPr>
          <p:nvPr>
            <p:ph type="title"/>
          </p:nvPr>
        </p:nvSpPr>
        <p:spPr>
          <a:xfrm>
            <a:off x="5751094" y="1058780"/>
            <a:ext cx="5602705" cy="3092116"/>
          </a:xfrm>
        </p:spPr>
        <p:txBody>
          <a:bodyPr vert="horz" lIns="91440" tIns="45720" rIns="91440" bIns="45720" rtlCol="0" anchor="ctr">
            <a:normAutofit/>
          </a:bodyPr>
          <a:lstStyle/>
          <a:p>
            <a:pPr lvl="0">
              <a:lnSpc>
                <a:spcPct val="100000"/>
              </a:lnSpc>
            </a:pPr>
            <a:r>
              <a:rPr lang="en-US" sz="5400" dirty="0"/>
              <a:t>Current System Analysis</a:t>
            </a:r>
          </a:p>
        </p:txBody>
      </p:sp>
      <p:sp>
        <p:nvSpPr>
          <p:cNvPr id="5" name="Text Placeholder 4">
            <a:extLst>
              <a:ext uri="{FF2B5EF4-FFF2-40B4-BE49-F238E27FC236}">
                <a16:creationId xmlns:a16="http://schemas.microsoft.com/office/drawing/2014/main" id="{E0E0B856-30E6-3D4C-B8A0-D61B1399CCE8}"/>
              </a:ext>
            </a:extLst>
          </p:cNvPr>
          <p:cNvSpPr>
            <a:spLocks noGrp="1"/>
          </p:cNvSpPr>
          <p:nvPr>
            <p:ph type="body" idx="1"/>
          </p:nvPr>
        </p:nvSpPr>
        <p:spPr>
          <a:xfrm>
            <a:off x="838200" y="5041616"/>
            <a:ext cx="3781926" cy="1246472"/>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162378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07BDAFD-738B-D437-C29B-6F20EE6483F9}"/>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OptimaTech – The Only Optimal Tech Decision</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49B7F683-05DE-7448-FC6D-CEE99F10DC6E}"/>
              </a:ext>
            </a:extLst>
          </p:cNvPr>
          <p:cNvSpPr>
            <a:spLocks noGrp="1"/>
          </p:cNvSpPr>
          <p:nvPr>
            <p:ph idx="1"/>
          </p:nvPr>
        </p:nvSpPr>
        <p:spPr>
          <a:xfrm>
            <a:off x="4447308" y="591344"/>
            <a:ext cx="6906491" cy="5585619"/>
          </a:xfrm>
        </p:spPr>
        <p:txBody>
          <a:bodyPr anchor="ctr">
            <a:normAutofit/>
          </a:bodyPr>
          <a:lstStyle/>
          <a:p>
            <a:r>
              <a:rPr lang="en-US" dirty="0"/>
              <a:t>OptimaTech is a cloud-based technology solution company that is rapidly growing and supporting a wide variety of industries.</a:t>
            </a:r>
          </a:p>
          <a:p>
            <a:r>
              <a:rPr lang="en-US" dirty="0"/>
              <a:t>OptimaTech is currently having internal performance issues with its DevOps monitoring as the large scale of time series data is putting strain on the existing database. </a:t>
            </a:r>
          </a:p>
          <a:p>
            <a:pPr marL="0" indent="0" algn="ctr">
              <a:buNone/>
            </a:pPr>
            <a:r>
              <a:rPr lang="en-US" b="1" u="sng" dirty="0"/>
              <a:t>Problem Statement</a:t>
            </a:r>
          </a:p>
          <a:p>
            <a:r>
              <a:rPr lang="en-US" dirty="0"/>
              <a:t>Implement a Time-Series Database to effectively monitor the DevOps infrastructure for OptimaTech. </a:t>
            </a:r>
          </a:p>
        </p:txBody>
      </p:sp>
    </p:spTree>
    <p:extLst>
      <p:ext uri="{BB962C8B-B14F-4D97-AF65-F5344CB8AC3E}">
        <p14:creationId xmlns:p14="http://schemas.microsoft.com/office/powerpoint/2010/main" val="58403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15DC1-5216-CF8B-BA86-DAA8AEEBE2A2}"/>
              </a:ext>
            </a:extLst>
          </p:cNvPr>
          <p:cNvSpPr>
            <a:spLocks noGrp="1"/>
          </p:cNvSpPr>
          <p:nvPr>
            <p:ph type="title"/>
          </p:nvPr>
        </p:nvSpPr>
        <p:spPr/>
        <p:txBody>
          <a:bodyPr/>
          <a:lstStyle/>
          <a:p>
            <a:r>
              <a:rPr lang="en-US" dirty="0"/>
              <a:t>OptimaTech – Issues With Data Volume</a:t>
            </a:r>
          </a:p>
        </p:txBody>
      </p:sp>
      <p:graphicFrame>
        <p:nvGraphicFramePr>
          <p:cNvPr id="7" name="Content Placeholder 2">
            <a:extLst>
              <a:ext uri="{FF2B5EF4-FFF2-40B4-BE49-F238E27FC236}">
                <a16:creationId xmlns:a16="http://schemas.microsoft.com/office/drawing/2014/main" id="{36880651-BCA9-0E4E-1D9A-269A9CFD27F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2DCABD8-FE3F-4CC5-FF93-57E6DF476BA6}"/>
              </a:ext>
            </a:extLst>
          </p:cNvPr>
          <p:cNvSpPr txBox="1"/>
          <p:nvPr/>
        </p:nvSpPr>
        <p:spPr>
          <a:xfrm>
            <a:off x="10417153" y="6434155"/>
            <a:ext cx="1873293" cy="369332"/>
          </a:xfrm>
          <a:prstGeom prst="rect">
            <a:avLst/>
          </a:prstGeom>
          <a:noFill/>
        </p:spPr>
        <p:txBody>
          <a:bodyPr wrap="square">
            <a:spAutoFit/>
          </a:bodyPr>
          <a:lstStyle/>
          <a:p>
            <a:r>
              <a:rPr lang="en-US" i="1" u="sng" dirty="0"/>
              <a:t>(LinkedIn, 2025)</a:t>
            </a:r>
          </a:p>
        </p:txBody>
      </p:sp>
    </p:spTree>
    <p:extLst>
      <p:ext uri="{BB962C8B-B14F-4D97-AF65-F5344CB8AC3E}">
        <p14:creationId xmlns:p14="http://schemas.microsoft.com/office/powerpoint/2010/main" val="3912915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7FD6-BF46-F789-C7CD-059CC67EE565}"/>
              </a:ext>
            </a:extLst>
          </p:cNvPr>
          <p:cNvSpPr>
            <a:spLocks noGrp="1"/>
          </p:cNvSpPr>
          <p:nvPr>
            <p:ph type="title"/>
          </p:nvPr>
        </p:nvSpPr>
        <p:spPr/>
        <p:txBody>
          <a:bodyPr/>
          <a:lstStyle/>
          <a:p>
            <a:r>
              <a:rPr lang="en-US" dirty="0"/>
              <a:t>OptimaTech – Issues with Real-Time Analysis</a:t>
            </a:r>
          </a:p>
        </p:txBody>
      </p:sp>
      <p:graphicFrame>
        <p:nvGraphicFramePr>
          <p:cNvPr id="5" name="Content Placeholder 2">
            <a:extLst>
              <a:ext uri="{FF2B5EF4-FFF2-40B4-BE49-F238E27FC236}">
                <a16:creationId xmlns:a16="http://schemas.microsoft.com/office/drawing/2014/main" id="{C7826013-54C6-2157-E6AB-AB6CB84A25A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536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560A-105F-BF0A-0AD4-5F6F83B314CB}"/>
              </a:ext>
            </a:extLst>
          </p:cNvPr>
          <p:cNvSpPr>
            <a:spLocks noGrp="1"/>
          </p:cNvSpPr>
          <p:nvPr>
            <p:ph type="title"/>
          </p:nvPr>
        </p:nvSpPr>
        <p:spPr/>
        <p:txBody>
          <a:bodyPr/>
          <a:lstStyle/>
          <a:p>
            <a:r>
              <a:rPr lang="en-US" dirty="0"/>
              <a:t>OptimaTech – Issues with Decision Making</a:t>
            </a:r>
          </a:p>
        </p:txBody>
      </p:sp>
      <p:graphicFrame>
        <p:nvGraphicFramePr>
          <p:cNvPr id="5" name="Content Placeholder 2">
            <a:extLst>
              <a:ext uri="{FF2B5EF4-FFF2-40B4-BE49-F238E27FC236}">
                <a16:creationId xmlns:a16="http://schemas.microsoft.com/office/drawing/2014/main" id="{F076AAC1-6794-73A2-C0D0-EFC6A15A004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1669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C8D8A2-974F-AEA6-AFE3-E52B417F0A7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7F7F4B-57FA-909D-BB77-1FD261109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1875800-7876-E236-25D6-D0CA87902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0E53E6F-41B4-AD6C-2959-F9982DFDD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E721BAA0-68FE-5FF4-7E9C-936FCF0BB91D}"/>
              </a:ext>
            </a:extLst>
          </p:cNvPr>
          <p:cNvSpPr>
            <a:spLocks noGrp="1"/>
          </p:cNvSpPr>
          <p:nvPr>
            <p:ph type="title"/>
          </p:nvPr>
        </p:nvSpPr>
        <p:spPr>
          <a:xfrm>
            <a:off x="5751094" y="1058780"/>
            <a:ext cx="5602705" cy="3092116"/>
          </a:xfrm>
        </p:spPr>
        <p:txBody>
          <a:bodyPr vert="horz" lIns="91440" tIns="45720" rIns="91440" bIns="45720" rtlCol="0" anchor="ctr">
            <a:normAutofit/>
          </a:bodyPr>
          <a:lstStyle/>
          <a:p>
            <a:r>
              <a:rPr lang="en-US" sz="5200" kern="1200">
                <a:solidFill>
                  <a:schemeClr val="tx1"/>
                </a:solidFill>
                <a:latin typeface="+mj-lt"/>
                <a:ea typeface="+mj-ea"/>
                <a:cs typeface="+mj-cs"/>
              </a:rPr>
              <a:t>Amazon Timestream Overview</a:t>
            </a:r>
          </a:p>
        </p:txBody>
      </p:sp>
      <p:sp>
        <p:nvSpPr>
          <p:cNvPr id="5" name="Text Placeholder 4">
            <a:extLst>
              <a:ext uri="{FF2B5EF4-FFF2-40B4-BE49-F238E27FC236}">
                <a16:creationId xmlns:a16="http://schemas.microsoft.com/office/drawing/2014/main" id="{D633CF23-4C53-7588-E575-9337D48DDC45}"/>
              </a:ext>
            </a:extLst>
          </p:cNvPr>
          <p:cNvSpPr>
            <a:spLocks noGrp="1"/>
          </p:cNvSpPr>
          <p:nvPr>
            <p:ph type="body" idx="1"/>
          </p:nvPr>
        </p:nvSpPr>
        <p:spPr>
          <a:xfrm>
            <a:off x="838200" y="5041616"/>
            <a:ext cx="3781926" cy="1246472"/>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87458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E09F5D-3540-79BE-94AC-EFBC8A7B9DC8}"/>
              </a:ext>
            </a:extLst>
          </p:cNvPr>
          <p:cNvSpPr>
            <a:spLocks noGrp="1"/>
          </p:cNvSpPr>
          <p:nvPr>
            <p:ph type="title"/>
          </p:nvPr>
        </p:nvSpPr>
        <p:spPr/>
        <p:txBody>
          <a:bodyPr/>
          <a:lstStyle/>
          <a:p>
            <a:r>
              <a:rPr lang="en-US" dirty="0"/>
              <a:t>Time Series Databases</a:t>
            </a:r>
          </a:p>
        </p:txBody>
      </p:sp>
      <p:graphicFrame>
        <p:nvGraphicFramePr>
          <p:cNvPr id="11" name="Content Placeholder 4">
            <a:extLst>
              <a:ext uri="{FF2B5EF4-FFF2-40B4-BE49-F238E27FC236}">
                <a16:creationId xmlns:a16="http://schemas.microsoft.com/office/drawing/2014/main" id="{0AC2C77E-2923-61E2-81B0-DF35E7B782CC}"/>
              </a:ext>
            </a:extLst>
          </p:cNvPr>
          <p:cNvGraphicFramePr>
            <a:graphicFrameLocks noGrp="1"/>
          </p:cNvGraphicFramePr>
          <p:nvPr>
            <p:ph idx="1"/>
            <p:extLst>
              <p:ext uri="{D42A27DB-BD31-4B8C-83A1-F6EECF244321}">
                <p14:modId xmlns:p14="http://schemas.microsoft.com/office/powerpoint/2010/main" val="37647306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3F0C3B1-5D8F-65BD-4B3F-B34C02F0A336}"/>
              </a:ext>
            </a:extLst>
          </p:cNvPr>
          <p:cNvSpPr txBox="1"/>
          <p:nvPr/>
        </p:nvSpPr>
        <p:spPr>
          <a:xfrm>
            <a:off x="10216426" y="6488668"/>
            <a:ext cx="1922387" cy="369332"/>
          </a:xfrm>
          <a:prstGeom prst="rect">
            <a:avLst/>
          </a:prstGeom>
          <a:noFill/>
        </p:spPr>
        <p:txBody>
          <a:bodyPr wrap="square">
            <a:spAutoFit/>
          </a:bodyPr>
          <a:lstStyle/>
          <a:p>
            <a:r>
              <a:rPr lang="en-US" i="1" u="sng" dirty="0"/>
              <a:t>(</a:t>
            </a:r>
            <a:r>
              <a:rPr lang="en-US" i="1" u="sng" dirty="0" err="1"/>
              <a:t>Influxdata</a:t>
            </a:r>
            <a:r>
              <a:rPr lang="en-US" i="1" u="sng" dirty="0"/>
              <a:t>, 2022)</a:t>
            </a:r>
          </a:p>
        </p:txBody>
      </p:sp>
      <p:sp>
        <p:nvSpPr>
          <p:cNvPr id="9" name="TextBox 8">
            <a:extLst>
              <a:ext uri="{FF2B5EF4-FFF2-40B4-BE49-F238E27FC236}">
                <a16:creationId xmlns:a16="http://schemas.microsoft.com/office/drawing/2014/main" id="{B985D07E-F9B9-9D04-6573-414BAD6E9B40}"/>
              </a:ext>
            </a:extLst>
          </p:cNvPr>
          <p:cNvSpPr txBox="1"/>
          <p:nvPr/>
        </p:nvSpPr>
        <p:spPr>
          <a:xfrm>
            <a:off x="6859534" y="6176963"/>
            <a:ext cx="5279279" cy="369332"/>
          </a:xfrm>
          <a:prstGeom prst="rect">
            <a:avLst/>
          </a:prstGeom>
          <a:noFill/>
        </p:spPr>
        <p:txBody>
          <a:bodyPr wrap="square">
            <a:spAutoFit/>
          </a:bodyPr>
          <a:lstStyle/>
          <a:p>
            <a:r>
              <a:rPr lang="en-US" i="1" u="sng" dirty="0"/>
              <a:t>(Time Series Database (TSDB) Guide | </a:t>
            </a:r>
            <a:r>
              <a:rPr lang="en-US" i="1" u="sng" dirty="0" err="1"/>
              <a:t>InfluxDB</a:t>
            </a:r>
            <a:r>
              <a:rPr lang="en-US" i="1" u="sng" dirty="0"/>
              <a:t>, n.d.)</a:t>
            </a:r>
          </a:p>
        </p:txBody>
      </p:sp>
    </p:spTree>
    <p:extLst>
      <p:ext uri="{BB962C8B-B14F-4D97-AF65-F5344CB8AC3E}">
        <p14:creationId xmlns:p14="http://schemas.microsoft.com/office/powerpoint/2010/main" val="44805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DC1C3C2-0438-006E-B264-491FF6836D9A}"/>
              </a:ext>
            </a:extLst>
          </p:cNvPr>
          <p:cNvSpPr>
            <a:spLocks noGrp="1"/>
          </p:cNvSpPr>
          <p:nvPr>
            <p:ph type="title"/>
          </p:nvPr>
        </p:nvSpPr>
        <p:spPr>
          <a:xfrm>
            <a:off x="612649" y="548638"/>
            <a:ext cx="3493008" cy="5788152"/>
          </a:xfrm>
        </p:spPr>
        <p:txBody>
          <a:bodyPr anchor="ctr">
            <a:normAutofit/>
          </a:bodyPr>
          <a:lstStyle/>
          <a:p>
            <a:r>
              <a:rPr lang="en-US" sz="4000"/>
              <a:t>Amazon Timestream - Overview</a:t>
            </a:r>
          </a:p>
        </p:txBody>
      </p:sp>
      <p:graphicFrame>
        <p:nvGraphicFramePr>
          <p:cNvPr id="7" name="Content Placeholder 4">
            <a:extLst>
              <a:ext uri="{FF2B5EF4-FFF2-40B4-BE49-F238E27FC236}">
                <a16:creationId xmlns:a16="http://schemas.microsoft.com/office/drawing/2014/main" id="{DA2A7DAB-6448-19E5-948C-4BA1D160E713}"/>
              </a:ext>
            </a:extLst>
          </p:cNvPr>
          <p:cNvGraphicFramePr>
            <a:graphicFrameLocks noGrp="1"/>
          </p:cNvGraphicFramePr>
          <p:nvPr>
            <p:ph idx="1"/>
            <p:extLst>
              <p:ext uri="{D42A27DB-BD31-4B8C-83A1-F6EECF244321}">
                <p14:modId xmlns:p14="http://schemas.microsoft.com/office/powerpoint/2010/main" val="4257476698"/>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3657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5897CCA-486C-491C-B4C1-5E5C95A82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A0A3F-C7A6-C379-B0CD-ED013D3F77BA}"/>
              </a:ext>
            </a:extLst>
          </p:cNvPr>
          <p:cNvSpPr>
            <a:spLocks noGrp="1"/>
          </p:cNvSpPr>
          <p:nvPr>
            <p:ph type="title"/>
          </p:nvPr>
        </p:nvSpPr>
        <p:spPr>
          <a:xfrm>
            <a:off x="831988" y="385474"/>
            <a:ext cx="6356606" cy="1843283"/>
          </a:xfrm>
        </p:spPr>
        <p:txBody>
          <a:bodyPr vert="horz" lIns="91440" tIns="45720" rIns="91440" bIns="45720" rtlCol="0" anchor="ctr">
            <a:normAutofit/>
          </a:bodyPr>
          <a:lstStyle/>
          <a:p>
            <a:r>
              <a:rPr lang="en-US" sz="4000"/>
              <a:t>Amazon Timestream - Architecture</a:t>
            </a:r>
          </a:p>
        </p:txBody>
      </p:sp>
      <p:sp>
        <p:nvSpPr>
          <p:cNvPr id="5" name="TextBox 4">
            <a:extLst>
              <a:ext uri="{FF2B5EF4-FFF2-40B4-BE49-F238E27FC236}">
                <a16:creationId xmlns:a16="http://schemas.microsoft.com/office/drawing/2014/main" id="{CAD506C3-FD11-40B2-4464-1E793FCB1B97}"/>
              </a:ext>
            </a:extLst>
          </p:cNvPr>
          <p:cNvSpPr txBox="1"/>
          <p:nvPr/>
        </p:nvSpPr>
        <p:spPr>
          <a:xfrm>
            <a:off x="7755524" y="6488668"/>
            <a:ext cx="4352605" cy="369332"/>
          </a:xfrm>
          <a:prstGeom prst="rect">
            <a:avLst/>
          </a:prstGeom>
          <a:noFill/>
        </p:spPr>
        <p:txBody>
          <a:bodyPr wrap="square">
            <a:spAutoFit/>
          </a:bodyPr>
          <a:lstStyle/>
          <a:p>
            <a:pPr>
              <a:spcAft>
                <a:spcPts val="600"/>
              </a:spcAft>
            </a:pPr>
            <a:r>
              <a:rPr lang="en-US" i="1" u="sng" dirty="0"/>
              <a:t>(Architecture - Amazon Timestream, 2025)</a:t>
            </a:r>
            <a:endParaRPr lang="en-US" i="1" u="sng"/>
          </a:p>
        </p:txBody>
      </p:sp>
      <p:pic>
        <p:nvPicPr>
          <p:cNvPr id="9" name="Picture 8" descr="Clock outline">
            <a:extLst>
              <a:ext uri="{FF2B5EF4-FFF2-40B4-BE49-F238E27FC236}">
                <a16:creationId xmlns:a16="http://schemas.microsoft.com/office/drawing/2014/main" id="{332AF32A-0CC0-4392-6338-A1A0517611E1}"/>
              </a:ext>
            </a:extLst>
          </p:cNvPr>
          <p:cNvPicPr>
            <a:picLocks noChangeAspect="1"/>
          </p:cNvPicPr>
          <p:nvPr/>
        </p:nvPicPr>
        <p:blipFill>
          <a:blip r:embed="rId3">
            <a:extLst>
              <a:ext uri="{96DAC541-7B7A-43D3-8B79-37D633B846F1}">
                <asvg:svgBlip xmlns:asvg="http://schemas.microsoft.com/office/drawing/2016/SVG/main" r:embed="rId4"/>
              </a:ext>
            </a:extLst>
          </a:blip>
          <a:srcRect l="14142" r="14142"/>
          <a:stretch/>
        </p:blipFill>
        <p:spPr>
          <a:xfrm>
            <a:off x="7874201" y="1000316"/>
            <a:ext cx="3678136" cy="5128769"/>
          </a:xfrm>
          <a:prstGeom prst="rect">
            <a:avLst/>
          </a:prstGeom>
          <a:effectLst/>
        </p:spPr>
      </p:pic>
      <p:graphicFrame>
        <p:nvGraphicFramePr>
          <p:cNvPr id="7" name="Content Placeholder 2">
            <a:extLst>
              <a:ext uri="{FF2B5EF4-FFF2-40B4-BE49-F238E27FC236}">
                <a16:creationId xmlns:a16="http://schemas.microsoft.com/office/drawing/2014/main" id="{77E36A3F-F88B-5410-B488-DEAA8744709C}"/>
              </a:ext>
            </a:extLst>
          </p:cNvPr>
          <p:cNvGraphicFramePr>
            <a:graphicFrameLocks noGrp="1"/>
          </p:cNvGraphicFramePr>
          <p:nvPr>
            <p:ph idx="1"/>
            <p:extLst>
              <p:ext uri="{D42A27DB-BD31-4B8C-83A1-F6EECF244321}">
                <p14:modId xmlns:p14="http://schemas.microsoft.com/office/powerpoint/2010/main" val="1796670586"/>
              </p:ext>
            </p:extLst>
          </p:nvPr>
        </p:nvGraphicFramePr>
        <p:xfrm>
          <a:off x="830162" y="2000634"/>
          <a:ext cx="6358432" cy="46727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18805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DFF26-FB78-6DF2-E378-5A6852E62268}"/>
              </a:ext>
            </a:extLst>
          </p:cNvPr>
          <p:cNvSpPr>
            <a:spLocks noGrp="1"/>
          </p:cNvSpPr>
          <p:nvPr>
            <p:ph type="title"/>
          </p:nvPr>
        </p:nvSpPr>
        <p:spPr/>
        <p:txBody>
          <a:bodyPr/>
          <a:lstStyle/>
          <a:p>
            <a:r>
              <a:rPr lang="en-US" dirty="0"/>
              <a:t>Timestream vs Traditional DBs</a:t>
            </a:r>
          </a:p>
        </p:txBody>
      </p:sp>
      <p:graphicFrame>
        <p:nvGraphicFramePr>
          <p:cNvPr id="4" name="Content Placeholder 3">
            <a:extLst>
              <a:ext uri="{FF2B5EF4-FFF2-40B4-BE49-F238E27FC236}">
                <a16:creationId xmlns:a16="http://schemas.microsoft.com/office/drawing/2014/main" id="{2F099434-8ED4-7B59-7708-551045B18E33}"/>
              </a:ext>
            </a:extLst>
          </p:cNvPr>
          <p:cNvGraphicFramePr>
            <a:graphicFrameLocks noGrp="1"/>
          </p:cNvGraphicFramePr>
          <p:nvPr>
            <p:ph idx="1"/>
            <p:extLst>
              <p:ext uri="{D42A27DB-BD31-4B8C-83A1-F6EECF244321}">
                <p14:modId xmlns:p14="http://schemas.microsoft.com/office/powerpoint/2010/main" val="2861802794"/>
              </p:ext>
            </p:extLst>
          </p:nvPr>
        </p:nvGraphicFramePr>
        <p:xfrm>
          <a:off x="838200" y="1353081"/>
          <a:ext cx="10815798" cy="4601727"/>
        </p:xfrm>
        <a:graphic>
          <a:graphicData uri="http://schemas.openxmlformats.org/drawingml/2006/table">
            <a:tbl>
              <a:tblPr firstRow="1" bandRow="1">
                <a:tableStyleId>{5C22544A-7EE6-4342-B048-85BDC9FD1C3A}</a:tableStyleId>
              </a:tblPr>
              <a:tblGrid>
                <a:gridCol w="3605266">
                  <a:extLst>
                    <a:ext uri="{9D8B030D-6E8A-4147-A177-3AD203B41FA5}">
                      <a16:colId xmlns:a16="http://schemas.microsoft.com/office/drawing/2014/main" val="522541419"/>
                    </a:ext>
                  </a:extLst>
                </a:gridCol>
                <a:gridCol w="3605266">
                  <a:extLst>
                    <a:ext uri="{9D8B030D-6E8A-4147-A177-3AD203B41FA5}">
                      <a16:colId xmlns:a16="http://schemas.microsoft.com/office/drawing/2014/main" val="3703082414"/>
                    </a:ext>
                  </a:extLst>
                </a:gridCol>
                <a:gridCol w="3605266">
                  <a:extLst>
                    <a:ext uri="{9D8B030D-6E8A-4147-A177-3AD203B41FA5}">
                      <a16:colId xmlns:a16="http://schemas.microsoft.com/office/drawing/2014/main" val="2888057116"/>
                    </a:ext>
                  </a:extLst>
                </a:gridCol>
              </a:tblGrid>
              <a:tr h="903989">
                <a:tc>
                  <a:txBody>
                    <a:bodyPr/>
                    <a:lstStyle/>
                    <a:p>
                      <a:pPr algn="ctr"/>
                      <a:r>
                        <a:rPr lang="en-US" b="1" dirty="0"/>
                        <a:t>Comparison for Time-Series Data Use Case</a:t>
                      </a:r>
                    </a:p>
                  </a:txBody>
                  <a:tcPr/>
                </a:tc>
                <a:tc>
                  <a:txBody>
                    <a:bodyPr/>
                    <a:lstStyle/>
                    <a:p>
                      <a:pPr algn="ctr"/>
                      <a:r>
                        <a:rPr lang="en-US" b="1" dirty="0"/>
                        <a:t>Timestream</a:t>
                      </a:r>
                    </a:p>
                  </a:txBody>
                  <a:tcPr/>
                </a:tc>
                <a:tc>
                  <a:txBody>
                    <a:bodyPr/>
                    <a:lstStyle/>
                    <a:p>
                      <a:pPr algn="ctr"/>
                      <a:r>
                        <a:rPr lang="en-US" b="1" dirty="0"/>
                        <a:t>Traditional Relational DB</a:t>
                      </a:r>
                    </a:p>
                  </a:txBody>
                  <a:tcPr/>
                </a:tc>
                <a:extLst>
                  <a:ext uri="{0D108BD9-81ED-4DB2-BD59-A6C34878D82A}">
                    <a16:rowId xmlns:a16="http://schemas.microsoft.com/office/drawing/2014/main" val="3791577968"/>
                  </a:ext>
                </a:extLst>
              </a:tr>
              <a:tr h="903989">
                <a:tc>
                  <a:txBody>
                    <a:bodyPr/>
                    <a:lstStyle/>
                    <a:p>
                      <a:r>
                        <a:rPr lang="en-US" sz="1400" b="1" dirty="0"/>
                        <a:t>Scalability</a:t>
                      </a:r>
                    </a:p>
                  </a:txBody>
                  <a:tcPr/>
                </a:tc>
                <a:tc>
                  <a:txBody>
                    <a:bodyPr/>
                    <a:lstStyle/>
                    <a:p>
                      <a:r>
                        <a:rPr lang="en-US" sz="1400" dirty="0"/>
                        <a:t>Hosted on AWS, can scale horizontally as needed as more data gets collected and ingested.</a:t>
                      </a:r>
                    </a:p>
                  </a:txBody>
                  <a:tcPr/>
                </a:tc>
                <a:tc>
                  <a:txBody>
                    <a:bodyPr/>
                    <a:lstStyle/>
                    <a:p>
                      <a:r>
                        <a:rPr lang="en-US" sz="1400" dirty="0"/>
                        <a:t>Scales vertically by adding additional hardware, which can be costly. Requires additional software and architecture to scale horizontally using partitions. </a:t>
                      </a:r>
                    </a:p>
                  </a:txBody>
                  <a:tcPr/>
                </a:tc>
                <a:extLst>
                  <a:ext uri="{0D108BD9-81ED-4DB2-BD59-A6C34878D82A}">
                    <a16:rowId xmlns:a16="http://schemas.microsoft.com/office/drawing/2014/main" val="2568656146"/>
                  </a:ext>
                </a:extLst>
              </a:tr>
              <a:tr h="903989">
                <a:tc>
                  <a:txBody>
                    <a:bodyPr/>
                    <a:lstStyle/>
                    <a:p>
                      <a:r>
                        <a:rPr lang="en-US" sz="1400" b="1" dirty="0"/>
                        <a:t>Storage</a:t>
                      </a:r>
                    </a:p>
                  </a:txBody>
                  <a:tcPr/>
                </a:tc>
                <a:tc>
                  <a:txBody>
                    <a:bodyPr/>
                    <a:lstStyle/>
                    <a:p>
                      <a:r>
                        <a:rPr lang="en-US" sz="1400" dirty="0"/>
                        <a:t>Has two dedicated memory layers, so data can be stored in memory for lower latency and quicker query access for real time analytics. </a:t>
                      </a:r>
                    </a:p>
                  </a:txBody>
                  <a:tcPr/>
                </a:tc>
                <a:tc>
                  <a:txBody>
                    <a:bodyPr/>
                    <a:lstStyle/>
                    <a:p>
                      <a:r>
                        <a:rPr lang="en-US" sz="1400" dirty="0"/>
                        <a:t>Stores everything in magnetic disk storage, which has high latency due to the I/O requirements for data retrieval from the disk.</a:t>
                      </a:r>
                    </a:p>
                  </a:txBody>
                  <a:tcPr/>
                </a:tc>
                <a:extLst>
                  <a:ext uri="{0D108BD9-81ED-4DB2-BD59-A6C34878D82A}">
                    <a16:rowId xmlns:a16="http://schemas.microsoft.com/office/drawing/2014/main" val="3556337543"/>
                  </a:ext>
                </a:extLst>
              </a:tr>
              <a:tr h="903989">
                <a:tc>
                  <a:txBody>
                    <a:bodyPr/>
                    <a:lstStyle/>
                    <a:p>
                      <a:r>
                        <a:rPr lang="en-US" sz="1400" b="1" dirty="0"/>
                        <a:t>Data Ingestion</a:t>
                      </a:r>
                    </a:p>
                  </a:txBody>
                  <a:tcPr/>
                </a:tc>
                <a:tc>
                  <a:txBody>
                    <a:bodyPr/>
                    <a:lstStyle/>
                    <a:p>
                      <a:r>
                        <a:rPr lang="en-US" sz="1400" dirty="0"/>
                        <a:t>Timestream has specific architecture and design to support large scale data ingestions at a time. </a:t>
                      </a:r>
                    </a:p>
                  </a:txBody>
                  <a:tcPr/>
                </a:tc>
                <a:tc>
                  <a:txBody>
                    <a:bodyPr/>
                    <a:lstStyle/>
                    <a:p>
                      <a:r>
                        <a:rPr lang="en-US" sz="1400" dirty="0"/>
                        <a:t>Can struggle with applications that require low latency and high write throughput, such as DevOps and IoT. </a:t>
                      </a:r>
                    </a:p>
                  </a:txBody>
                  <a:tcPr/>
                </a:tc>
                <a:extLst>
                  <a:ext uri="{0D108BD9-81ED-4DB2-BD59-A6C34878D82A}">
                    <a16:rowId xmlns:a16="http://schemas.microsoft.com/office/drawing/2014/main" val="323806609"/>
                  </a:ext>
                </a:extLst>
              </a:tr>
              <a:tr h="903989">
                <a:tc>
                  <a:txBody>
                    <a:bodyPr/>
                    <a:lstStyle/>
                    <a:p>
                      <a:r>
                        <a:rPr lang="en-US" sz="1400" b="1" dirty="0"/>
                        <a:t>Retention</a:t>
                      </a:r>
                    </a:p>
                  </a:txBody>
                  <a:tcPr/>
                </a:tc>
                <a:tc>
                  <a:txBody>
                    <a:bodyPr/>
                    <a:lstStyle/>
                    <a:p>
                      <a:r>
                        <a:rPr lang="en-US" sz="1400" dirty="0"/>
                        <a:t>Has built in capability to set time to live (TTL) polices for data in memory and in magnetic storage. </a:t>
                      </a:r>
                    </a:p>
                  </a:txBody>
                  <a:tcPr/>
                </a:tc>
                <a:tc>
                  <a:txBody>
                    <a:bodyPr/>
                    <a:lstStyle/>
                    <a:p>
                      <a:r>
                        <a:rPr lang="en-US" sz="1400" dirty="0"/>
                        <a:t>Needs additional setup to properly implement retention polices for the data. </a:t>
                      </a:r>
                    </a:p>
                  </a:txBody>
                  <a:tcPr/>
                </a:tc>
                <a:extLst>
                  <a:ext uri="{0D108BD9-81ED-4DB2-BD59-A6C34878D82A}">
                    <a16:rowId xmlns:a16="http://schemas.microsoft.com/office/drawing/2014/main" val="1831600604"/>
                  </a:ext>
                </a:extLst>
              </a:tr>
            </a:tbl>
          </a:graphicData>
        </a:graphic>
      </p:graphicFrame>
      <p:sp>
        <p:nvSpPr>
          <p:cNvPr id="6" name="TextBox 5">
            <a:extLst>
              <a:ext uri="{FF2B5EF4-FFF2-40B4-BE49-F238E27FC236}">
                <a16:creationId xmlns:a16="http://schemas.microsoft.com/office/drawing/2014/main" id="{BD1277C4-3A50-1D23-2AAE-7D5BEE5D7304}"/>
              </a:ext>
            </a:extLst>
          </p:cNvPr>
          <p:cNvSpPr txBox="1"/>
          <p:nvPr/>
        </p:nvSpPr>
        <p:spPr>
          <a:xfrm>
            <a:off x="5277745" y="6488668"/>
            <a:ext cx="7347419" cy="369332"/>
          </a:xfrm>
          <a:prstGeom prst="rect">
            <a:avLst/>
          </a:prstGeom>
          <a:noFill/>
        </p:spPr>
        <p:txBody>
          <a:bodyPr wrap="square">
            <a:spAutoFit/>
          </a:bodyPr>
          <a:lstStyle/>
          <a:p>
            <a:r>
              <a:rPr lang="en-US" i="1" u="sng" dirty="0"/>
              <a:t>(Compare Amazon Timestream for </a:t>
            </a:r>
            <a:r>
              <a:rPr lang="en-US" i="1" u="sng" dirty="0" err="1"/>
              <a:t>LiveAnalytics</a:t>
            </a:r>
            <a:r>
              <a:rPr lang="en-US" i="1" u="sng" dirty="0"/>
              <a:t> vs SQL Server, 2017)</a:t>
            </a:r>
          </a:p>
        </p:txBody>
      </p:sp>
    </p:spTree>
    <p:extLst>
      <p:ext uri="{BB962C8B-B14F-4D97-AF65-F5344CB8AC3E}">
        <p14:creationId xmlns:p14="http://schemas.microsoft.com/office/powerpoint/2010/main" val="1653655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7AD6E1-BCE7-DE7B-C564-D9DD270E512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F77575-94A2-5831-2EC4-AAE9D8263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11A1FF9-0CA3-AE5E-B85A-96627D3FA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8FDEB44-08B6-5BE1-9213-CA27C2C19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251DFE22-3D8C-2BF4-C10D-50562035C1F1}"/>
              </a:ext>
            </a:extLst>
          </p:cNvPr>
          <p:cNvSpPr>
            <a:spLocks noGrp="1"/>
          </p:cNvSpPr>
          <p:nvPr>
            <p:ph type="title"/>
          </p:nvPr>
        </p:nvSpPr>
        <p:spPr>
          <a:xfrm>
            <a:off x="5751094" y="1058780"/>
            <a:ext cx="5602705" cy="3092116"/>
          </a:xfrm>
        </p:spPr>
        <p:txBody>
          <a:bodyPr vert="horz" lIns="91440" tIns="45720" rIns="91440" bIns="45720" rtlCol="0" anchor="ctr">
            <a:normAutofit/>
          </a:bodyPr>
          <a:lstStyle/>
          <a:p>
            <a:pPr lvl="0">
              <a:lnSpc>
                <a:spcPct val="100000"/>
              </a:lnSpc>
            </a:pPr>
            <a:r>
              <a:rPr lang="en-US" sz="5400" dirty="0"/>
              <a:t>Critical Analysis of Timestream in DevOps</a:t>
            </a:r>
          </a:p>
        </p:txBody>
      </p:sp>
      <p:sp>
        <p:nvSpPr>
          <p:cNvPr id="5" name="Text Placeholder 4">
            <a:extLst>
              <a:ext uri="{FF2B5EF4-FFF2-40B4-BE49-F238E27FC236}">
                <a16:creationId xmlns:a16="http://schemas.microsoft.com/office/drawing/2014/main" id="{00B3185A-B0F9-20EC-818F-C85B810CFAF0}"/>
              </a:ext>
            </a:extLst>
          </p:cNvPr>
          <p:cNvSpPr>
            <a:spLocks noGrp="1"/>
          </p:cNvSpPr>
          <p:nvPr>
            <p:ph type="body" idx="1"/>
          </p:nvPr>
        </p:nvSpPr>
        <p:spPr>
          <a:xfrm>
            <a:off x="838200" y="5041616"/>
            <a:ext cx="3781926" cy="1246472"/>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705223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Circles with arrows outline">
            <a:extLst>
              <a:ext uri="{FF2B5EF4-FFF2-40B4-BE49-F238E27FC236}">
                <a16:creationId xmlns:a16="http://schemas.microsoft.com/office/drawing/2014/main" id="{9A46431B-AA47-E7C1-3CF5-2185E05787BA}"/>
              </a:ext>
            </a:extLst>
          </p:cNvPr>
          <p:cNvPicPr>
            <a:picLocks noChangeAspect="1"/>
          </p:cNvPicPr>
          <p:nvPr/>
        </p:nvPicPr>
        <p:blipFill>
          <a:blip r:embed="rId3">
            <a:extLst>
              <a:ext uri="{96DAC541-7B7A-43D3-8B79-37D633B846F1}">
                <asvg:svgBlip xmlns:asvg="http://schemas.microsoft.com/office/drawing/2016/SVG/main" r:embed="rId4"/>
              </a:ext>
            </a:extLst>
          </a:blip>
          <a:srcRect l="3382" r="3382"/>
          <a:stretch/>
        </p:blipFill>
        <p:spPr>
          <a:xfrm>
            <a:off x="5833976" y="10"/>
            <a:ext cx="6394152" cy="6857990"/>
          </a:xfrm>
          <a:prstGeom prst="rect">
            <a:avLst/>
          </a:prstGeom>
        </p:spPr>
      </p:pic>
      <p:grpSp>
        <p:nvGrpSpPr>
          <p:cNvPr id="17" name="Group 16">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79564" y="0"/>
            <a:ext cx="6648564" cy="6858000"/>
            <a:chOff x="5705128" y="0"/>
            <a:chExt cx="6648564" cy="6858000"/>
          </a:xfrm>
        </p:grpSpPr>
        <p:sp>
          <p:nvSpPr>
            <p:cNvPr id="18" name="Freeform: Shape 17">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8ADEBAFC-84A0-9BD2-099C-3164587F8E4F}"/>
              </a:ext>
            </a:extLst>
          </p:cNvPr>
          <p:cNvSpPr>
            <a:spLocks noGrp="1"/>
          </p:cNvSpPr>
          <p:nvPr>
            <p:ph type="title"/>
          </p:nvPr>
        </p:nvSpPr>
        <p:spPr>
          <a:xfrm>
            <a:off x="804672" y="798445"/>
            <a:ext cx="4803636" cy="1311664"/>
          </a:xfrm>
        </p:spPr>
        <p:txBody>
          <a:bodyPr vert="horz" lIns="91440" tIns="45720" rIns="91440" bIns="45720" rtlCol="0" anchor="b">
            <a:normAutofit/>
          </a:bodyPr>
          <a:lstStyle/>
          <a:p>
            <a:r>
              <a:rPr lang="en-US" sz="3600">
                <a:solidFill>
                  <a:schemeClr val="tx2"/>
                </a:solidFill>
              </a:rPr>
              <a:t>DevOps Monitoring – Just in Time</a:t>
            </a:r>
          </a:p>
        </p:txBody>
      </p:sp>
      <p:sp>
        <p:nvSpPr>
          <p:cNvPr id="7" name="TextBox 6">
            <a:extLst>
              <a:ext uri="{FF2B5EF4-FFF2-40B4-BE49-F238E27FC236}">
                <a16:creationId xmlns:a16="http://schemas.microsoft.com/office/drawing/2014/main" id="{E45BC0E1-B299-0A8E-E7C6-DC4EDB9A4EAD}"/>
              </a:ext>
            </a:extLst>
          </p:cNvPr>
          <p:cNvSpPr txBox="1"/>
          <p:nvPr/>
        </p:nvSpPr>
        <p:spPr>
          <a:xfrm>
            <a:off x="10591800" y="6488668"/>
            <a:ext cx="1821873" cy="369332"/>
          </a:xfrm>
          <a:prstGeom prst="rect">
            <a:avLst/>
          </a:prstGeom>
          <a:noFill/>
        </p:spPr>
        <p:txBody>
          <a:bodyPr wrap="square">
            <a:spAutoFit/>
          </a:bodyPr>
          <a:lstStyle/>
          <a:p>
            <a:pPr>
              <a:spcAft>
                <a:spcPts val="600"/>
              </a:spcAft>
            </a:pPr>
            <a:r>
              <a:rPr lang="en-US" b="0" i="1" u="sng" dirty="0">
                <a:solidFill>
                  <a:srgbClr val="2C3E50"/>
                </a:solidFill>
                <a:effectLst/>
                <a:latin typeface="Roboto" panose="02000000000000000000" pitchFamily="2" charset="0"/>
              </a:rPr>
              <a:t>(Fayard, 2025)</a:t>
            </a:r>
            <a:endParaRPr lang="en-US" i="1" u="sng"/>
          </a:p>
        </p:txBody>
      </p:sp>
      <p:graphicFrame>
        <p:nvGraphicFramePr>
          <p:cNvPr id="9" name="Content Placeholder 4">
            <a:extLst>
              <a:ext uri="{FF2B5EF4-FFF2-40B4-BE49-F238E27FC236}">
                <a16:creationId xmlns:a16="http://schemas.microsoft.com/office/drawing/2014/main" id="{017F4FDE-3B0B-B26A-35C3-A68AA15E758D}"/>
              </a:ext>
            </a:extLst>
          </p:cNvPr>
          <p:cNvGraphicFramePr>
            <a:graphicFrameLocks noGrp="1"/>
          </p:cNvGraphicFramePr>
          <p:nvPr>
            <p:ph idx="1"/>
            <p:extLst>
              <p:ext uri="{D42A27DB-BD31-4B8C-83A1-F6EECF244321}">
                <p14:modId xmlns:p14="http://schemas.microsoft.com/office/powerpoint/2010/main" val="2784033834"/>
              </p:ext>
            </p:extLst>
          </p:nvPr>
        </p:nvGraphicFramePr>
        <p:xfrm>
          <a:off x="804672" y="2110110"/>
          <a:ext cx="4706803" cy="437855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93023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2B03EF-A85C-7F30-9521-8FE805CABAED}"/>
              </a:ext>
            </a:extLst>
          </p:cNvPr>
          <p:cNvSpPr>
            <a:spLocks noGrp="1"/>
          </p:cNvSpPr>
          <p:nvPr>
            <p:ph type="title"/>
          </p:nvPr>
        </p:nvSpPr>
        <p:spPr>
          <a:xfrm>
            <a:off x="612649" y="548638"/>
            <a:ext cx="3493008" cy="5788152"/>
          </a:xfrm>
        </p:spPr>
        <p:txBody>
          <a:bodyPr anchor="ctr">
            <a:normAutofit/>
          </a:bodyPr>
          <a:lstStyle/>
          <a:p>
            <a:r>
              <a:rPr lang="en-US" sz="4000"/>
              <a:t>Timestream and DevOps – Data Volume and Scaling</a:t>
            </a:r>
          </a:p>
        </p:txBody>
      </p:sp>
      <p:graphicFrame>
        <p:nvGraphicFramePr>
          <p:cNvPr id="6" name="Content Placeholder 2">
            <a:extLst>
              <a:ext uri="{FF2B5EF4-FFF2-40B4-BE49-F238E27FC236}">
                <a16:creationId xmlns:a16="http://schemas.microsoft.com/office/drawing/2014/main" id="{F6AE3780-FCDF-6F1B-5100-80C847393F3B}"/>
              </a:ext>
            </a:extLst>
          </p:cNvPr>
          <p:cNvGraphicFramePr>
            <a:graphicFrameLocks noGrp="1"/>
          </p:cNvGraphicFramePr>
          <p:nvPr>
            <p:ph idx="1"/>
            <p:extLst>
              <p:ext uri="{D42A27DB-BD31-4B8C-83A1-F6EECF244321}">
                <p14:modId xmlns:p14="http://schemas.microsoft.com/office/powerpoint/2010/main" val="64811665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7488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lue and green light&#10;&#10;AI-generated content may be incorrect.">
            <a:extLst>
              <a:ext uri="{FF2B5EF4-FFF2-40B4-BE49-F238E27FC236}">
                <a16:creationId xmlns:a16="http://schemas.microsoft.com/office/drawing/2014/main" id="{742D67DB-1BD7-EECB-4230-16B57066FBC0}"/>
              </a:ext>
            </a:extLst>
          </p:cNvPr>
          <p:cNvPicPr>
            <a:picLocks noChangeAspect="1"/>
          </p:cNvPicPr>
          <p:nvPr/>
        </p:nvPicPr>
        <p:blipFill>
          <a:blip r:embed="rId3">
            <a:duotone>
              <a:schemeClr val="bg2">
                <a:shade val="45000"/>
                <a:satMod val="135000"/>
              </a:schemeClr>
              <a:prstClr val="white"/>
            </a:duotone>
          </a:blip>
          <a:srcRect t="21329"/>
          <a:stretch>
            <a:fillRect/>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9A4DCF-FAEE-F085-3B4C-D8F0D5C7275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dirty="0"/>
              <a:t>Timestream and DevOps - Performance </a:t>
            </a:r>
          </a:p>
        </p:txBody>
      </p:sp>
      <p:sp>
        <p:nvSpPr>
          <p:cNvPr id="5" name="TextBox 4">
            <a:extLst>
              <a:ext uri="{FF2B5EF4-FFF2-40B4-BE49-F238E27FC236}">
                <a16:creationId xmlns:a16="http://schemas.microsoft.com/office/drawing/2014/main" id="{86F1619E-4C66-524A-83F3-2F8442B76613}"/>
              </a:ext>
            </a:extLst>
          </p:cNvPr>
          <p:cNvSpPr txBox="1"/>
          <p:nvPr/>
        </p:nvSpPr>
        <p:spPr>
          <a:xfrm>
            <a:off x="10668000" y="6492875"/>
            <a:ext cx="1524000" cy="369332"/>
          </a:xfrm>
          <a:prstGeom prst="rect">
            <a:avLst/>
          </a:prstGeom>
          <a:noFill/>
        </p:spPr>
        <p:txBody>
          <a:bodyPr wrap="square">
            <a:spAutoFit/>
          </a:bodyPr>
          <a:lstStyle/>
          <a:p>
            <a:pPr>
              <a:spcAft>
                <a:spcPts val="600"/>
              </a:spcAft>
            </a:pPr>
            <a:r>
              <a:rPr lang="en-US" i="1" u="sng" dirty="0"/>
              <a:t>(Popat, 2024)</a:t>
            </a:r>
          </a:p>
        </p:txBody>
      </p:sp>
      <p:graphicFrame>
        <p:nvGraphicFramePr>
          <p:cNvPr id="7" name="Content Placeholder 2">
            <a:extLst>
              <a:ext uri="{FF2B5EF4-FFF2-40B4-BE49-F238E27FC236}">
                <a16:creationId xmlns:a16="http://schemas.microsoft.com/office/drawing/2014/main" id="{63F6F16A-56D8-BE58-2F45-ABF2285AF1B3}"/>
              </a:ext>
            </a:extLst>
          </p:cNvPr>
          <p:cNvGraphicFramePr>
            <a:graphicFrameLocks noGrp="1"/>
          </p:cNvGraphicFramePr>
          <p:nvPr>
            <p:ph idx="1"/>
            <p:extLst>
              <p:ext uri="{D42A27DB-BD31-4B8C-83A1-F6EECF244321}">
                <p14:modId xmlns:p14="http://schemas.microsoft.com/office/powerpoint/2010/main" val="2289841483"/>
              </p:ext>
            </p:extLst>
          </p:nvPr>
        </p:nvGraphicFramePr>
        <p:xfrm>
          <a:off x="838200" y="1825624"/>
          <a:ext cx="10515600" cy="46630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22100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58AB39-963B-2B40-B057-810FDCBA6122}"/>
              </a:ext>
            </a:extLst>
          </p:cNvPr>
          <p:cNvSpPr>
            <a:spLocks noGrp="1"/>
          </p:cNvSpPr>
          <p:nvPr>
            <p:ph type="title"/>
          </p:nvPr>
        </p:nvSpPr>
        <p:spPr>
          <a:xfrm>
            <a:off x="634314" y="534924"/>
            <a:ext cx="3493008" cy="5788152"/>
          </a:xfrm>
        </p:spPr>
        <p:txBody>
          <a:bodyPr anchor="ctr">
            <a:normAutofit/>
          </a:bodyPr>
          <a:lstStyle/>
          <a:p>
            <a:r>
              <a:rPr lang="en-US" sz="4000"/>
              <a:t>Timestream and DevOps – Cost Effectiveness </a:t>
            </a:r>
          </a:p>
        </p:txBody>
      </p:sp>
      <p:graphicFrame>
        <p:nvGraphicFramePr>
          <p:cNvPr id="5" name="Content Placeholder 2">
            <a:extLst>
              <a:ext uri="{FF2B5EF4-FFF2-40B4-BE49-F238E27FC236}">
                <a16:creationId xmlns:a16="http://schemas.microsoft.com/office/drawing/2014/main" id="{B64EBBBE-73A4-43A1-A17F-5CE2494D2983}"/>
              </a:ext>
            </a:extLst>
          </p:cNvPr>
          <p:cNvGraphicFramePr>
            <a:graphicFrameLocks noGrp="1"/>
          </p:cNvGraphicFramePr>
          <p:nvPr>
            <p:ph idx="1"/>
            <p:extLst>
              <p:ext uri="{D42A27DB-BD31-4B8C-83A1-F6EECF244321}">
                <p14:modId xmlns:p14="http://schemas.microsoft.com/office/powerpoint/2010/main" val="3581257132"/>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AA3BABE2-DA38-93E5-1084-2D70190D923A}"/>
              </a:ext>
            </a:extLst>
          </p:cNvPr>
          <p:cNvSpPr txBox="1"/>
          <p:nvPr/>
        </p:nvSpPr>
        <p:spPr>
          <a:xfrm>
            <a:off x="10631754" y="6488668"/>
            <a:ext cx="1560246" cy="369332"/>
          </a:xfrm>
          <a:prstGeom prst="rect">
            <a:avLst/>
          </a:prstGeom>
          <a:noFill/>
        </p:spPr>
        <p:txBody>
          <a:bodyPr wrap="square">
            <a:spAutoFit/>
          </a:bodyPr>
          <a:lstStyle/>
          <a:p>
            <a:pPr>
              <a:spcAft>
                <a:spcPts val="600"/>
              </a:spcAft>
            </a:pPr>
            <a:r>
              <a:rPr lang="en-US" i="1" u="sng" dirty="0"/>
              <a:t>(Popat, 2024)</a:t>
            </a:r>
          </a:p>
        </p:txBody>
      </p:sp>
    </p:spTree>
    <p:extLst>
      <p:ext uri="{BB962C8B-B14F-4D97-AF65-F5344CB8AC3E}">
        <p14:creationId xmlns:p14="http://schemas.microsoft.com/office/powerpoint/2010/main" val="2021213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86DAE-0954-1374-129E-F3D4B1A5B93F}"/>
              </a:ext>
            </a:extLst>
          </p:cNvPr>
          <p:cNvSpPr>
            <a:spLocks noGrp="1"/>
          </p:cNvSpPr>
          <p:nvPr>
            <p:ph type="title"/>
          </p:nvPr>
        </p:nvSpPr>
        <p:spPr/>
        <p:txBody>
          <a:bodyPr/>
          <a:lstStyle/>
          <a:p>
            <a:r>
              <a:rPr lang="en-US" dirty="0"/>
              <a:t>Timestream and DevOps - Limitations</a:t>
            </a:r>
          </a:p>
        </p:txBody>
      </p:sp>
      <p:graphicFrame>
        <p:nvGraphicFramePr>
          <p:cNvPr id="7" name="Content Placeholder 2">
            <a:extLst>
              <a:ext uri="{FF2B5EF4-FFF2-40B4-BE49-F238E27FC236}">
                <a16:creationId xmlns:a16="http://schemas.microsoft.com/office/drawing/2014/main" id="{59BC1829-E12E-5CD4-E55E-BD4DFA59AEAA}"/>
              </a:ext>
            </a:extLst>
          </p:cNvPr>
          <p:cNvGraphicFramePr>
            <a:graphicFrameLocks noGrp="1"/>
          </p:cNvGraphicFramePr>
          <p:nvPr>
            <p:ph idx="1"/>
            <p:extLst>
              <p:ext uri="{D42A27DB-BD31-4B8C-83A1-F6EECF244321}">
                <p14:modId xmlns:p14="http://schemas.microsoft.com/office/powerpoint/2010/main" val="17286079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FED3EADA-7162-B90A-D142-2F134688722F}"/>
              </a:ext>
            </a:extLst>
          </p:cNvPr>
          <p:cNvSpPr txBox="1"/>
          <p:nvPr/>
        </p:nvSpPr>
        <p:spPr>
          <a:xfrm>
            <a:off x="10349345" y="6492875"/>
            <a:ext cx="1842655" cy="369332"/>
          </a:xfrm>
          <a:prstGeom prst="rect">
            <a:avLst/>
          </a:prstGeom>
          <a:noFill/>
        </p:spPr>
        <p:txBody>
          <a:bodyPr wrap="square">
            <a:spAutoFit/>
          </a:bodyPr>
          <a:lstStyle/>
          <a:p>
            <a:r>
              <a:rPr lang="en-US" i="1" u="sng" dirty="0"/>
              <a:t>(Aggarwal, 2022)</a:t>
            </a:r>
          </a:p>
        </p:txBody>
      </p:sp>
    </p:spTree>
    <p:extLst>
      <p:ext uri="{BB962C8B-B14F-4D97-AF65-F5344CB8AC3E}">
        <p14:creationId xmlns:p14="http://schemas.microsoft.com/office/powerpoint/2010/main" val="1042662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7CE7DC-4C6D-11A6-6DA5-82839FB8880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9042AF-B13E-5E53-4F52-2A2B8CA16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CB0AADD-AB4E-6F12-88BA-67142CA6D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5E4E-AEDD-585A-549B-66114DB29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C5E48BAE-AC55-73ED-5221-9428C3C3995A}"/>
              </a:ext>
            </a:extLst>
          </p:cNvPr>
          <p:cNvSpPr>
            <a:spLocks noGrp="1"/>
          </p:cNvSpPr>
          <p:nvPr>
            <p:ph type="title"/>
          </p:nvPr>
        </p:nvSpPr>
        <p:spPr>
          <a:xfrm>
            <a:off x="5751094" y="1058780"/>
            <a:ext cx="5602705" cy="3092116"/>
          </a:xfrm>
        </p:spPr>
        <p:txBody>
          <a:bodyPr vert="horz" lIns="91440" tIns="45720" rIns="91440" bIns="45720" rtlCol="0" anchor="ctr">
            <a:normAutofit/>
          </a:bodyPr>
          <a:lstStyle/>
          <a:p>
            <a:pPr lvl="0">
              <a:lnSpc>
                <a:spcPct val="100000"/>
              </a:lnSpc>
            </a:pPr>
            <a:r>
              <a:rPr lang="en-US" sz="5400" dirty="0"/>
              <a:t>Timestream Implementation</a:t>
            </a:r>
          </a:p>
        </p:txBody>
      </p:sp>
      <p:sp>
        <p:nvSpPr>
          <p:cNvPr id="5" name="Text Placeholder 4">
            <a:extLst>
              <a:ext uri="{FF2B5EF4-FFF2-40B4-BE49-F238E27FC236}">
                <a16:creationId xmlns:a16="http://schemas.microsoft.com/office/drawing/2014/main" id="{F80E89D5-C6E2-383D-5C14-B0ACAD234584}"/>
              </a:ext>
            </a:extLst>
          </p:cNvPr>
          <p:cNvSpPr>
            <a:spLocks noGrp="1"/>
          </p:cNvSpPr>
          <p:nvPr>
            <p:ph type="body" idx="1"/>
          </p:nvPr>
        </p:nvSpPr>
        <p:spPr>
          <a:xfrm>
            <a:off x="838200" y="5041616"/>
            <a:ext cx="3781926" cy="1246472"/>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666139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39AA0A8-072B-BC54-B149-00FF325E9E39}"/>
              </a:ext>
            </a:extLst>
          </p:cNvPr>
          <p:cNvSpPr>
            <a:spLocks noGrp="1"/>
          </p:cNvSpPr>
          <p:nvPr>
            <p:ph type="title"/>
          </p:nvPr>
        </p:nvSpPr>
        <p:spPr>
          <a:xfrm>
            <a:off x="612649" y="548638"/>
            <a:ext cx="3493008" cy="5788152"/>
          </a:xfrm>
        </p:spPr>
        <p:txBody>
          <a:bodyPr anchor="ctr">
            <a:normAutofit/>
          </a:bodyPr>
          <a:lstStyle/>
          <a:p>
            <a:r>
              <a:rPr lang="en-US" sz="4000" dirty="0"/>
              <a:t>Integrating with OptimaTech</a:t>
            </a:r>
          </a:p>
        </p:txBody>
      </p:sp>
      <p:graphicFrame>
        <p:nvGraphicFramePr>
          <p:cNvPr id="10" name="Content Placeholder 4">
            <a:extLst>
              <a:ext uri="{FF2B5EF4-FFF2-40B4-BE49-F238E27FC236}">
                <a16:creationId xmlns:a16="http://schemas.microsoft.com/office/drawing/2014/main" id="{A7C6F6A0-745C-0B6C-6323-910FED700FEB}"/>
              </a:ext>
            </a:extLst>
          </p:cNvPr>
          <p:cNvGraphicFramePr>
            <a:graphicFrameLocks noGrp="1"/>
          </p:cNvGraphicFramePr>
          <p:nvPr>
            <p:ph idx="1"/>
            <p:extLst>
              <p:ext uri="{D42A27DB-BD31-4B8C-83A1-F6EECF244321}">
                <p14:modId xmlns:p14="http://schemas.microsoft.com/office/powerpoint/2010/main" val="718584105"/>
              </p:ext>
            </p:extLst>
          </p:nvPr>
        </p:nvGraphicFramePr>
        <p:xfrm>
          <a:off x="4275737" y="548638"/>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76625C36-2757-702F-6645-834EEFA496D0}"/>
              </a:ext>
            </a:extLst>
          </p:cNvPr>
          <p:cNvSpPr txBox="1"/>
          <p:nvPr/>
        </p:nvSpPr>
        <p:spPr>
          <a:xfrm>
            <a:off x="5824648" y="6326221"/>
            <a:ext cx="6452392" cy="523220"/>
          </a:xfrm>
          <a:prstGeom prst="rect">
            <a:avLst/>
          </a:prstGeom>
          <a:noFill/>
        </p:spPr>
        <p:txBody>
          <a:bodyPr wrap="square">
            <a:spAutoFit/>
          </a:bodyPr>
          <a:lstStyle/>
          <a:p>
            <a:r>
              <a:rPr lang="en-US" sz="1400" i="1" u="sng" dirty="0"/>
              <a:t>(Data Modeling Best Practices to Unlock the Value of Your Time-Series Data | AWS Database Blog, 2023)</a:t>
            </a:r>
          </a:p>
        </p:txBody>
      </p:sp>
      <p:sp>
        <p:nvSpPr>
          <p:cNvPr id="13" name="TextBox 12">
            <a:extLst>
              <a:ext uri="{FF2B5EF4-FFF2-40B4-BE49-F238E27FC236}">
                <a16:creationId xmlns:a16="http://schemas.microsoft.com/office/drawing/2014/main" id="{4593B77C-9960-18C2-0D14-E5005E9B577E}"/>
              </a:ext>
            </a:extLst>
          </p:cNvPr>
          <p:cNvSpPr txBox="1"/>
          <p:nvPr/>
        </p:nvSpPr>
        <p:spPr>
          <a:xfrm>
            <a:off x="10773715" y="6109609"/>
            <a:ext cx="1425106" cy="307777"/>
          </a:xfrm>
          <a:prstGeom prst="rect">
            <a:avLst/>
          </a:prstGeom>
          <a:noFill/>
        </p:spPr>
        <p:txBody>
          <a:bodyPr wrap="square">
            <a:spAutoFit/>
          </a:bodyPr>
          <a:lstStyle/>
          <a:p>
            <a:r>
              <a:rPr lang="en-US" sz="1400" i="1" u="sng" dirty="0"/>
              <a:t>(Datadog, 2021)</a:t>
            </a:r>
          </a:p>
        </p:txBody>
      </p:sp>
    </p:spTree>
    <p:extLst>
      <p:ext uri="{BB962C8B-B14F-4D97-AF65-F5344CB8AC3E}">
        <p14:creationId xmlns:p14="http://schemas.microsoft.com/office/powerpoint/2010/main" val="573589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B427-FDE2-0F80-9CD8-48F1B2F948A9}"/>
              </a:ext>
            </a:extLst>
          </p:cNvPr>
          <p:cNvSpPr>
            <a:spLocks noGrp="1"/>
          </p:cNvSpPr>
          <p:nvPr>
            <p:ph type="title"/>
          </p:nvPr>
        </p:nvSpPr>
        <p:spPr/>
        <p:txBody>
          <a:bodyPr/>
          <a:lstStyle/>
          <a:p>
            <a:r>
              <a:rPr lang="en-US" sz="4400" dirty="0"/>
              <a:t>Integrating with OptimaTech</a:t>
            </a:r>
            <a:endParaRPr lang="en-US" dirty="0"/>
          </a:p>
        </p:txBody>
      </p:sp>
      <p:graphicFrame>
        <p:nvGraphicFramePr>
          <p:cNvPr id="12" name="Content Placeholder 2">
            <a:extLst>
              <a:ext uri="{FF2B5EF4-FFF2-40B4-BE49-F238E27FC236}">
                <a16:creationId xmlns:a16="http://schemas.microsoft.com/office/drawing/2014/main" id="{4BD68106-0AFA-ED17-5264-05C477D96F5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A2F1F215-A436-327E-A377-52FC11263183}"/>
              </a:ext>
            </a:extLst>
          </p:cNvPr>
          <p:cNvSpPr txBox="1"/>
          <p:nvPr/>
        </p:nvSpPr>
        <p:spPr>
          <a:xfrm>
            <a:off x="7329055" y="6311900"/>
            <a:ext cx="4959927" cy="584775"/>
          </a:xfrm>
          <a:prstGeom prst="rect">
            <a:avLst/>
          </a:prstGeom>
          <a:noFill/>
        </p:spPr>
        <p:txBody>
          <a:bodyPr wrap="square">
            <a:spAutoFit/>
          </a:bodyPr>
          <a:lstStyle/>
          <a:p>
            <a:r>
              <a:rPr lang="en-US" sz="1600" i="1" u="sng" dirty="0"/>
              <a:t>(Data Modeling Best Practices to Unlock the Value of Your Time-Series Data | AWS Database Blog, 2023)</a:t>
            </a:r>
          </a:p>
        </p:txBody>
      </p:sp>
    </p:spTree>
    <p:extLst>
      <p:ext uri="{BB962C8B-B14F-4D97-AF65-F5344CB8AC3E}">
        <p14:creationId xmlns:p14="http://schemas.microsoft.com/office/powerpoint/2010/main" val="1757265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3586F6-9808-77F3-EF25-25167C0FDEE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F06406E-180C-8FAF-7BE0-EAC390621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EBFBA00-E1C6-6BEA-88FC-C8498F2542E3}"/>
              </a:ext>
            </a:extLst>
          </p:cNvPr>
          <p:cNvSpPr>
            <a:spLocks noGrp="1"/>
          </p:cNvSpPr>
          <p:nvPr>
            <p:ph type="title"/>
          </p:nvPr>
        </p:nvSpPr>
        <p:spPr>
          <a:xfrm>
            <a:off x="612649" y="548638"/>
            <a:ext cx="3493008" cy="5788152"/>
          </a:xfrm>
        </p:spPr>
        <p:txBody>
          <a:bodyPr anchor="ctr">
            <a:normAutofit/>
          </a:bodyPr>
          <a:lstStyle/>
          <a:p>
            <a:r>
              <a:rPr lang="en-US" sz="4000" dirty="0"/>
              <a:t>Integrating with OptimaTech</a:t>
            </a:r>
          </a:p>
        </p:txBody>
      </p:sp>
      <p:graphicFrame>
        <p:nvGraphicFramePr>
          <p:cNvPr id="10" name="Content Placeholder 4">
            <a:extLst>
              <a:ext uri="{FF2B5EF4-FFF2-40B4-BE49-F238E27FC236}">
                <a16:creationId xmlns:a16="http://schemas.microsoft.com/office/drawing/2014/main" id="{E8DE176E-3998-7E2F-441F-989689BE4497}"/>
              </a:ext>
            </a:extLst>
          </p:cNvPr>
          <p:cNvGraphicFramePr>
            <a:graphicFrameLocks noGrp="1"/>
          </p:cNvGraphicFramePr>
          <p:nvPr>
            <p:ph idx="1"/>
            <p:extLst>
              <p:ext uri="{D42A27DB-BD31-4B8C-83A1-F6EECF244321}">
                <p14:modId xmlns:p14="http://schemas.microsoft.com/office/powerpoint/2010/main" val="955968339"/>
              </p:ext>
            </p:extLst>
          </p:nvPr>
        </p:nvGraphicFramePr>
        <p:xfrm>
          <a:off x="4275737" y="548638"/>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DEC08E43-16FF-574A-BFB7-ED07D6ADA4A9}"/>
              </a:ext>
            </a:extLst>
          </p:cNvPr>
          <p:cNvSpPr txBox="1"/>
          <p:nvPr/>
        </p:nvSpPr>
        <p:spPr>
          <a:xfrm>
            <a:off x="5739608" y="6334532"/>
            <a:ext cx="6452392" cy="523220"/>
          </a:xfrm>
          <a:prstGeom prst="rect">
            <a:avLst/>
          </a:prstGeom>
          <a:noFill/>
        </p:spPr>
        <p:txBody>
          <a:bodyPr wrap="square">
            <a:spAutoFit/>
          </a:bodyPr>
          <a:lstStyle/>
          <a:p>
            <a:r>
              <a:rPr lang="en-US" sz="1400" i="1" u="sng" dirty="0"/>
              <a:t>(Data Modeling Best Practices to Unlock the Value of Your Time-Series Data | AWS Database Blog, 2023)</a:t>
            </a:r>
          </a:p>
        </p:txBody>
      </p:sp>
    </p:spTree>
    <p:extLst>
      <p:ext uri="{BB962C8B-B14F-4D97-AF65-F5344CB8AC3E}">
        <p14:creationId xmlns:p14="http://schemas.microsoft.com/office/powerpoint/2010/main" val="3416747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5935B4-2871-5D23-0F52-94E94C12335B}"/>
              </a:ext>
            </a:extLst>
          </p:cNvPr>
          <p:cNvSpPr>
            <a:spLocks noGrp="1"/>
          </p:cNvSpPr>
          <p:nvPr>
            <p:ph type="title"/>
          </p:nvPr>
        </p:nvSpPr>
        <p:spPr>
          <a:xfrm>
            <a:off x="686834" y="1153572"/>
            <a:ext cx="3200400" cy="4461163"/>
          </a:xfrm>
        </p:spPr>
        <p:txBody>
          <a:bodyPr>
            <a:normAutofit/>
          </a:bodyPr>
          <a:lstStyle/>
          <a:p>
            <a:r>
              <a:rPr lang="en-US">
                <a:solidFill>
                  <a:srgbClr val="FFFFFF"/>
                </a:solidFill>
              </a:rPr>
              <a:t>Creating the Timestream DB</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FE234CF-7805-2FC2-EFC6-F837C11BDD15}"/>
              </a:ext>
            </a:extLst>
          </p:cNvPr>
          <p:cNvSpPr>
            <a:spLocks noGrp="1"/>
          </p:cNvSpPr>
          <p:nvPr>
            <p:ph idx="1"/>
          </p:nvPr>
        </p:nvSpPr>
        <p:spPr>
          <a:xfrm>
            <a:off x="4447308" y="591344"/>
            <a:ext cx="6906491" cy="5585619"/>
          </a:xfrm>
        </p:spPr>
        <p:txBody>
          <a:bodyPr anchor="ctr">
            <a:normAutofit/>
          </a:bodyPr>
          <a:lstStyle/>
          <a:p>
            <a:r>
              <a:rPr lang="en-US" sz="2600" dirty="0"/>
              <a:t>Log into the AWS management console by creating an account.</a:t>
            </a:r>
          </a:p>
          <a:p>
            <a:r>
              <a:rPr lang="en-US" sz="2600" dirty="0"/>
              <a:t> Under services, navigate to Security, Identity, and Compliance and select IAM.</a:t>
            </a:r>
          </a:p>
          <a:p>
            <a:r>
              <a:rPr lang="en-US" sz="2600" dirty="0"/>
              <a:t>Once there, select users and create user.</a:t>
            </a:r>
          </a:p>
          <a:p>
            <a:r>
              <a:rPr lang="en-US" sz="2600" dirty="0"/>
              <a:t>Name the user and hit next until you create the user. </a:t>
            </a:r>
          </a:p>
          <a:p>
            <a:r>
              <a:rPr lang="en-US" sz="2600" dirty="0"/>
              <a:t>Once created select the user, go to the security credentials tab and select create access key.</a:t>
            </a:r>
          </a:p>
          <a:p>
            <a:r>
              <a:rPr lang="en-US" sz="2600" dirty="0"/>
              <a:t>Select the option for local code use.</a:t>
            </a:r>
          </a:p>
          <a:p>
            <a:r>
              <a:rPr lang="en-US" sz="2600" dirty="0"/>
              <a:t>Hit create and download the .csv file for safe keeping.</a:t>
            </a:r>
          </a:p>
        </p:txBody>
      </p:sp>
    </p:spTree>
    <p:extLst>
      <p:ext uri="{BB962C8B-B14F-4D97-AF65-F5344CB8AC3E}">
        <p14:creationId xmlns:p14="http://schemas.microsoft.com/office/powerpoint/2010/main" val="4277115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E1FBA8-9DEA-2F9E-82FB-A41BBF69B737}"/>
              </a:ext>
            </a:extLst>
          </p:cNvPr>
          <p:cNvSpPr>
            <a:spLocks noGrp="1"/>
          </p:cNvSpPr>
          <p:nvPr>
            <p:ph type="title"/>
          </p:nvPr>
        </p:nvSpPr>
        <p:spPr>
          <a:xfrm>
            <a:off x="686834" y="1153572"/>
            <a:ext cx="3200400" cy="4461163"/>
          </a:xfrm>
        </p:spPr>
        <p:txBody>
          <a:bodyPr>
            <a:normAutofit/>
          </a:bodyPr>
          <a:lstStyle/>
          <a:p>
            <a:r>
              <a:rPr lang="en-US">
                <a:solidFill>
                  <a:srgbClr val="FFFFFF"/>
                </a:solidFill>
              </a:rPr>
              <a:t>Local Timestream Access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E1433EC-38F4-192D-50BC-417807F8C977}"/>
              </a:ext>
            </a:extLst>
          </p:cNvPr>
          <p:cNvSpPr>
            <a:spLocks noGrp="1"/>
          </p:cNvSpPr>
          <p:nvPr>
            <p:ph idx="1"/>
          </p:nvPr>
        </p:nvSpPr>
        <p:spPr>
          <a:xfrm>
            <a:off x="4447308" y="591344"/>
            <a:ext cx="6906491" cy="5585619"/>
          </a:xfrm>
        </p:spPr>
        <p:txBody>
          <a:bodyPr anchor="ctr">
            <a:normAutofit/>
          </a:bodyPr>
          <a:lstStyle/>
          <a:p>
            <a:r>
              <a:rPr lang="en-US" sz="2400" dirty="0"/>
              <a:t>Next on your local machine open your python environment to install Boto3 by using python –m pip install boto3.</a:t>
            </a:r>
          </a:p>
          <a:p>
            <a:pPr lvl="1"/>
            <a:r>
              <a:rPr lang="en-US" dirty="0"/>
              <a:t>Boto3 – Python API to perform CRUD operations in Timestream locally.</a:t>
            </a:r>
          </a:p>
          <a:p>
            <a:r>
              <a:rPr lang="en-US" sz="2400" dirty="0"/>
              <a:t>Then we want to download and install the AWS command line interface (CLI) to modify our AWS configuration files easily.</a:t>
            </a:r>
          </a:p>
          <a:p>
            <a:r>
              <a:rPr lang="en-US" sz="2400" dirty="0"/>
              <a:t>Once it has been downloaded and installed, open a CMD and type </a:t>
            </a:r>
            <a:r>
              <a:rPr lang="en-US" sz="2400" dirty="0" err="1"/>
              <a:t>aws</a:t>
            </a:r>
            <a:r>
              <a:rPr lang="en-US" sz="2400" dirty="0"/>
              <a:t> configure.</a:t>
            </a:r>
          </a:p>
          <a:p>
            <a:pPr lvl="1"/>
            <a:r>
              <a:rPr lang="en-US" dirty="0"/>
              <a:t>It will prompt you to enter you access key, secret key, default region, and output format. </a:t>
            </a:r>
          </a:p>
          <a:p>
            <a:r>
              <a:rPr lang="en-US" sz="2400" dirty="0"/>
              <a:t>Enter in these values and you should be setup properly. </a:t>
            </a:r>
          </a:p>
          <a:p>
            <a:endParaRPr lang="en-US" sz="2400" dirty="0"/>
          </a:p>
        </p:txBody>
      </p:sp>
    </p:spTree>
    <p:extLst>
      <p:ext uri="{BB962C8B-B14F-4D97-AF65-F5344CB8AC3E}">
        <p14:creationId xmlns:p14="http://schemas.microsoft.com/office/powerpoint/2010/main" val="2518081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FA725-F615-1661-2AE2-3E754845DFB1}"/>
              </a:ext>
            </a:extLst>
          </p:cNvPr>
          <p:cNvSpPr>
            <a:spLocks noGrp="1"/>
          </p:cNvSpPr>
          <p:nvPr>
            <p:ph type="title"/>
          </p:nvPr>
        </p:nvSpPr>
        <p:spPr>
          <a:xfrm>
            <a:off x="686834" y="1153572"/>
            <a:ext cx="3200400" cy="4461163"/>
          </a:xfrm>
        </p:spPr>
        <p:txBody>
          <a:bodyPr>
            <a:normAutofit/>
          </a:bodyPr>
          <a:lstStyle/>
          <a:p>
            <a:r>
              <a:rPr lang="en-US">
                <a:solidFill>
                  <a:srgbClr val="FFFFFF"/>
                </a:solidFill>
              </a:rPr>
              <a:t>Creating the Timestream DB</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1C1B67C-88A6-B94D-A91A-856AA7F2B2A3}"/>
              </a:ext>
            </a:extLst>
          </p:cNvPr>
          <p:cNvSpPr>
            <a:spLocks noGrp="1"/>
          </p:cNvSpPr>
          <p:nvPr>
            <p:ph idx="1"/>
          </p:nvPr>
        </p:nvSpPr>
        <p:spPr>
          <a:xfrm>
            <a:off x="4447308" y="591344"/>
            <a:ext cx="6906491" cy="5585619"/>
          </a:xfrm>
        </p:spPr>
        <p:txBody>
          <a:bodyPr anchor="ctr">
            <a:normAutofit/>
          </a:bodyPr>
          <a:lstStyle/>
          <a:p>
            <a:r>
              <a:rPr lang="en-US" sz="1800" dirty="0"/>
              <a:t>The following code in your local instance will allow for database creation once you have successfully connected to AWS using your user access key:</a:t>
            </a:r>
          </a:p>
          <a:p>
            <a:pPr marL="0" indent="0">
              <a:buNone/>
            </a:pPr>
            <a:r>
              <a:rPr lang="en-US" sz="1800" dirty="0"/>
              <a:t>import boto3</a:t>
            </a:r>
          </a:p>
          <a:p>
            <a:pPr marL="0" indent="0">
              <a:buNone/>
            </a:pPr>
            <a:r>
              <a:rPr lang="en-US" sz="1800" dirty="0"/>
              <a:t>timestream = boto3.client('timestream-write')</a:t>
            </a:r>
          </a:p>
          <a:p>
            <a:pPr marL="0" indent="0">
              <a:buNone/>
            </a:pPr>
            <a:r>
              <a:rPr lang="en-US" sz="1800" dirty="0" err="1"/>
              <a:t>database_name</a:t>
            </a:r>
            <a:r>
              <a:rPr lang="en-US" sz="1800" dirty="0"/>
              <a:t> = '</a:t>
            </a:r>
            <a:r>
              <a:rPr lang="en-US" sz="1800" dirty="0" err="1"/>
              <a:t>OmptimaTechDB</a:t>
            </a:r>
            <a:r>
              <a:rPr lang="en-US" sz="1800" dirty="0"/>
              <a:t>'</a:t>
            </a:r>
          </a:p>
          <a:p>
            <a:pPr marL="0" indent="0">
              <a:buNone/>
            </a:pPr>
            <a:r>
              <a:rPr lang="en-US" sz="1800" dirty="0"/>
              <a:t>try:</a:t>
            </a:r>
          </a:p>
          <a:p>
            <a:pPr marL="0" indent="0">
              <a:buNone/>
            </a:pPr>
            <a:r>
              <a:rPr lang="en-US" sz="1800" dirty="0"/>
              <a:t>    response = </a:t>
            </a:r>
            <a:r>
              <a:rPr lang="en-US" sz="1800" dirty="0" err="1"/>
              <a:t>timestream.create_database</a:t>
            </a:r>
            <a:r>
              <a:rPr lang="en-US" sz="1800" dirty="0"/>
              <a:t>(</a:t>
            </a:r>
            <a:r>
              <a:rPr lang="en-US" sz="1800" dirty="0" err="1"/>
              <a:t>DatabaseName</a:t>
            </a:r>
            <a:r>
              <a:rPr lang="en-US" sz="1800" dirty="0"/>
              <a:t>=</a:t>
            </a:r>
            <a:r>
              <a:rPr lang="en-US" sz="1800" dirty="0" err="1"/>
              <a:t>database_name</a:t>
            </a:r>
            <a:r>
              <a:rPr lang="en-US" sz="1800" dirty="0"/>
              <a:t>)</a:t>
            </a:r>
          </a:p>
          <a:p>
            <a:pPr marL="0" indent="0">
              <a:buNone/>
            </a:pPr>
            <a:r>
              <a:rPr lang="en-US" sz="1800" dirty="0"/>
              <a:t>    print(</a:t>
            </a:r>
            <a:r>
              <a:rPr lang="en-US" sz="1800" dirty="0" err="1"/>
              <a:t>f"Database</a:t>
            </a:r>
            <a:r>
              <a:rPr lang="en-US" sz="1800" dirty="0"/>
              <a:t> '{</a:t>
            </a:r>
            <a:r>
              <a:rPr lang="en-US" sz="1800" dirty="0" err="1"/>
              <a:t>database_name</a:t>
            </a:r>
            <a:r>
              <a:rPr lang="en-US" sz="1800" dirty="0"/>
              <a:t>}' created successfully.")</a:t>
            </a:r>
          </a:p>
          <a:p>
            <a:pPr marL="0" indent="0">
              <a:buNone/>
            </a:pPr>
            <a:r>
              <a:rPr lang="en-US" sz="1800" dirty="0"/>
              <a:t>except </a:t>
            </a:r>
            <a:r>
              <a:rPr lang="en-US" sz="1800" dirty="0" err="1"/>
              <a:t>timestream.exceptions.ConflictException</a:t>
            </a:r>
            <a:r>
              <a:rPr lang="en-US" sz="1800" dirty="0"/>
              <a:t>:</a:t>
            </a:r>
          </a:p>
          <a:p>
            <a:pPr marL="0" indent="0">
              <a:buNone/>
            </a:pPr>
            <a:r>
              <a:rPr lang="en-US" sz="1800" dirty="0"/>
              <a:t>    print(</a:t>
            </a:r>
            <a:r>
              <a:rPr lang="en-US" sz="1800" dirty="0" err="1"/>
              <a:t>f"Database</a:t>
            </a:r>
            <a:r>
              <a:rPr lang="en-US" sz="1800" dirty="0"/>
              <a:t> '{</a:t>
            </a:r>
            <a:r>
              <a:rPr lang="en-US" sz="1800" dirty="0" err="1"/>
              <a:t>database_name</a:t>
            </a:r>
            <a:r>
              <a:rPr lang="en-US" sz="1800" dirty="0"/>
              <a:t>}' already exists.")</a:t>
            </a:r>
          </a:p>
          <a:p>
            <a:pPr marL="0" indent="0">
              <a:buNone/>
            </a:pPr>
            <a:r>
              <a:rPr lang="en-US" sz="1800" dirty="0"/>
              <a:t>except Exception as e:</a:t>
            </a:r>
          </a:p>
          <a:p>
            <a:pPr marL="0" indent="0">
              <a:buNone/>
            </a:pPr>
            <a:r>
              <a:rPr lang="en-US" sz="1800" dirty="0"/>
              <a:t>    print(</a:t>
            </a:r>
            <a:r>
              <a:rPr lang="en-US" sz="1800" dirty="0" err="1"/>
              <a:t>f"Error</a:t>
            </a:r>
            <a:r>
              <a:rPr lang="en-US" sz="1800" dirty="0"/>
              <a:t> creating database: {e}")</a:t>
            </a:r>
          </a:p>
          <a:p>
            <a:endParaRPr lang="en-US" sz="1800" dirty="0"/>
          </a:p>
          <a:p>
            <a:endParaRPr lang="en-US" sz="1800" dirty="0"/>
          </a:p>
        </p:txBody>
      </p:sp>
      <p:pic>
        <p:nvPicPr>
          <p:cNvPr id="5" name="Picture 4">
            <a:extLst>
              <a:ext uri="{FF2B5EF4-FFF2-40B4-BE49-F238E27FC236}">
                <a16:creationId xmlns:a16="http://schemas.microsoft.com/office/drawing/2014/main" id="{777CD433-FAF6-A8E0-4429-65B8761A6A79}"/>
              </a:ext>
            </a:extLst>
          </p:cNvPr>
          <p:cNvPicPr>
            <a:picLocks noChangeAspect="1"/>
          </p:cNvPicPr>
          <p:nvPr/>
        </p:nvPicPr>
        <p:blipFill>
          <a:blip r:embed="rId3"/>
          <a:stretch>
            <a:fillRect/>
          </a:stretch>
        </p:blipFill>
        <p:spPr>
          <a:xfrm>
            <a:off x="2701472" y="5476451"/>
            <a:ext cx="6789056" cy="1401023"/>
          </a:xfrm>
          <a:prstGeom prst="rect">
            <a:avLst/>
          </a:prstGeom>
        </p:spPr>
      </p:pic>
    </p:spTree>
    <p:extLst>
      <p:ext uri="{BB962C8B-B14F-4D97-AF65-F5344CB8AC3E}">
        <p14:creationId xmlns:p14="http://schemas.microsoft.com/office/powerpoint/2010/main" val="3451032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709646-47FB-14F6-3B07-4ABDCD78D598}"/>
              </a:ext>
            </a:extLst>
          </p:cNvPr>
          <p:cNvSpPr>
            <a:spLocks noGrp="1"/>
          </p:cNvSpPr>
          <p:nvPr>
            <p:ph type="title"/>
          </p:nvPr>
        </p:nvSpPr>
        <p:spPr>
          <a:xfrm>
            <a:off x="686834" y="1153572"/>
            <a:ext cx="3200400" cy="4461163"/>
          </a:xfrm>
        </p:spPr>
        <p:txBody>
          <a:bodyPr>
            <a:normAutofit/>
          </a:bodyPr>
          <a:lstStyle/>
          <a:p>
            <a:r>
              <a:rPr lang="en-US">
                <a:solidFill>
                  <a:srgbClr val="FFFFFF"/>
                </a:solidFill>
              </a:rPr>
              <a:t>Creating the Table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C351DE0-11BB-D827-C00A-793F6CDEB53C}"/>
              </a:ext>
            </a:extLst>
          </p:cNvPr>
          <p:cNvSpPr>
            <a:spLocks noGrp="1"/>
          </p:cNvSpPr>
          <p:nvPr>
            <p:ph idx="1"/>
          </p:nvPr>
        </p:nvSpPr>
        <p:spPr>
          <a:xfrm>
            <a:off x="4447308" y="591345"/>
            <a:ext cx="6906491" cy="4652136"/>
          </a:xfrm>
        </p:spPr>
        <p:txBody>
          <a:bodyPr anchor="ctr">
            <a:normAutofit lnSpcReduction="10000"/>
          </a:bodyPr>
          <a:lstStyle/>
          <a:p>
            <a:r>
              <a:rPr lang="en-US" sz="1400" dirty="0"/>
              <a:t>The following code will create a table for data to be entered in the Timestream database:</a:t>
            </a:r>
          </a:p>
          <a:p>
            <a:pPr marL="0" indent="0">
              <a:buNone/>
            </a:pPr>
            <a:r>
              <a:rPr lang="en-US" sz="1400" dirty="0"/>
              <a:t>import boto3</a:t>
            </a:r>
          </a:p>
          <a:p>
            <a:pPr marL="0" indent="0">
              <a:buNone/>
            </a:pPr>
            <a:r>
              <a:rPr lang="en-US" sz="1400" dirty="0"/>
              <a:t>timestream = boto3.client('timestream-write')</a:t>
            </a:r>
          </a:p>
          <a:p>
            <a:pPr marL="0" indent="0">
              <a:buNone/>
            </a:pPr>
            <a:r>
              <a:rPr lang="en-US" sz="1400" dirty="0" err="1"/>
              <a:t>database_name</a:t>
            </a:r>
            <a:r>
              <a:rPr lang="en-US" sz="1400" dirty="0"/>
              <a:t> = '</a:t>
            </a:r>
            <a:r>
              <a:rPr lang="en-US" sz="1400" dirty="0" err="1"/>
              <a:t>OmptimaTechDB</a:t>
            </a:r>
            <a:r>
              <a:rPr lang="en-US" sz="1400" dirty="0"/>
              <a:t>'</a:t>
            </a:r>
          </a:p>
          <a:p>
            <a:pPr marL="0" indent="0">
              <a:buNone/>
            </a:pPr>
            <a:r>
              <a:rPr lang="en-US" sz="1400" dirty="0" err="1"/>
              <a:t>table_name</a:t>
            </a:r>
            <a:r>
              <a:rPr lang="en-US" sz="1400" dirty="0"/>
              <a:t> = '</a:t>
            </a:r>
            <a:r>
              <a:rPr lang="en-US" sz="1400" dirty="0" err="1"/>
              <a:t>DevOPsMetrics</a:t>
            </a:r>
            <a:r>
              <a:rPr lang="en-US" sz="1400" dirty="0"/>
              <a:t>'</a:t>
            </a:r>
          </a:p>
          <a:p>
            <a:pPr marL="0" indent="0">
              <a:buNone/>
            </a:pPr>
            <a:r>
              <a:rPr lang="en-US" sz="1400" dirty="0"/>
              <a:t>try:</a:t>
            </a:r>
          </a:p>
          <a:p>
            <a:pPr marL="0" indent="0">
              <a:buNone/>
            </a:pPr>
            <a:r>
              <a:rPr lang="en-US" sz="1400" dirty="0"/>
              <a:t>    response = </a:t>
            </a:r>
            <a:r>
              <a:rPr lang="en-US" sz="1400" dirty="0" err="1"/>
              <a:t>timestream.create_table</a:t>
            </a:r>
            <a:r>
              <a:rPr lang="en-US" sz="1400" dirty="0"/>
              <a:t>(</a:t>
            </a:r>
          </a:p>
          <a:p>
            <a:pPr marL="0" indent="0">
              <a:buNone/>
            </a:pPr>
            <a:r>
              <a:rPr lang="en-US" sz="1400" dirty="0"/>
              <a:t>        </a:t>
            </a:r>
            <a:r>
              <a:rPr lang="en-US" sz="1400" dirty="0" err="1"/>
              <a:t>DatabaseName</a:t>
            </a:r>
            <a:r>
              <a:rPr lang="en-US" sz="1400" dirty="0"/>
              <a:t>=</a:t>
            </a:r>
            <a:r>
              <a:rPr lang="en-US" sz="1400" dirty="0" err="1"/>
              <a:t>database_name</a:t>
            </a:r>
            <a:r>
              <a:rPr lang="en-US" sz="1400" dirty="0"/>
              <a:t>,</a:t>
            </a:r>
          </a:p>
          <a:p>
            <a:pPr marL="0" indent="0">
              <a:buNone/>
            </a:pPr>
            <a:r>
              <a:rPr lang="en-US" sz="1400" dirty="0"/>
              <a:t>        </a:t>
            </a:r>
            <a:r>
              <a:rPr lang="en-US" sz="1400" dirty="0" err="1"/>
              <a:t>TableName</a:t>
            </a:r>
            <a:r>
              <a:rPr lang="en-US" sz="1400" dirty="0"/>
              <a:t>=</a:t>
            </a:r>
            <a:r>
              <a:rPr lang="en-US" sz="1400" dirty="0" err="1"/>
              <a:t>table_name</a:t>
            </a:r>
            <a:endParaRPr lang="en-US" sz="1400" dirty="0"/>
          </a:p>
          <a:p>
            <a:pPr marL="0" indent="0">
              <a:buNone/>
            </a:pPr>
            <a:r>
              <a:rPr lang="en-US" sz="1400" dirty="0"/>
              <a:t>    )</a:t>
            </a:r>
          </a:p>
          <a:p>
            <a:pPr marL="0" indent="0">
              <a:buNone/>
            </a:pPr>
            <a:r>
              <a:rPr lang="en-US" sz="1400" dirty="0"/>
              <a:t>    print(</a:t>
            </a:r>
            <a:r>
              <a:rPr lang="en-US" sz="1400" dirty="0" err="1"/>
              <a:t>f"Table</a:t>
            </a:r>
            <a:r>
              <a:rPr lang="en-US" sz="1400" dirty="0"/>
              <a:t> '{</a:t>
            </a:r>
            <a:r>
              <a:rPr lang="en-US" sz="1400" dirty="0" err="1"/>
              <a:t>table_name</a:t>
            </a:r>
            <a:r>
              <a:rPr lang="en-US" sz="1400" dirty="0"/>
              <a:t>}' created successfully in database '{</a:t>
            </a:r>
            <a:r>
              <a:rPr lang="en-US" sz="1400" dirty="0" err="1"/>
              <a:t>database_name</a:t>
            </a:r>
            <a:r>
              <a:rPr lang="en-US" sz="1400" dirty="0"/>
              <a:t>}'.")</a:t>
            </a:r>
          </a:p>
          <a:p>
            <a:pPr marL="0" indent="0">
              <a:buNone/>
            </a:pPr>
            <a:r>
              <a:rPr lang="en-US" sz="1400" dirty="0"/>
              <a:t>except </a:t>
            </a:r>
            <a:r>
              <a:rPr lang="en-US" sz="1400" dirty="0" err="1"/>
              <a:t>timestream.exceptions.ConflictException</a:t>
            </a:r>
            <a:r>
              <a:rPr lang="en-US" sz="1400" dirty="0"/>
              <a:t>:</a:t>
            </a:r>
          </a:p>
          <a:p>
            <a:pPr marL="0" indent="0">
              <a:buNone/>
            </a:pPr>
            <a:r>
              <a:rPr lang="en-US" sz="1400" dirty="0"/>
              <a:t>    print(</a:t>
            </a:r>
            <a:r>
              <a:rPr lang="en-US" sz="1400" dirty="0" err="1"/>
              <a:t>f"Table</a:t>
            </a:r>
            <a:r>
              <a:rPr lang="en-US" sz="1400" dirty="0"/>
              <a:t> '{</a:t>
            </a:r>
            <a:r>
              <a:rPr lang="en-US" sz="1400" dirty="0" err="1"/>
              <a:t>table_name</a:t>
            </a:r>
            <a:r>
              <a:rPr lang="en-US" sz="1400" dirty="0"/>
              <a:t>}' already exists in database '{</a:t>
            </a:r>
            <a:r>
              <a:rPr lang="en-US" sz="1400" dirty="0" err="1"/>
              <a:t>database_name</a:t>
            </a:r>
            <a:r>
              <a:rPr lang="en-US" sz="1400" dirty="0"/>
              <a:t>}'.")</a:t>
            </a:r>
          </a:p>
          <a:p>
            <a:pPr marL="0" indent="0">
              <a:buNone/>
            </a:pPr>
            <a:r>
              <a:rPr lang="en-US" sz="1400" dirty="0"/>
              <a:t>except Exception as e:</a:t>
            </a:r>
          </a:p>
          <a:p>
            <a:pPr marL="0" indent="0">
              <a:buNone/>
            </a:pPr>
            <a:r>
              <a:rPr lang="en-US" sz="1400" dirty="0"/>
              <a:t>    print(</a:t>
            </a:r>
            <a:r>
              <a:rPr lang="en-US" sz="1400" dirty="0" err="1"/>
              <a:t>f"Error</a:t>
            </a:r>
            <a:r>
              <a:rPr lang="en-US" sz="1400" dirty="0"/>
              <a:t> creating table: {e}")</a:t>
            </a:r>
          </a:p>
          <a:p>
            <a:endParaRPr lang="en-US" sz="1400" dirty="0"/>
          </a:p>
        </p:txBody>
      </p:sp>
      <p:pic>
        <p:nvPicPr>
          <p:cNvPr id="5" name="Picture 4">
            <a:extLst>
              <a:ext uri="{FF2B5EF4-FFF2-40B4-BE49-F238E27FC236}">
                <a16:creationId xmlns:a16="http://schemas.microsoft.com/office/drawing/2014/main" id="{333948E0-3774-4FCD-9BC4-2DF341D03886}"/>
              </a:ext>
            </a:extLst>
          </p:cNvPr>
          <p:cNvPicPr>
            <a:picLocks noChangeAspect="1"/>
          </p:cNvPicPr>
          <p:nvPr/>
        </p:nvPicPr>
        <p:blipFill>
          <a:blip r:embed="rId3"/>
          <a:stretch>
            <a:fillRect/>
          </a:stretch>
        </p:blipFill>
        <p:spPr>
          <a:xfrm>
            <a:off x="3766482" y="5243480"/>
            <a:ext cx="5283882" cy="1614520"/>
          </a:xfrm>
          <a:prstGeom prst="rect">
            <a:avLst/>
          </a:prstGeom>
        </p:spPr>
      </p:pic>
    </p:spTree>
    <p:extLst>
      <p:ext uri="{BB962C8B-B14F-4D97-AF65-F5344CB8AC3E}">
        <p14:creationId xmlns:p14="http://schemas.microsoft.com/office/powerpoint/2010/main" val="1832043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E4AF-7658-C254-496E-12734445B7E6}"/>
              </a:ext>
            </a:extLst>
          </p:cNvPr>
          <p:cNvSpPr>
            <a:spLocks noGrp="1"/>
          </p:cNvSpPr>
          <p:nvPr>
            <p:ph type="title"/>
          </p:nvPr>
        </p:nvSpPr>
        <p:spPr/>
        <p:txBody>
          <a:bodyPr/>
          <a:lstStyle/>
          <a:p>
            <a:r>
              <a:rPr lang="en-US" dirty="0"/>
              <a:t>Sample Data for Test Queries</a:t>
            </a:r>
          </a:p>
        </p:txBody>
      </p:sp>
      <p:sp>
        <p:nvSpPr>
          <p:cNvPr id="3" name="Content Placeholder 2">
            <a:extLst>
              <a:ext uri="{FF2B5EF4-FFF2-40B4-BE49-F238E27FC236}">
                <a16:creationId xmlns:a16="http://schemas.microsoft.com/office/drawing/2014/main" id="{25A139D9-C0A2-96F7-DDFD-A4C252BFBB9F}"/>
              </a:ext>
            </a:extLst>
          </p:cNvPr>
          <p:cNvSpPr>
            <a:spLocks noGrp="1"/>
          </p:cNvSpPr>
          <p:nvPr>
            <p:ph idx="1"/>
          </p:nvPr>
        </p:nvSpPr>
        <p:spPr>
          <a:xfrm>
            <a:off x="1" y="1758119"/>
            <a:ext cx="6094978" cy="2378160"/>
          </a:xfrm>
          <a:ln>
            <a:solidFill>
              <a:schemeClr val="accent1"/>
            </a:solidFill>
          </a:ln>
        </p:spPr>
        <p:txBody>
          <a:bodyPr>
            <a:normAutofit/>
          </a:bodyPr>
          <a:lstStyle/>
          <a:p>
            <a:r>
              <a:rPr lang="en-US" sz="2400" dirty="0"/>
              <a:t>The following code was used in python to upload a test data set I created in a csv file to test writing data into Timestream.</a:t>
            </a:r>
          </a:p>
          <a:p>
            <a:pPr lvl="1"/>
            <a:r>
              <a:rPr lang="en-US" sz="2000" dirty="0"/>
              <a:t>Note that if my timestamps were not within the in-memory store retention limits, this data would be rejected if I had not enabled magnetic storage writes in Timestream.</a:t>
            </a:r>
          </a:p>
        </p:txBody>
      </p:sp>
      <p:sp>
        <p:nvSpPr>
          <p:cNvPr id="7" name="TextBox 6">
            <a:extLst>
              <a:ext uri="{FF2B5EF4-FFF2-40B4-BE49-F238E27FC236}">
                <a16:creationId xmlns:a16="http://schemas.microsoft.com/office/drawing/2014/main" id="{DDECD39C-0686-4372-2391-18DDBA0F1353}"/>
              </a:ext>
            </a:extLst>
          </p:cNvPr>
          <p:cNvSpPr txBox="1"/>
          <p:nvPr/>
        </p:nvSpPr>
        <p:spPr>
          <a:xfrm>
            <a:off x="6094978" y="1758120"/>
            <a:ext cx="6097022" cy="4031873"/>
          </a:xfrm>
          <a:prstGeom prst="rect">
            <a:avLst/>
          </a:prstGeom>
          <a:noFill/>
          <a:ln>
            <a:solidFill>
              <a:schemeClr val="accent1"/>
            </a:solidFill>
          </a:ln>
        </p:spPr>
        <p:txBody>
          <a:bodyPr wrap="square">
            <a:spAutoFit/>
          </a:bodyPr>
          <a:lstStyle/>
          <a:p>
            <a:pPr>
              <a:lnSpc>
                <a:spcPts val="1425"/>
              </a:lnSpc>
              <a:buNone/>
            </a:pPr>
            <a:r>
              <a:rPr lang="en-US" sz="1100" dirty="0">
                <a:latin typeface="Consolas" panose="020B0609020204030204" pitchFamily="49" charset="0"/>
              </a:rPr>
              <a:t>with open(</a:t>
            </a:r>
            <a:r>
              <a:rPr lang="en-US" sz="1100" dirty="0" err="1">
                <a:latin typeface="Consolas" panose="020B0609020204030204" pitchFamily="49" charset="0"/>
              </a:rPr>
              <a:t>csv_file_path</a:t>
            </a:r>
            <a:r>
              <a:rPr lang="en-US" sz="1100" dirty="0">
                <a:latin typeface="Consolas" panose="020B0609020204030204" pitchFamily="49" charset="0"/>
              </a:rPr>
              <a:t>, 'r', encoding='utf-8-sig', newline='') as </a:t>
            </a:r>
            <a:r>
              <a:rPr lang="en-US" sz="1100" dirty="0" err="1">
                <a:latin typeface="Consolas" panose="020B0609020204030204" pitchFamily="49" charset="0"/>
              </a:rPr>
              <a:t>csvfile</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reader = </a:t>
            </a:r>
            <a:r>
              <a:rPr lang="en-US" sz="1100" dirty="0" err="1">
                <a:latin typeface="Consolas" panose="020B0609020204030204" pitchFamily="49" charset="0"/>
              </a:rPr>
              <a:t>csv.DictReader</a:t>
            </a:r>
            <a:r>
              <a:rPr lang="en-US" sz="1100" dirty="0">
                <a:latin typeface="Consolas" panose="020B0609020204030204" pitchFamily="49" charset="0"/>
              </a:rPr>
              <a:t>(</a:t>
            </a:r>
            <a:r>
              <a:rPr lang="en-US" sz="1100" dirty="0" err="1">
                <a:latin typeface="Consolas" panose="020B0609020204030204" pitchFamily="49" charset="0"/>
              </a:rPr>
              <a:t>csvfile</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print("CSV Headers:", </a:t>
            </a:r>
            <a:r>
              <a:rPr lang="en-US" sz="1100" dirty="0" err="1">
                <a:latin typeface="Consolas" panose="020B0609020204030204" pitchFamily="49" charset="0"/>
              </a:rPr>
              <a:t>reader.fieldnames</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for row in reader:</a:t>
            </a:r>
          </a:p>
          <a:p>
            <a:pPr>
              <a:lnSpc>
                <a:spcPts val="1425"/>
              </a:lnSpc>
              <a:buNone/>
            </a:pPr>
            <a:r>
              <a:rPr lang="en-US" sz="1100" dirty="0">
                <a:latin typeface="Consolas" panose="020B0609020204030204" pitchFamily="49" charset="0"/>
              </a:rPr>
              <a:t>        dimensions = [</a:t>
            </a:r>
          </a:p>
          <a:p>
            <a:pPr>
              <a:lnSpc>
                <a:spcPts val="1425"/>
              </a:lnSpc>
              <a:buNone/>
            </a:pPr>
            <a:r>
              <a:rPr lang="en-US" sz="1100" dirty="0">
                <a:latin typeface="Consolas" panose="020B0609020204030204" pitchFamily="49" charset="0"/>
              </a:rPr>
              <a:t>            {'Name': '</a:t>
            </a:r>
            <a:r>
              <a:rPr lang="en-US" sz="1100" dirty="0" err="1">
                <a:latin typeface="Consolas" panose="020B0609020204030204" pitchFamily="49" charset="0"/>
              </a:rPr>
              <a:t>Application_ID</a:t>
            </a:r>
            <a:r>
              <a:rPr lang="en-US" sz="1100" dirty="0">
                <a:latin typeface="Consolas" panose="020B0609020204030204" pitchFamily="49" charset="0"/>
              </a:rPr>
              <a:t>', 'Value': row['</a:t>
            </a:r>
            <a:r>
              <a:rPr lang="en-US" sz="1100" dirty="0" err="1">
                <a:latin typeface="Consolas" panose="020B0609020204030204" pitchFamily="49" charset="0"/>
              </a:rPr>
              <a:t>Application_ID</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{'Name': '</a:t>
            </a:r>
            <a:r>
              <a:rPr lang="en-US" sz="1100" dirty="0" err="1">
                <a:latin typeface="Consolas" panose="020B0609020204030204" pitchFamily="49" charset="0"/>
              </a:rPr>
              <a:t>Application_Name</a:t>
            </a:r>
            <a:r>
              <a:rPr lang="en-US" sz="1100" dirty="0">
                <a:latin typeface="Consolas" panose="020B0609020204030204" pitchFamily="49" charset="0"/>
              </a:rPr>
              <a:t>', 'Value': row['</a:t>
            </a:r>
            <a:r>
              <a:rPr lang="en-US" sz="1100" dirty="0" err="1">
                <a:latin typeface="Consolas" panose="020B0609020204030204" pitchFamily="49" charset="0"/>
              </a:rPr>
              <a:t>Application_Name</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a:t>
            </a:r>
          </a:p>
          <a:p>
            <a:pPr>
              <a:lnSpc>
                <a:spcPts val="1425"/>
              </a:lnSpc>
              <a:buNone/>
            </a:pPr>
            <a:r>
              <a:rPr lang="en-US" sz="1100" dirty="0">
                <a:latin typeface="Consolas" panose="020B0609020204030204" pitchFamily="49" charset="0"/>
              </a:rPr>
              <a:t>        metrics = ['</a:t>
            </a:r>
            <a:r>
              <a:rPr lang="en-US" sz="1100" dirty="0" err="1">
                <a:latin typeface="Consolas" panose="020B0609020204030204" pitchFamily="49" charset="0"/>
              </a:rPr>
              <a:t>CPU_Usage</a:t>
            </a:r>
            <a:r>
              <a:rPr lang="en-US" sz="1100" dirty="0">
                <a:latin typeface="Consolas" panose="020B0609020204030204" pitchFamily="49" charset="0"/>
              </a:rPr>
              <a:t>', '</a:t>
            </a:r>
            <a:r>
              <a:rPr lang="en-US" sz="1100" dirty="0" err="1">
                <a:latin typeface="Consolas" panose="020B0609020204030204" pitchFamily="49" charset="0"/>
              </a:rPr>
              <a:t>HTTP_Status</a:t>
            </a:r>
            <a:r>
              <a:rPr lang="en-US" sz="1100" dirty="0">
                <a:latin typeface="Consolas" panose="020B0609020204030204" pitchFamily="49" charset="0"/>
              </a:rPr>
              <a:t>', '</a:t>
            </a:r>
            <a:r>
              <a:rPr lang="en-US" sz="1100" dirty="0" err="1">
                <a:latin typeface="Consolas" panose="020B0609020204030204" pitchFamily="49" charset="0"/>
              </a:rPr>
              <a:t>Network_Throughput</a:t>
            </a:r>
            <a:r>
              <a:rPr lang="en-US" sz="1100" dirty="0">
                <a:latin typeface="Consolas" panose="020B0609020204030204" pitchFamily="49" charset="0"/>
              </a:rPr>
              <a:t>', '</a:t>
            </a:r>
            <a:r>
              <a:rPr lang="en-US" sz="1100" dirty="0" err="1">
                <a:latin typeface="Consolas" panose="020B0609020204030204" pitchFamily="49" charset="0"/>
              </a:rPr>
              <a:t>Memory_Usage</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records = []</a:t>
            </a:r>
          </a:p>
          <a:p>
            <a:pPr>
              <a:lnSpc>
                <a:spcPts val="1425"/>
              </a:lnSpc>
              <a:buNone/>
            </a:pPr>
            <a:r>
              <a:rPr lang="en-US" sz="1100" dirty="0">
                <a:latin typeface="Consolas" panose="020B0609020204030204" pitchFamily="49" charset="0"/>
              </a:rPr>
              <a:t>        for metric in metrics:</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value_type</a:t>
            </a:r>
            <a:r>
              <a:rPr lang="en-US" sz="1100" dirty="0">
                <a:latin typeface="Consolas" panose="020B0609020204030204" pitchFamily="49" charset="0"/>
              </a:rPr>
              <a:t> = 'DOUBLE' if metric != '</a:t>
            </a:r>
            <a:r>
              <a:rPr lang="en-US" sz="1100" dirty="0" err="1">
                <a:latin typeface="Consolas" panose="020B0609020204030204" pitchFamily="49" charset="0"/>
              </a:rPr>
              <a:t>HTTP_Status</a:t>
            </a:r>
            <a:r>
              <a:rPr lang="en-US" sz="1100" dirty="0">
                <a:latin typeface="Consolas" panose="020B0609020204030204" pitchFamily="49" charset="0"/>
              </a:rPr>
              <a:t>' else 'BIGINT'</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records.append</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'Dimensions': dimensions,</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MeasureName</a:t>
            </a:r>
            <a:r>
              <a:rPr lang="en-US" sz="1100" dirty="0">
                <a:latin typeface="Consolas" panose="020B0609020204030204" pitchFamily="49" charset="0"/>
              </a:rPr>
              <a:t>': metric,</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MeasureValue</a:t>
            </a:r>
            <a:r>
              <a:rPr lang="en-US" sz="1100" dirty="0">
                <a:latin typeface="Consolas" panose="020B0609020204030204" pitchFamily="49" charset="0"/>
              </a:rPr>
              <a:t>': row[metric],</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MeasureValueType</a:t>
            </a:r>
            <a:r>
              <a:rPr lang="en-US" sz="1100" dirty="0">
                <a:latin typeface="Consolas" panose="020B0609020204030204" pitchFamily="49" charset="0"/>
              </a:rPr>
              <a:t>': </a:t>
            </a:r>
            <a:r>
              <a:rPr lang="en-US" sz="1100" dirty="0" err="1">
                <a:latin typeface="Consolas" panose="020B0609020204030204" pitchFamily="49" charset="0"/>
              </a:rPr>
              <a:t>value_type</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'Time': </a:t>
            </a:r>
            <a:r>
              <a:rPr lang="en-US" sz="1100" dirty="0" err="1">
                <a:latin typeface="Consolas" panose="020B0609020204030204" pitchFamily="49" charset="0"/>
              </a:rPr>
              <a:t>parse_timestamp</a:t>
            </a:r>
            <a:r>
              <a:rPr lang="en-US" sz="1100" dirty="0">
                <a:latin typeface="Consolas" panose="020B0609020204030204" pitchFamily="49" charset="0"/>
              </a:rPr>
              <a:t>(row['</a:t>
            </a:r>
            <a:r>
              <a:rPr lang="en-US" sz="1100" dirty="0" err="1">
                <a:latin typeface="Consolas" panose="020B0609020204030204" pitchFamily="49" charset="0"/>
              </a:rPr>
              <a:t>Time_Stamp</a:t>
            </a:r>
            <a:r>
              <a:rPr lang="en-US" sz="1100" dirty="0">
                <a:latin typeface="Consolas" panose="020B0609020204030204" pitchFamily="49" charset="0"/>
              </a:rPr>
              <a:t>']),</a:t>
            </a:r>
          </a:p>
          <a:p>
            <a:pPr>
              <a:lnSpc>
                <a:spcPts val="1425"/>
              </a:lnSpc>
              <a:buNone/>
            </a:pPr>
            <a:r>
              <a:rPr lang="en-US" sz="1100" dirty="0">
                <a:latin typeface="Consolas" panose="020B0609020204030204" pitchFamily="49" charset="0"/>
              </a:rPr>
              <a:t>                '</a:t>
            </a:r>
            <a:r>
              <a:rPr lang="en-US" sz="1100" dirty="0" err="1">
                <a:latin typeface="Consolas" panose="020B0609020204030204" pitchFamily="49" charset="0"/>
              </a:rPr>
              <a:t>TimeUnit</a:t>
            </a:r>
            <a:r>
              <a:rPr lang="en-US" sz="1100" dirty="0">
                <a:latin typeface="Consolas" panose="020B0609020204030204" pitchFamily="49" charset="0"/>
              </a:rPr>
              <a:t>': 'MILLISECONDS'</a:t>
            </a:r>
          </a:p>
          <a:p>
            <a:pPr>
              <a:lnSpc>
                <a:spcPts val="1425"/>
              </a:lnSpc>
              <a:buNone/>
            </a:pPr>
            <a:r>
              <a:rPr lang="en-US" sz="1100" dirty="0">
                <a:latin typeface="Consolas" panose="020B0609020204030204" pitchFamily="49" charset="0"/>
              </a:rPr>
              <a:t>            })</a:t>
            </a:r>
          </a:p>
          <a:p>
            <a:pPr>
              <a:lnSpc>
                <a:spcPts val="1425"/>
              </a:lnSpc>
              <a:buNone/>
            </a:pPr>
            <a:r>
              <a:rPr lang="en-US" sz="1100" dirty="0">
                <a:solidFill>
                  <a:srgbClr val="C586C0"/>
                </a:solidFill>
                <a:latin typeface="Consolas" panose="020B0609020204030204" pitchFamily="49" charset="0"/>
              </a:rPr>
              <a:t>        </a:t>
            </a:r>
            <a:endParaRPr lang="en-US" sz="1100" b="0" dirty="0">
              <a:solidFill>
                <a:srgbClr val="FFFFF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FB3D9080-C4BB-4F59-DBB6-8B66F89EB4B9}"/>
              </a:ext>
            </a:extLst>
          </p:cNvPr>
          <p:cNvSpPr txBox="1"/>
          <p:nvPr/>
        </p:nvSpPr>
        <p:spPr>
          <a:xfrm>
            <a:off x="0" y="4136279"/>
            <a:ext cx="6097022" cy="2236831"/>
          </a:xfrm>
          <a:prstGeom prst="rect">
            <a:avLst/>
          </a:prstGeom>
          <a:noFill/>
          <a:ln>
            <a:solidFill>
              <a:schemeClr val="accent1"/>
            </a:solidFill>
          </a:ln>
        </p:spPr>
        <p:txBody>
          <a:bodyPr wrap="square">
            <a:spAutoFit/>
          </a:bodyPr>
          <a:lstStyle/>
          <a:p>
            <a:pPr>
              <a:lnSpc>
                <a:spcPts val="1425"/>
              </a:lnSpc>
              <a:buNone/>
            </a:pPr>
            <a:r>
              <a:rPr lang="en-US" sz="1200" dirty="0">
                <a:latin typeface="Consolas" panose="020B0609020204030204" pitchFamily="49" charset="0"/>
              </a:rPr>
              <a:t>try:</a:t>
            </a:r>
          </a:p>
          <a:p>
            <a:pPr>
              <a:lnSpc>
                <a:spcPts val="1425"/>
              </a:lnSpc>
              <a:buNone/>
            </a:pPr>
            <a:r>
              <a:rPr lang="en-US" sz="1200" dirty="0">
                <a:latin typeface="Consolas" panose="020B0609020204030204" pitchFamily="49" charset="0"/>
              </a:rPr>
              <a:t>            </a:t>
            </a:r>
            <a:r>
              <a:rPr lang="en-US" sz="1200" dirty="0" err="1">
                <a:latin typeface="Consolas" panose="020B0609020204030204" pitchFamily="49" charset="0"/>
              </a:rPr>
              <a:t>timestream.write_records</a:t>
            </a:r>
            <a:r>
              <a:rPr lang="en-US" sz="1200" dirty="0">
                <a:latin typeface="Consolas" panose="020B0609020204030204" pitchFamily="49" charset="0"/>
              </a:rPr>
              <a:t>(</a:t>
            </a:r>
          </a:p>
          <a:p>
            <a:pPr>
              <a:lnSpc>
                <a:spcPts val="1425"/>
              </a:lnSpc>
              <a:buNone/>
            </a:pPr>
            <a:r>
              <a:rPr lang="en-US" sz="1200" dirty="0">
                <a:latin typeface="Consolas" panose="020B0609020204030204" pitchFamily="49" charset="0"/>
              </a:rPr>
              <a:t>                </a:t>
            </a:r>
            <a:r>
              <a:rPr lang="en-US" sz="1200" dirty="0" err="1">
                <a:latin typeface="Consolas" panose="020B0609020204030204" pitchFamily="49" charset="0"/>
              </a:rPr>
              <a:t>DatabaseName</a:t>
            </a:r>
            <a:r>
              <a:rPr lang="en-US" sz="1200" dirty="0">
                <a:latin typeface="Consolas" panose="020B0609020204030204" pitchFamily="49" charset="0"/>
              </a:rPr>
              <a:t>=</a:t>
            </a:r>
            <a:r>
              <a:rPr lang="en-US" sz="1200" dirty="0" err="1">
                <a:latin typeface="Consolas" panose="020B0609020204030204" pitchFamily="49" charset="0"/>
              </a:rPr>
              <a:t>database_name</a:t>
            </a:r>
            <a:r>
              <a:rPr lang="en-US" sz="1200" dirty="0">
                <a:latin typeface="Consolas" panose="020B0609020204030204" pitchFamily="49" charset="0"/>
              </a:rPr>
              <a:t>,</a:t>
            </a:r>
          </a:p>
          <a:p>
            <a:pPr>
              <a:lnSpc>
                <a:spcPts val="1425"/>
              </a:lnSpc>
              <a:buNone/>
            </a:pPr>
            <a:r>
              <a:rPr lang="en-US" sz="1200" dirty="0">
                <a:latin typeface="Consolas" panose="020B0609020204030204" pitchFamily="49" charset="0"/>
              </a:rPr>
              <a:t>                </a:t>
            </a:r>
            <a:r>
              <a:rPr lang="en-US" sz="1200" dirty="0" err="1">
                <a:latin typeface="Consolas" panose="020B0609020204030204" pitchFamily="49" charset="0"/>
              </a:rPr>
              <a:t>TableName</a:t>
            </a:r>
            <a:r>
              <a:rPr lang="en-US" sz="1200" dirty="0">
                <a:latin typeface="Consolas" panose="020B0609020204030204" pitchFamily="49" charset="0"/>
              </a:rPr>
              <a:t>=</a:t>
            </a:r>
            <a:r>
              <a:rPr lang="en-US" sz="1200" dirty="0" err="1">
                <a:latin typeface="Consolas" panose="020B0609020204030204" pitchFamily="49" charset="0"/>
              </a:rPr>
              <a:t>table_name</a:t>
            </a:r>
            <a:r>
              <a:rPr lang="en-US" sz="1200" dirty="0">
                <a:latin typeface="Consolas" panose="020B0609020204030204" pitchFamily="49" charset="0"/>
              </a:rPr>
              <a:t>,</a:t>
            </a:r>
          </a:p>
          <a:p>
            <a:pPr>
              <a:lnSpc>
                <a:spcPts val="1425"/>
              </a:lnSpc>
              <a:buNone/>
            </a:pPr>
            <a:r>
              <a:rPr lang="en-US" sz="1200" dirty="0">
                <a:latin typeface="Consolas" panose="020B0609020204030204" pitchFamily="49" charset="0"/>
              </a:rPr>
              <a:t>                Records=records</a:t>
            </a:r>
          </a:p>
          <a:p>
            <a:pPr>
              <a:lnSpc>
                <a:spcPts val="1425"/>
              </a:lnSpc>
              <a:buNone/>
            </a:pPr>
            <a:r>
              <a:rPr lang="en-US" sz="1200" dirty="0">
                <a:latin typeface="Consolas" panose="020B0609020204030204" pitchFamily="49" charset="0"/>
              </a:rPr>
              <a:t>            )</a:t>
            </a:r>
          </a:p>
          <a:p>
            <a:pPr>
              <a:lnSpc>
                <a:spcPts val="1425"/>
              </a:lnSpc>
              <a:buNone/>
            </a:pPr>
            <a:r>
              <a:rPr lang="en-US" sz="1200" dirty="0">
                <a:latin typeface="Consolas" panose="020B0609020204030204" pitchFamily="49" charset="0"/>
              </a:rPr>
              <a:t>            print(</a:t>
            </a:r>
            <a:r>
              <a:rPr lang="en-US" sz="1200" dirty="0" err="1">
                <a:latin typeface="Consolas" panose="020B0609020204030204" pitchFamily="49" charset="0"/>
              </a:rPr>
              <a:t>f"Uploaded</a:t>
            </a:r>
            <a:r>
              <a:rPr lang="en-US" sz="1200" dirty="0">
                <a:latin typeface="Consolas" panose="020B0609020204030204" pitchFamily="49" charset="0"/>
              </a:rPr>
              <a:t> metrics for {row['</a:t>
            </a:r>
            <a:r>
              <a:rPr lang="en-US" sz="1200" dirty="0" err="1">
                <a:latin typeface="Consolas" panose="020B0609020204030204" pitchFamily="49" charset="0"/>
              </a:rPr>
              <a:t>Application_ID</a:t>
            </a:r>
            <a:r>
              <a:rPr lang="en-US" sz="1200" dirty="0">
                <a:latin typeface="Consolas" panose="020B0609020204030204" pitchFamily="49" charset="0"/>
              </a:rPr>
              <a:t>']} at {row['</a:t>
            </a:r>
            <a:r>
              <a:rPr lang="en-US" sz="1200" dirty="0" err="1">
                <a:latin typeface="Consolas" panose="020B0609020204030204" pitchFamily="49" charset="0"/>
              </a:rPr>
              <a:t>Time_Stamp</a:t>
            </a:r>
            <a:r>
              <a:rPr lang="en-US" sz="1200" dirty="0">
                <a:latin typeface="Consolas" panose="020B0609020204030204" pitchFamily="49" charset="0"/>
              </a:rPr>
              <a:t>']}")</a:t>
            </a:r>
          </a:p>
          <a:p>
            <a:pPr>
              <a:lnSpc>
                <a:spcPts val="1425"/>
              </a:lnSpc>
              <a:buNone/>
            </a:pPr>
            <a:r>
              <a:rPr lang="en-US" sz="1200" dirty="0">
                <a:latin typeface="Consolas" panose="020B0609020204030204" pitchFamily="49" charset="0"/>
              </a:rPr>
              <a:t>        except Exception as e:</a:t>
            </a:r>
          </a:p>
          <a:p>
            <a:pPr>
              <a:lnSpc>
                <a:spcPts val="1425"/>
              </a:lnSpc>
              <a:buNone/>
            </a:pPr>
            <a:r>
              <a:rPr lang="en-US" sz="1200" dirty="0">
                <a:latin typeface="Consolas" panose="020B0609020204030204" pitchFamily="49" charset="0"/>
              </a:rPr>
              <a:t>            print(</a:t>
            </a:r>
            <a:r>
              <a:rPr lang="en-US" sz="1200" dirty="0" err="1">
                <a:latin typeface="Consolas" panose="020B0609020204030204" pitchFamily="49" charset="0"/>
              </a:rPr>
              <a:t>f"Error</a:t>
            </a:r>
            <a:r>
              <a:rPr lang="en-US" sz="1200" dirty="0">
                <a:latin typeface="Consolas" panose="020B0609020204030204" pitchFamily="49" charset="0"/>
              </a:rPr>
              <a:t> uploading record: {e}")</a:t>
            </a:r>
          </a:p>
          <a:p>
            <a:pPr>
              <a:lnSpc>
                <a:spcPts val="1425"/>
              </a:lnSpc>
              <a:buNone/>
            </a:pPr>
            <a:r>
              <a:rPr lang="en-US" sz="1200" dirty="0">
                <a:latin typeface="Consolas" panose="020B0609020204030204" pitchFamily="49" charset="0"/>
              </a:rPr>
              <a:t>            print(</a:t>
            </a:r>
            <a:r>
              <a:rPr lang="en-US" sz="1200" dirty="0" err="1">
                <a:latin typeface="Consolas" panose="020B0609020204030204" pitchFamily="49" charset="0"/>
              </a:rPr>
              <a:t>e.response</a:t>
            </a:r>
            <a:r>
              <a:rPr lang="en-US" sz="1200" dirty="0">
                <a:latin typeface="Consolas" panose="020B0609020204030204" pitchFamily="49" charset="0"/>
              </a:rPr>
              <a:t>)</a:t>
            </a:r>
          </a:p>
          <a:p>
            <a:pPr>
              <a:lnSpc>
                <a:spcPts val="1425"/>
              </a:lnSpc>
              <a:buNone/>
            </a:pPr>
            <a:r>
              <a:rPr lang="en-US" sz="1200" dirty="0">
                <a:latin typeface="Consolas" panose="020B0609020204030204" pitchFamily="49" charset="0"/>
              </a:rPr>
              <a:t>            </a:t>
            </a:r>
            <a:r>
              <a:rPr lang="en-US" sz="1200" dirty="0" err="1">
                <a:latin typeface="Consolas" panose="020B0609020204030204" pitchFamily="49" charset="0"/>
              </a:rPr>
              <a:t>time.sleep</a:t>
            </a:r>
            <a:r>
              <a:rPr lang="en-US" sz="1200" dirty="0">
                <a:latin typeface="Consolas" panose="020B0609020204030204" pitchFamily="49" charset="0"/>
              </a:rPr>
              <a:t>(1)</a:t>
            </a:r>
            <a:endParaRPr lang="en-US" sz="1200" dirty="0"/>
          </a:p>
        </p:txBody>
      </p:sp>
      <p:pic>
        <p:nvPicPr>
          <p:cNvPr id="11" name="Graphic 10" descr="Badge 1 with solid fill">
            <a:extLst>
              <a:ext uri="{FF2B5EF4-FFF2-40B4-BE49-F238E27FC236}">
                <a16:creationId xmlns:a16="http://schemas.microsoft.com/office/drawing/2014/main" id="{96BA54D4-2070-1DAF-2854-F4C6479B2A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70127" y="5111839"/>
            <a:ext cx="621873" cy="621873"/>
          </a:xfrm>
          <a:prstGeom prst="rect">
            <a:avLst/>
          </a:prstGeom>
        </p:spPr>
      </p:pic>
      <p:pic>
        <p:nvPicPr>
          <p:cNvPr id="13" name="Graphic 12" descr="Badge with solid fill">
            <a:extLst>
              <a:ext uri="{FF2B5EF4-FFF2-40B4-BE49-F238E27FC236}">
                <a16:creationId xmlns:a16="http://schemas.microsoft.com/office/drawing/2014/main" id="{E062A31C-D9B2-9A11-995B-EF5A7C78FD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1839" y="5789993"/>
            <a:ext cx="543138" cy="543138"/>
          </a:xfrm>
          <a:prstGeom prst="rect">
            <a:avLst/>
          </a:prstGeom>
        </p:spPr>
      </p:pic>
    </p:spTree>
    <p:extLst>
      <p:ext uri="{BB962C8B-B14F-4D97-AF65-F5344CB8AC3E}">
        <p14:creationId xmlns:p14="http://schemas.microsoft.com/office/powerpoint/2010/main" val="1490592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0536FF-4ADC-6789-9A36-ADE19E4E70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1351F6-399F-627B-D3AF-BDF1C637E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BAB33B8-16AA-D637-19BA-0715F1A15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0AE0934-F3D5-8B54-A763-78740A2243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D2EC1238-7D7A-1049-BCD0-9D0CE7F11E80}"/>
              </a:ext>
            </a:extLst>
          </p:cNvPr>
          <p:cNvSpPr>
            <a:spLocks noGrp="1"/>
          </p:cNvSpPr>
          <p:nvPr>
            <p:ph type="title"/>
          </p:nvPr>
        </p:nvSpPr>
        <p:spPr>
          <a:xfrm>
            <a:off x="5751094" y="1058780"/>
            <a:ext cx="5602705" cy="3092116"/>
          </a:xfrm>
        </p:spPr>
        <p:txBody>
          <a:bodyPr vert="horz" lIns="91440" tIns="45720" rIns="91440" bIns="45720" rtlCol="0" anchor="ctr">
            <a:normAutofit/>
          </a:bodyPr>
          <a:lstStyle/>
          <a:p>
            <a:pPr lvl="0">
              <a:lnSpc>
                <a:spcPct val="100000"/>
              </a:lnSpc>
            </a:pPr>
            <a:r>
              <a:rPr lang="en-US" sz="5400" dirty="0"/>
              <a:t>DevOps Queries</a:t>
            </a:r>
          </a:p>
        </p:txBody>
      </p:sp>
      <p:sp>
        <p:nvSpPr>
          <p:cNvPr id="5" name="Text Placeholder 4">
            <a:extLst>
              <a:ext uri="{FF2B5EF4-FFF2-40B4-BE49-F238E27FC236}">
                <a16:creationId xmlns:a16="http://schemas.microsoft.com/office/drawing/2014/main" id="{0D18DEE6-5670-23D4-D9AF-BD3D13089A0D}"/>
              </a:ext>
            </a:extLst>
          </p:cNvPr>
          <p:cNvSpPr>
            <a:spLocks noGrp="1"/>
          </p:cNvSpPr>
          <p:nvPr>
            <p:ph type="body" idx="1"/>
          </p:nvPr>
        </p:nvSpPr>
        <p:spPr>
          <a:xfrm>
            <a:off x="838200" y="5041616"/>
            <a:ext cx="3781926" cy="1246472"/>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2546795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13D6EFE-58C9-987A-C95A-F26E52BEDCE9}"/>
              </a:ext>
            </a:extLst>
          </p:cNvPr>
          <p:cNvSpPr>
            <a:spLocks noGrp="1"/>
          </p:cNvSpPr>
          <p:nvPr>
            <p:ph type="title"/>
          </p:nvPr>
        </p:nvSpPr>
        <p:spPr>
          <a:xfrm>
            <a:off x="686834" y="1153572"/>
            <a:ext cx="3200400" cy="4461163"/>
          </a:xfrm>
        </p:spPr>
        <p:txBody>
          <a:bodyPr>
            <a:normAutofit/>
          </a:bodyPr>
          <a:lstStyle/>
          <a:p>
            <a:r>
              <a:rPr lang="en-US">
                <a:solidFill>
                  <a:srgbClr val="FFFFFF"/>
                </a:solidFill>
              </a:rPr>
              <a:t>Querying with AWS CLI</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DF72C1A4-26F3-5374-B13F-609332D99A80}"/>
              </a:ext>
            </a:extLst>
          </p:cNvPr>
          <p:cNvSpPr>
            <a:spLocks noGrp="1"/>
          </p:cNvSpPr>
          <p:nvPr>
            <p:ph idx="1"/>
          </p:nvPr>
        </p:nvSpPr>
        <p:spPr>
          <a:xfrm>
            <a:off x="4447308" y="591344"/>
            <a:ext cx="6906491" cy="5585619"/>
          </a:xfrm>
        </p:spPr>
        <p:txBody>
          <a:bodyPr anchor="ctr">
            <a:normAutofit/>
          </a:bodyPr>
          <a:lstStyle/>
          <a:p>
            <a:r>
              <a:rPr lang="en-US" dirty="0"/>
              <a:t>Using the AWS CLI is an easy way to query data from Timestream.</a:t>
            </a:r>
          </a:p>
          <a:p>
            <a:r>
              <a:rPr lang="en-US" dirty="0"/>
              <a:t>In practice however, queries will probably be run by Lambda to display to some kind of visualization tool for real-time monitoring. </a:t>
            </a:r>
          </a:p>
          <a:p>
            <a:r>
              <a:rPr lang="en-US" dirty="0"/>
              <a:t>You can also use boto3 and python to query Timestream if you would like.</a:t>
            </a:r>
          </a:p>
          <a:p>
            <a:r>
              <a:rPr lang="en-US" dirty="0"/>
              <a:t>You can create queries that filter by time, metrics, perform aggregations, and combine them together to provide powerful insights!</a:t>
            </a:r>
          </a:p>
        </p:txBody>
      </p:sp>
    </p:spTree>
    <p:extLst>
      <p:ext uri="{BB962C8B-B14F-4D97-AF65-F5344CB8AC3E}">
        <p14:creationId xmlns:p14="http://schemas.microsoft.com/office/powerpoint/2010/main" val="4076430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BA441C9-851E-D006-13D0-75A9C9114A98}"/>
              </a:ext>
            </a:extLst>
          </p:cNvPr>
          <p:cNvSpPr>
            <a:spLocks noGrp="1"/>
          </p:cNvSpPr>
          <p:nvPr>
            <p:ph type="title"/>
          </p:nvPr>
        </p:nvSpPr>
        <p:spPr>
          <a:xfrm>
            <a:off x="686834" y="1153572"/>
            <a:ext cx="3200400" cy="4461163"/>
          </a:xfrm>
        </p:spPr>
        <p:txBody>
          <a:bodyPr>
            <a:normAutofit/>
          </a:bodyPr>
          <a:lstStyle/>
          <a:p>
            <a:r>
              <a:rPr lang="en-US" sz="3100">
                <a:solidFill>
                  <a:srgbClr val="FFFFFF"/>
                </a:solidFill>
              </a:rPr>
              <a:t>Query by Application_Name</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9ECBC444-5D3B-2EBA-9B64-C0C52F6C1C3A}"/>
              </a:ext>
            </a:extLst>
          </p:cNvPr>
          <p:cNvSpPr>
            <a:spLocks noGrp="1"/>
          </p:cNvSpPr>
          <p:nvPr>
            <p:ph idx="1"/>
          </p:nvPr>
        </p:nvSpPr>
        <p:spPr>
          <a:xfrm>
            <a:off x="4447308" y="591344"/>
            <a:ext cx="6906491" cy="5585619"/>
          </a:xfrm>
        </p:spPr>
        <p:txBody>
          <a:bodyPr anchor="ctr">
            <a:normAutofit/>
          </a:bodyPr>
          <a:lstStyle/>
          <a:p>
            <a:pPr marL="0" indent="0">
              <a:buNone/>
            </a:pPr>
            <a:r>
              <a:rPr lang="en-US" sz="2200" dirty="0" err="1"/>
              <a:t>aws</a:t>
            </a:r>
            <a:r>
              <a:rPr lang="en-US" sz="2200" dirty="0"/>
              <a:t> timestream-query query --query-string 'SELECT * FROM "</a:t>
            </a:r>
            <a:r>
              <a:rPr lang="en-US" sz="2200" dirty="0" err="1"/>
              <a:t>OmptimaTechDB</a:t>
            </a:r>
            <a:r>
              <a:rPr lang="en-US" sz="2200" dirty="0"/>
              <a:t>"."</a:t>
            </a:r>
            <a:r>
              <a:rPr lang="en-US" sz="2200" dirty="0" err="1"/>
              <a:t>DevOPsMetrics</a:t>
            </a:r>
            <a:r>
              <a:rPr lang="en-US" sz="2200" dirty="0"/>
              <a:t>" WHERE </a:t>
            </a:r>
            <a:r>
              <a:rPr lang="en-US" sz="2200" dirty="0" err="1"/>
              <a:t>Application_Name</a:t>
            </a:r>
            <a:r>
              <a:rPr lang="en-US" sz="2200" dirty="0"/>
              <a:t> = ''</a:t>
            </a:r>
            <a:r>
              <a:rPr lang="en-US" sz="2200" dirty="0" err="1"/>
              <a:t>TrafficManagementSystem</a:t>
            </a:r>
            <a:r>
              <a:rPr lang="en-US" sz="2200" dirty="0"/>
              <a:t>'' ORDER BY time DESC LIMIT 100’</a:t>
            </a:r>
          </a:p>
          <a:p>
            <a:r>
              <a:rPr lang="en-US" sz="2200" dirty="0"/>
              <a:t>This query selects the DB and table and returns the 100 newest data points where the metric </a:t>
            </a:r>
            <a:r>
              <a:rPr lang="en-US" sz="2200" dirty="0" err="1"/>
              <a:t>Application_Name</a:t>
            </a:r>
            <a:r>
              <a:rPr lang="en-US" sz="2200" dirty="0"/>
              <a:t> is </a:t>
            </a:r>
            <a:r>
              <a:rPr lang="en-US" sz="2200" dirty="0" err="1"/>
              <a:t>TrafficManagementSystem</a:t>
            </a:r>
            <a:r>
              <a:rPr lang="en-US" sz="2200" dirty="0"/>
              <a:t>.</a:t>
            </a:r>
          </a:p>
          <a:p>
            <a:pPr marL="0" indent="0">
              <a:buNone/>
            </a:pPr>
            <a:r>
              <a:rPr lang="en-US" sz="2200" dirty="0" err="1"/>
              <a:t>aws</a:t>
            </a:r>
            <a:r>
              <a:rPr lang="en-US" sz="2200" dirty="0"/>
              <a:t> timestream-query query --query-string 'SELECT </a:t>
            </a:r>
            <a:r>
              <a:rPr lang="en-US" sz="2200" dirty="0" err="1"/>
              <a:t>Application_Name</a:t>
            </a:r>
            <a:r>
              <a:rPr lang="en-US" sz="2200" dirty="0"/>
              <a:t>, time, </a:t>
            </a:r>
            <a:r>
              <a:rPr lang="en-US" sz="2200" dirty="0" err="1"/>
              <a:t>measure_value</a:t>
            </a:r>
            <a:r>
              <a:rPr lang="en-US" sz="2200" dirty="0"/>
              <a:t>::double FROM "</a:t>
            </a:r>
            <a:r>
              <a:rPr lang="en-US" sz="2200" dirty="0" err="1"/>
              <a:t>OmptimaTechDB</a:t>
            </a:r>
            <a:r>
              <a:rPr lang="en-US" sz="2200" dirty="0"/>
              <a:t>"."</a:t>
            </a:r>
            <a:r>
              <a:rPr lang="en-US" sz="2200" dirty="0" err="1"/>
              <a:t>DevOPsMetrics</a:t>
            </a:r>
            <a:r>
              <a:rPr lang="en-US" sz="2200" dirty="0"/>
              <a:t>" WHERE </a:t>
            </a:r>
            <a:r>
              <a:rPr lang="en-US" sz="2200" dirty="0" err="1"/>
              <a:t>measure_name</a:t>
            </a:r>
            <a:r>
              <a:rPr lang="en-US" sz="2200" dirty="0"/>
              <a:t> = ''</a:t>
            </a:r>
            <a:r>
              <a:rPr lang="en-US" sz="2200" dirty="0" err="1"/>
              <a:t>CPU_Usage</a:t>
            </a:r>
            <a:r>
              <a:rPr lang="en-US" sz="2200" dirty="0"/>
              <a:t>'' ORDER BY </a:t>
            </a:r>
            <a:r>
              <a:rPr lang="en-US" sz="2200" dirty="0" err="1"/>
              <a:t>Application_Name</a:t>
            </a:r>
            <a:r>
              <a:rPr lang="en-US" sz="2200" dirty="0"/>
              <a:t>, time’</a:t>
            </a:r>
          </a:p>
          <a:p>
            <a:r>
              <a:rPr lang="en-US" sz="2200" dirty="0"/>
              <a:t>This query selects the DB and table and returns the measure </a:t>
            </a:r>
            <a:r>
              <a:rPr lang="en-US" sz="2200" dirty="0" err="1"/>
              <a:t>CPU_Usage</a:t>
            </a:r>
            <a:r>
              <a:rPr lang="en-US" sz="2200" dirty="0"/>
              <a:t> and groups the value by the Application Name.</a:t>
            </a:r>
          </a:p>
        </p:txBody>
      </p:sp>
    </p:spTree>
    <p:extLst>
      <p:ext uri="{BB962C8B-B14F-4D97-AF65-F5344CB8AC3E}">
        <p14:creationId xmlns:p14="http://schemas.microsoft.com/office/powerpoint/2010/main" val="1886436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D0EBCD-302F-0438-12B3-9B8264E823A1}"/>
              </a:ext>
            </a:extLst>
          </p:cNvPr>
          <p:cNvSpPr>
            <a:spLocks noGrp="1"/>
          </p:cNvSpPr>
          <p:nvPr>
            <p:ph type="title"/>
          </p:nvPr>
        </p:nvSpPr>
        <p:spPr>
          <a:xfrm>
            <a:off x="686834" y="1153572"/>
            <a:ext cx="3200400" cy="4461163"/>
          </a:xfrm>
        </p:spPr>
        <p:txBody>
          <a:bodyPr>
            <a:normAutofit/>
          </a:bodyPr>
          <a:lstStyle/>
          <a:p>
            <a:r>
              <a:rPr lang="en-US">
                <a:solidFill>
                  <a:srgbClr val="FFFFFF"/>
                </a:solidFill>
              </a:rPr>
              <a:t>Query by Time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E40D08-D6F9-0893-695F-B639BF7BEFA1}"/>
              </a:ext>
            </a:extLst>
          </p:cNvPr>
          <p:cNvSpPr>
            <a:spLocks noGrp="1"/>
          </p:cNvSpPr>
          <p:nvPr>
            <p:ph idx="1"/>
          </p:nvPr>
        </p:nvSpPr>
        <p:spPr>
          <a:xfrm>
            <a:off x="4447308" y="591344"/>
            <a:ext cx="6906491" cy="5585619"/>
          </a:xfrm>
        </p:spPr>
        <p:txBody>
          <a:bodyPr anchor="ctr">
            <a:normAutofit/>
          </a:bodyPr>
          <a:lstStyle/>
          <a:p>
            <a:pPr marL="0" indent="0">
              <a:buNone/>
            </a:pPr>
            <a:r>
              <a:rPr lang="en-US" sz="2400" err="1"/>
              <a:t>aws</a:t>
            </a:r>
            <a:r>
              <a:rPr lang="en-US" sz="2400"/>
              <a:t> timestream-query query --query-string 'SELECT * FROM "</a:t>
            </a:r>
            <a:r>
              <a:rPr lang="en-US" sz="2400" err="1"/>
              <a:t>OmptimaTechDB</a:t>
            </a:r>
            <a:r>
              <a:rPr lang="en-US" sz="2400"/>
              <a:t>"."</a:t>
            </a:r>
            <a:r>
              <a:rPr lang="en-US" sz="2400" err="1"/>
              <a:t>DevOPsMetrics</a:t>
            </a:r>
            <a:r>
              <a:rPr lang="en-US" sz="2400"/>
              <a:t>" WHERE time &lt; ago(1h)’</a:t>
            </a:r>
          </a:p>
          <a:p>
            <a:r>
              <a:rPr lang="en-US" sz="2400"/>
              <a:t>This query grabs every data point from the table that is less than 1 hour old. Great for looking for anomalies in the network.</a:t>
            </a:r>
          </a:p>
          <a:p>
            <a:pPr marL="0" indent="0">
              <a:buNone/>
            </a:pPr>
            <a:r>
              <a:rPr lang="en-US" sz="2400" err="1"/>
              <a:t>aws</a:t>
            </a:r>
            <a:r>
              <a:rPr lang="en-US" sz="2400"/>
              <a:t> timestream-query query --query-string 'SELECT * FROM "</a:t>
            </a:r>
            <a:r>
              <a:rPr lang="en-US" sz="2400" err="1"/>
              <a:t>OmptimaTechDB</a:t>
            </a:r>
            <a:r>
              <a:rPr lang="en-US" sz="2400"/>
              <a:t>"."</a:t>
            </a:r>
            <a:r>
              <a:rPr lang="en-US" sz="2400" err="1"/>
              <a:t>DevOPsMetrics</a:t>
            </a:r>
            <a:r>
              <a:rPr lang="en-US" sz="2400"/>
              <a:t>" WHERE time BETWEEN ago(10m) AND ago(5m)’</a:t>
            </a:r>
          </a:p>
          <a:p>
            <a:r>
              <a:rPr lang="en-US" sz="2400"/>
              <a:t>This query grabs every data point from the table that is between 5 and 10 minutes old. Great for taking a closer look a specified chunk of time.</a:t>
            </a:r>
          </a:p>
        </p:txBody>
      </p:sp>
    </p:spTree>
    <p:extLst>
      <p:ext uri="{BB962C8B-B14F-4D97-AF65-F5344CB8AC3E}">
        <p14:creationId xmlns:p14="http://schemas.microsoft.com/office/powerpoint/2010/main" val="1449962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13C21A-3FF6-5CF3-2A3B-9956EF3401DC}"/>
              </a:ext>
            </a:extLst>
          </p:cNvPr>
          <p:cNvSpPr>
            <a:spLocks noGrp="1"/>
          </p:cNvSpPr>
          <p:nvPr>
            <p:ph type="title"/>
          </p:nvPr>
        </p:nvSpPr>
        <p:spPr>
          <a:xfrm>
            <a:off x="841248" y="548640"/>
            <a:ext cx="3600860" cy="5431536"/>
          </a:xfrm>
        </p:spPr>
        <p:txBody>
          <a:bodyPr>
            <a:normAutofit/>
          </a:bodyPr>
          <a:lstStyle/>
          <a:p>
            <a:r>
              <a:rPr lang="en-US" sz="5400"/>
              <a:t>Bibliography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F5031C-EBE5-5512-F626-BC9ADA9B10BE}"/>
              </a:ext>
            </a:extLst>
          </p:cNvPr>
          <p:cNvSpPr>
            <a:spLocks noGrp="1"/>
          </p:cNvSpPr>
          <p:nvPr>
            <p:ph idx="1"/>
          </p:nvPr>
        </p:nvSpPr>
        <p:spPr>
          <a:xfrm>
            <a:off x="5126418" y="552091"/>
            <a:ext cx="6224335" cy="5431536"/>
          </a:xfrm>
        </p:spPr>
        <p:txBody>
          <a:bodyPr anchor="ctr">
            <a:normAutofit/>
          </a:bodyPr>
          <a:lstStyle/>
          <a:p>
            <a:r>
              <a:rPr lang="en-US" sz="1900"/>
              <a:t>Amazon Web Services. (2020, September 30). Getting Started with Amazon Timestream. YouTube. </a:t>
            </a:r>
            <a:r>
              <a:rPr lang="en-US" sz="1900">
                <a:hlinkClick r:id="rId2"/>
              </a:rPr>
              <a:t>https://www.youtube.com/watch?v=8RHFPNReylI</a:t>
            </a:r>
            <a:r>
              <a:rPr lang="en-US" sz="1900"/>
              <a:t> </a:t>
            </a:r>
            <a:endParaRPr lang="en-US" sz="1900">
              <a:latin typeface="Roboto" panose="02000000000000000000" pitchFamily="2" charset="0"/>
            </a:endParaRPr>
          </a:p>
          <a:p>
            <a:r>
              <a:rPr lang="en-US" sz="1900"/>
              <a:t>Architecture - Amazon Timestream. (2025). Amazon.com. </a:t>
            </a:r>
            <a:r>
              <a:rPr lang="en-US" sz="1900">
                <a:hlinkClick r:id="rId3"/>
              </a:rPr>
              <a:t>https://docs.aws.amazon.com/timestream/latest/developerguide/architecture.html</a:t>
            </a:r>
            <a:r>
              <a:rPr lang="en-US" sz="1900"/>
              <a:t> </a:t>
            </a:r>
          </a:p>
          <a:p>
            <a:r>
              <a:rPr lang="en-US" sz="1900"/>
              <a:t>Adamson, C. (2024, February 29). Introduction to Amazon Timestream for Time Series Data. Medium. </a:t>
            </a:r>
            <a:r>
              <a:rPr lang="en-US" sz="1900">
                <a:hlinkClick r:id="rId4"/>
              </a:rPr>
              <a:t>https://medium.com/@christopheradamson253/introduction-to-amazon-timestream-for-time-series-data-a781ee0428c5</a:t>
            </a:r>
            <a:r>
              <a:rPr lang="en-US" sz="1900"/>
              <a:t> </a:t>
            </a:r>
          </a:p>
          <a:p>
            <a:r>
              <a:rPr lang="en-US" sz="1900"/>
              <a:t>Influxdata. (2022). </a:t>
            </a:r>
            <a:r>
              <a:rPr lang="en-US" sz="1900" i="1"/>
              <a:t>What is time series data? | Definition and Discussion</a:t>
            </a:r>
            <a:r>
              <a:rPr lang="en-US" sz="1900"/>
              <a:t>. InfluxData. </a:t>
            </a:r>
            <a:r>
              <a:rPr lang="en-US" sz="1900">
                <a:hlinkClick r:id="rId5"/>
              </a:rPr>
              <a:t>https://www.influxdata.com/what-is-time-series-data/</a:t>
            </a:r>
            <a:r>
              <a:rPr lang="en-US" sz="1900"/>
              <a:t> </a:t>
            </a:r>
          </a:p>
          <a:p>
            <a:r>
              <a:rPr lang="en-US" sz="1900"/>
              <a:t>Time Series Database (TSDB) Guide | InfluxDB. (n.d.). InfluxData. </a:t>
            </a:r>
            <a:r>
              <a:rPr lang="en-US" sz="1900">
                <a:hlinkClick r:id="rId6"/>
              </a:rPr>
              <a:t>https://www.influxdata.com/time-series-database/</a:t>
            </a:r>
            <a:r>
              <a:rPr lang="en-US" sz="1900"/>
              <a:t> </a:t>
            </a:r>
          </a:p>
          <a:p>
            <a:pPr marL="0" indent="0">
              <a:buNone/>
            </a:pPr>
            <a:endParaRPr lang="en-US" sz="1900"/>
          </a:p>
        </p:txBody>
      </p:sp>
    </p:spTree>
    <p:extLst>
      <p:ext uri="{BB962C8B-B14F-4D97-AF65-F5344CB8AC3E}">
        <p14:creationId xmlns:p14="http://schemas.microsoft.com/office/powerpoint/2010/main" val="1068215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CD7754-C0B4-42F2-0794-8596B9E2AA77}"/>
              </a:ext>
            </a:extLst>
          </p:cNvPr>
          <p:cNvSpPr>
            <a:spLocks noGrp="1"/>
          </p:cNvSpPr>
          <p:nvPr>
            <p:ph type="title"/>
          </p:nvPr>
        </p:nvSpPr>
        <p:spPr>
          <a:xfrm>
            <a:off x="841248" y="548640"/>
            <a:ext cx="3600860" cy="5431536"/>
          </a:xfrm>
        </p:spPr>
        <p:txBody>
          <a:bodyPr>
            <a:normAutofit/>
          </a:bodyPr>
          <a:lstStyle/>
          <a:p>
            <a:r>
              <a:rPr lang="en-US" sz="5400"/>
              <a:t>Bibliography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2905CA-7F8E-52AA-DCDB-626C7828D9BC}"/>
              </a:ext>
            </a:extLst>
          </p:cNvPr>
          <p:cNvSpPr>
            <a:spLocks noGrp="1"/>
          </p:cNvSpPr>
          <p:nvPr>
            <p:ph idx="1"/>
          </p:nvPr>
        </p:nvSpPr>
        <p:spPr>
          <a:xfrm>
            <a:off x="5126418" y="552091"/>
            <a:ext cx="6224335" cy="5431536"/>
          </a:xfrm>
        </p:spPr>
        <p:txBody>
          <a:bodyPr anchor="ctr">
            <a:normAutofit/>
          </a:bodyPr>
          <a:lstStyle/>
          <a:p>
            <a:r>
              <a:rPr lang="en-US" sz="1700"/>
              <a:t>LinkedIn. (2025). Linkedin.com. </a:t>
            </a:r>
            <a:r>
              <a:rPr lang="en-US" sz="1700">
                <a:hlinkClick r:id="rId2"/>
              </a:rPr>
              <a:t>https://www.linkedin.com/pulse/importance-timeseries-database-devops-mthokozisi-sithole/</a:t>
            </a:r>
            <a:r>
              <a:rPr lang="en-US" sz="1700"/>
              <a:t> </a:t>
            </a:r>
          </a:p>
          <a:p>
            <a:r>
              <a:rPr lang="en-US" sz="1700"/>
              <a:t>Fayard, M. (2025, January 9). Time Series Database (TSDB): A Guide With Examples. Datacamp.com; DataCamp. </a:t>
            </a:r>
            <a:r>
              <a:rPr lang="en-US" sz="1700">
                <a:hlinkClick r:id="rId3"/>
              </a:rPr>
              <a:t>https://www.datacamp.com/blog/time-series-database</a:t>
            </a:r>
            <a:r>
              <a:rPr lang="en-US" sz="1700"/>
              <a:t> </a:t>
            </a:r>
            <a:endParaRPr lang="en-US" sz="1700">
              <a:latin typeface="Roboto" panose="02000000000000000000" pitchFamily="2" charset="0"/>
            </a:endParaRPr>
          </a:p>
          <a:p>
            <a:r>
              <a:rPr lang="en-US" sz="1700"/>
              <a:t>How DevOps Monitoring Works: Concepts, Types &amp; Best Practices. (n.d.). Splunk-Blogs. </a:t>
            </a:r>
            <a:r>
              <a:rPr lang="en-US" sz="1700">
                <a:hlinkClick r:id="rId4"/>
              </a:rPr>
              <a:t>https://www.splunk.com/en_us/blog/learn/devops-monitoring.html</a:t>
            </a:r>
            <a:r>
              <a:rPr lang="en-US" sz="1700"/>
              <a:t> </a:t>
            </a:r>
          </a:p>
          <a:p>
            <a:r>
              <a:rPr lang="en-US" sz="1700"/>
              <a:t>Popat, M. (2024, November). Harnessing Real-Time Insights with AWS Timestream: The Ultimate Guide to Time-Series Data. Medium. </a:t>
            </a:r>
            <a:r>
              <a:rPr lang="en-US" sz="1700">
                <a:hlinkClick r:id="rId5"/>
              </a:rPr>
              <a:t>https://mihirpopat.medium.com/harnessing-real-time-insights-with-aws-timestream-the-ultimate-guide-to-time-series-data-873f7b853b89</a:t>
            </a:r>
            <a:r>
              <a:rPr lang="en-US" sz="1700"/>
              <a:t> </a:t>
            </a:r>
          </a:p>
          <a:p>
            <a:r>
              <a:rPr lang="en-US" sz="1700"/>
              <a:t>Aggarwal, K. (2022, September 20). Amazon Timestream: Overview, Limitations, Pricing &amp; Many More. </a:t>
            </a:r>
            <a:r>
              <a:rPr lang="en-US" sz="1700">
                <a:hlinkClick r:id="rId6"/>
              </a:rPr>
              <a:t>https://k21academy.com/amazon-web-services/amazon-timestream/</a:t>
            </a:r>
            <a:r>
              <a:rPr lang="en-US" sz="1700"/>
              <a:t> </a:t>
            </a:r>
          </a:p>
        </p:txBody>
      </p:sp>
    </p:spTree>
    <p:extLst>
      <p:ext uri="{BB962C8B-B14F-4D97-AF65-F5344CB8AC3E}">
        <p14:creationId xmlns:p14="http://schemas.microsoft.com/office/powerpoint/2010/main" val="1579161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F6EFC7-8D39-CA90-8B0F-CCF04212428E}"/>
              </a:ext>
            </a:extLst>
          </p:cNvPr>
          <p:cNvSpPr>
            <a:spLocks noGrp="1"/>
          </p:cNvSpPr>
          <p:nvPr>
            <p:ph type="title"/>
          </p:nvPr>
        </p:nvSpPr>
        <p:spPr>
          <a:xfrm>
            <a:off x="841248" y="548640"/>
            <a:ext cx="3600860" cy="5431536"/>
          </a:xfrm>
        </p:spPr>
        <p:txBody>
          <a:bodyPr>
            <a:normAutofit/>
          </a:bodyPr>
          <a:lstStyle/>
          <a:p>
            <a:r>
              <a:rPr lang="en-US" sz="5400"/>
              <a:t>Bibliography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79A187C-D2FE-C9C3-B48F-AADF1AC9CC74}"/>
              </a:ext>
            </a:extLst>
          </p:cNvPr>
          <p:cNvSpPr>
            <a:spLocks noGrp="1"/>
          </p:cNvSpPr>
          <p:nvPr>
            <p:ph idx="1"/>
          </p:nvPr>
        </p:nvSpPr>
        <p:spPr>
          <a:xfrm>
            <a:off x="5126418" y="552091"/>
            <a:ext cx="6224335" cy="5431536"/>
          </a:xfrm>
        </p:spPr>
        <p:txBody>
          <a:bodyPr anchor="ctr">
            <a:normAutofit/>
          </a:bodyPr>
          <a:lstStyle/>
          <a:p>
            <a:r>
              <a:rPr lang="en-US" sz="1900"/>
              <a:t>GeeksforGeeks. (2020, June 12). Architecture of Internet of Things (IoT). GeeksforGeeks. </a:t>
            </a:r>
            <a:r>
              <a:rPr lang="en-US" sz="1900">
                <a:hlinkClick r:id="rId2"/>
              </a:rPr>
              <a:t>https://www.geeksforgeeks.org/computer-networks/architecture-of-internet-of-things-iot/</a:t>
            </a:r>
            <a:endParaRPr lang="en-US" sz="1900"/>
          </a:p>
          <a:p>
            <a:r>
              <a:rPr lang="en-US" sz="1900"/>
              <a:t>Datadog. (2021, October 18). Network Monitoring: What It Is &amp; How It Works | Datadog. Network Monitoring: What It Is &amp; How It Works. </a:t>
            </a:r>
            <a:r>
              <a:rPr lang="en-US" sz="1900">
                <a:hlinkClick r:id="rId3"/>
              </a:rPr>
              <a:t>https://www.datadoghq.com/knowledge-center/network-monitoring/</a:t>
            </a:r>
            <a:r>
              <a:rPr lang="en-US" sz="1900"/>
              <a:t> </a:t>
            </a:r>
          </a:p>
          <a:p>
            <a:r>
              <a:rPr lang="en-US" sz="1900"/>
              <a:t>Data Modeling Best Practices to Unlock the Value of your Time-series Data | AWS Database Blog. (2023, September 14). Aws.amazon.com. </a:t>
            </a:r>
            <a:r>
              <a:rPr lang="en-US" sz="1900">
                <a:hlinkClick r:id="rId4"/>
              </a:rPr>
              <a:t>https://aws.amazon.com/blogs/database/data-modeling-best-practices-to-unlock-the-value-of-your-time-series-data/</a:t>
            </a:r>
            <a:r>
              <a:rPr lang="en-US" sz="1900"/>
              <a:t> </a:t>
            </a:r>
          </a:p>
          <a:p>
            <a:r>
              <a:rPr lang="en-US" sz="1900"/>
              <a:t>Compare Amazon Timestream for LiveAnalytics vs SQL Server. (2017). Influxdata.com. </a:t>
            </a:r>
            <a:r>
              <a:rPr lang="en-US" sz="1900">
                <a:hlinkClick r:id="rId5"/>
              </a:rPr>
              <a:t>https://www.influxdata.com/comparison/awstimestream-vs-sqlserver/</a:t>
            </a:r>
            <a:r>
              <a:rPr lang="en-US" sz="1900"/>
              <a:t> </a:t>
            </a:r>
          </a:p>
          <a:p>
            <a:endParaRPr lang="en-US" sz="1900"/>
          </a:p>
          <a:p>
            <a:endParaRPr lang="en-US" sz="1900"/>
          </a:p>
        </p:txBody>
      </p:sp>
    </p:spTree>
    <p:extLst>
      <p:ext uri="{BB962C8B-B14F-4D97-AF65-F5344CB8AC3E}">
        <p14:creationId xmlns:p14="http://schemas.microsoft.com/office/powerpoint/2010/main" val="2315528029"/>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1700</TotalTime>
  <Words>3862</Words>
  <Application>Microsoft Office PowerPoint</Application>
  <PresentationFormat>Widescreen</PresentationFormat>
  <Paragraphs>298</Paragraphs>
  <Slides>34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Consolas</vt:lpstr>
      <vt:lpstr>Roboto</vt:lpstr>
      <vt:lpstr>Office Theme</vt:lpstr>
      <vt:lpstr>Assessing Time Series Databases in DevOps with OptimaTech</vt:lpstr>
      <vt:lpstr>Agenda</vt:lpstr>
      <vt:lpstr>Current System Analysis</vt:lpstr>
      <vt:lpstr>OptimaTech – The Only Optimal Tech Decision</vt:lpstr>
      <vt:lpstr>OptimaTech – Issues With Data Volume</vt:lpstr>
      <vt:lpstr>OptimaTech – Issues with Real-Time Analysis</vt:lpstr>
      <vt:lpstr>OptimaTech – Issues with Decision Making</vt:lpstr>
      <vt:lpstr>Amazon Timestream Overview</vt:lpstr>
      <vt:lpstr>Time Series Databases</vt:lpstr>
      <vt:lpstr>Amazon Timestream - Overview</vt:lpstr>
      <vt:lpstr>Amazon Timestream - Architecture</vt:lpstr>
      <vt:lpstr>Timestream vs Traditional DBs</vt:lpstr>
      <vt:lpstr>Critical Analysis of Timestream in DevOps</vt:lpstr>
      <vt:lpstr>DevOps Monitoring – Just in Time</vt:lpstr>
      <vt:lpstr>Timestream and DevOps – Data Volume and Scaling</vt:lpstr>
      <vt:lpstr>Timestream and DevOps - Performance </vt:lpstr>
      <vt:lpstr>Timestream and DevOps – Cost Effectiveness </vt:lpstr>
      <vt:lpstr>Timestream and DevOps - Limitations</vt:lpstr>
      <vt:lpstr>Timestream Implementation</vt:lpstr>
      <vt:lpstr>Integrating with OptimaTech</vt:lpstr>
      <vt:lpstr>Integrating with OptimaTech</vt:lpstr>
      <vt:lpstr>Integrating with OptimaTech</vt:lpstr>
      <vt:lpstr>Creating the Timestream DB</vt:lpstr>
      <vt:lpstr>Local Timestream Access</vt:lpstr>
      <vt:lpstr>Creating the Timestream DB</vt:lpstr>
      <vt:lpstr>Creating the Table</vt:lpstr>
      <vt:lpstr>Sample Data for Test Queries</vt:lpstr>
      <vt:lpstr>DevOps Queries</vt:lpstr>
      <vt:lpstr>Querying with AWS CLI</vt:lpstr>
      <vt:lpstr>Query by Application_Name</vt:lpstr>
      <vt:lpstr>Query by Time</vt:lpstr>
      <vt:lpstr>Bibliography</vt:lpstr>
      <vt:lpstr>Bibliography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Moe, Jeffrey T [EMR/MSOL/SHAK]</dc:creator>
  <cp:lastModifiedBy>Jeffrey Moe</cp:lastModifiedBy>
  <cp:revision>1</cp:revision>
  <dcterms:created xsi:type="dcterms:W3CDTF">2025-06-09T17:10:43Z</dcterms:created>
  <dcterms:modified xsi:type="dcterms:W3CDTF">2025-06-13T23:27:20Z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8901aa-f724-46bf-bb4f-aef09392934b_Enabled">
    <vt:lpwstr>true</vt:lpwstr>
  </property>
  <property fmtid="{D5CDD505-2E9C-101B-9397-08002B2CF9AE}" pid="3" name="MSIP_Label_d38901aa-f724-46bf-bb4f-aef09392934b_SetDate">
    <vt:lpwstr>2025-06-09T17:18:31Z</vt:lpwstr>
  </property>
  <property fmtid="{D5CDD505-2E9C-101B-9397-08002B2CF9AE}" pid="4" name="MSIP_Label_d38901aa-f724-46bf-bb4f-aef09392934b_Method">
    <vt:lpwstr>Standard</vt:lpwstr>
  </property>
  <property fmtid="{D5CDD505-2E9C-101B-9397-08002B2CF9AE}" pid="5" name="MSIP_Label_d38901aa-f724-46bf-bb4f-aef09392934b_Name">
    <vt:lpwstr>Internal - No Label</vt:lpwstr>
  </property>
  <property fmtid="{D5CDD505-2E9C-101B-9397-08002B2CF9AE}" pid="6" name="MSIP_Label_d38901aa-f724-46bf-bb4f-aef09392934b_SiteId">
    <vt:lpwstr>eb06985d-06ca-4a17-81da-629ab99f6505</vt:lpwstr>
  </property>
  <property fmtid="{D5CDD505-2E9C-101B-9397-08002B2CF9AE}" pid="7" name="MSIP_Label_d38901aa-f724-46bf-bb4f-aef09392934b_ActionId">
    <vt:lpwstr>7bfa6f4f-c785-4959-8c66-0fe52c1892f1</vt:lpwstr>
  </property>
  <property fmtid="{D5CDD505-2E9C-101B-9397-08002B2CF9AE}" pid="8" name="MSIP_Label_d38901aa-f724-46bf-bb4f-aef09392934b_ContentBits">
    <vt:lpwstr>0</vt:lpwstr>
  </property>
  <property fmtid="{D5CDD505-2E9C-101B-9397-08002B2CF9AE}" pid="9" name="MSIP_Label_d38901aa-f724-46bf-bb4f-aef09392934b_Tag">
    <vt:lpwstr>10, 3, 0, 1</vt:lpwstr>
  </property>
</Properties>
</file>