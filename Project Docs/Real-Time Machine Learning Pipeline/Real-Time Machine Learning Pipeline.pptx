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5" r:id="rId9"/>
    <p:sldId id="262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DAD041-BE40-4F21-BBB3-DB18521901BC}" v="52" dt="2026-03-01T02:11:51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4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Moe" userId="495852c6-9817-4bbb-9162-b2e8ad79383d" providerId="ADAL" clId="{45C24337-BC83-426E-8555-560DB5D20005}"/>
    <pc:docChg chg="undo redo custSel addSld delSld modSld">
      <pc:chgData name="Jeffrey Moe" userId="495852c6-9817-4bbb-9162-b2e8ad79383d" providerId="ADAL" clId="{45C24337-BC83-426E-8555-560DB5D20005}" dt="2026-03-01T02:11:51.956" v="6907" actId="20577"/>
      <pc:docMkLst>
        <pc:docMk/>
      </pc:docMkLst>
      <pc:sldChg chg="modSp">
        <pc:chgData name="Jeffrey Moe" userId="495852c6-9817-4bbb-9162-b2e8ad79383d" providerId="ADAL" clId="{45C24337-BC83-426E-8555-560DB5D20005}" dt="2026-02-28T20:34:01.928" v="3766"/>
        <pc:sldMkLst>
          <pc:docMk/>
          <pc:sldMk cId="2894732852" sldId="257"/>
        </pc:sldMkLst>
        <pc:graphicFrameChg chg="mod">
          <ac:chgData name="Jeffrey Moe" userId="495852c6-9817-4bbb-9162-b2e8ad79383d" providerId="ADAL" clId="{45C24337-BC83-426E-8555-560DB5D20005}" dt="2026-02-28T20:34:01.928" v="3766"/>
          <ac:graphicFrameMkLst>
            <pc:docMk/>
            <pc:sldMk cId="2894732852" sldId="257"/>
            <ac:graphicFrameMk id="5" creationId="{B2AD2D0C-ADB0-14D7-284D-4F87BA703D35}"/>
          </ac:graphicFrameMkLst>
        </pc:graphicFrameChg>
      </pc:sldChg>
      <pc:sldChg chg="modNotesTx">
        <pc:chgData name="Jeffrey Moe" userId="495852c6-9817-4bbb-9162-b2e8ad79383d" providerId="ADAL" clId="{45C24337-BC83-426E-8555-560DB5D20005}" dt="2026-02-28T21:08:15.737" v="5921" actId="20577"/>
        <pc:sldMkLst>
          <pc:docMk/>
          <pc:sldMk cId="914132696" sldId="259"/>
        </pc:sldMkLst>
      </pc:sldChg>
      <pc:sldChg chg="modSp mod modNotesTx">
        <pc:chgData name="Jeffrey Moe" userId="495852c6-9817-4bbb-9162-b2e8ad79383d" providerId="ADAL" clId="{45C24337-BC83-426E-8555-560DB5D20005}" dt="2026-03-01T01:22:31.423" v="6788"/>
        <pc:sldMkLst>
          <pc:docMk/>
          <pc:sldMk cId="4197596730" sldId="260"/>
        </pc:sldMkLst>
        <pc:graphicFrameChg chg="mod modGraphic">
          <ac:chgData name="Jeffrey Moe" userId="495852c6-9817-4bbb-9162-b2e8ad79383d" providerId="ADAL" clId="{45C24337-BC83-426E-8555-560DB5D20005}" dt="2026-03-01T01:22:31.423" v="6788"/>
          <ac:graphicFrameMkLst>
            <pc:docMk/>
            <pc:sldMk cId="4197596730" sldId="260"/>
            <ac:graphicFrameMk id="5" creationId="{3603486F-1E20-14DB-27A6-365425AEF59E}"/>
          </ac:graphicFrameMkLst>
        </pc:graphicFrameChg>
      </pc:sldChg>
      <pc:sldChg chg="addSp modSp mod modNotesTx">
        <pc:chgData name="Jeffrey Moe" userId="495852c6-9817-4bbb-9162-b2e8ad79383d" providerId="ADAL" clId="{45C24337-BC83-426E-8555-560DB5D20005}" dt="2026-02-28T21:09:19.225" v="6240" actId="20577"/>
        <pc:sldMkLst>
          <pc:docMk/>
          <pc:sldMk cId="575289113" sldId="262"/>
        </pc:sldMkLst>
        <pc:spChg chg="mod">
          <ac:chgData name="Jeffrey Moe" userId="495852c6-9817-4bbb-9162-b2e8ad79383d" providerId="ADAL" clId="{45C24337-BC83-426E-8555-560DB5D20005}" dt="2026-02-28T19:30:32.859" v="327" actId="20577"/>
          <ac:spMkLst>
            <pc:docMk/>
            <pc:sldMk cId="575289113" sldId="262"/>
            <ac:spMk id="2" creationId="{22BBB0F3-9207-A8A6-7A90-653F63395D0B}"/>
          </ac:spMkLst>
        </pc:spChg>
        <pc:spChg chg="mod">
          <ac:chgData name="Jeffrey Moe" userId="495852c6-9817-4bbb-9162-b2e8ad79383d" providerId="ADAL" clId="{45C24337-BC83-426E-8555-560DB5D20005}" dt="2026-02-28T19:39:46.921" v="1374" actId="207"/>
          <ac:spMkLst>
            <pc:docMk/>
            <pc:sldMk cId="575289113" sldId="262"/>
            <ac:spMk id="3" creationId="{B13D3BC1-6121-6916-5DF3-8F082D0A4E06}"/>
          </ac:spMkLst>
        </pc:spChg>
        <pc:spChg chg="add mod">
          <ac:chgData name="Jeffrey Moe" userId="495852c6-9817-4bbb-9162-b2e8ad79383d" providerId="ADAL" clId="{45C24337-BC83-426E-8555-560DB5D20005}" dt="2026-02-28T19:39:46.921" v="1374" actId="207"/>
          <ac:spMkLst>
            <pc:docMk/>
            <pc:sldMk cId="575289113" sldId="262"/>
            <ac:spMk id="6" creationId="{A4AC46C2-113C-4650-3C12-A7BF54B2D072}"/>
          </ac:spMkLst>
        </pc:spChg>
        <pc:picChg chg="add mod">
          <ac:chgData name="Jeffrey Moe" userId="495852c6-9817-4bbb-9162-b2e8ad79383d" providerId="ADAL" clId="{45C24337-BC83-426E-8555-560DB5D20005}" dt="2026-02-28T19:34:38.309" v="569" actId="1076"/>
          <ac:picMkLst>
            <pc:docMk/>
            <pc:sldMk cId="575289113" sldId="262"/>
            <ac:picMk id="5" creationId="{9157EE11-D162-23E2-95A9-D99F2A0A73C3}"/>
          </ac:picMkLst>
        </pc:picChg>
      </pc:sldChg>
      <pc:sldChg chg="addSp modSp new mod setBg modNotesTx">
        <pc:chgData name="Jeffrey Moe" userId="495852c6-9817-4bbb-9162-b2e8ad79383d" providerId="ADAL" clId="{45C24337-BC83-426E-8555-560DB5D20005}" dt="2026-02-28T21:08:38.663" v="6048" actId="20577"/>
        <pc:sldMkLst>
          <pc:docMk/>
          <pc:sldMk cId="3848814636" sldId="263"/>
        </pc:sldMkLst>
        <pc:spChg chg="mod">
          <ac:chgData name="Jeffrey Moe" userId="495852c6-9817-4bbb-9162-b2e8ad79383d" providerId="ADAL" clId="{45C24337-BC83-426E-8555-560DB5D20005}" dt="2026-02-28T19:29:22.595" v="273" actId="26606"/>
          <ac:spMkLst>
            <pc:docMk/>
            <pc:sldMk cId="3848814636" sldId="263"/>
            <ac:spMk id="2" creationId="{78E875EF-44B3-36F9-B818-44CB203B650E}"/>
          </ac:spMkLst>
        </pc:spChg>
        <pc:spChg chg="add">
          <ac:chgData name="Jeffrey Moe" userId="495852c6-9817-4bbb-9162-b2e8ad79383d" providerId="ADAL" clId="{45C24337-BC83-426E-8555-560DB5D20005}" dt="2026-02-28T19:29:22.595" v="273" actId="26606"/>
          <ac:spMkLst>
            <pc:docMk/>
            <pc:sldMk cId="3848814636" sldId="263"/>
            <ac:spMk id="8" creationId="{2659FDB4-FCBE-4A89-B46D-43D4FA54464D}"/>
          </ac:spMkLst>
        </pc:spChg>
        <pc:graphicFrameChg chg="add mod modGraphic">
          <ac:chgData name="Jeffrey Moe" userId="495852c6-9817-4bbb-9162-b2e8ad79383d" providerId="ADAL" clId="{45C24337-BC83-426E-8555-560DB5D20005}" dt="2026-02-28T19:29:22.595" v="273" actId="26606"/>
          <ac:graphicFrameMkLst>
            <pc:docMk/>
            <pc:sldMk cId="3848814636" sldId="263"/>
            <ac:graphicFrameMk id="3" creationId="{A79A7A16-1AD4-478E-DCF0-42AEEB0383E8}"/>
          </ac:graphicFrameMkLst>
        </pc:graphicFrameChg>
        <pc:cxnChg chg="add mod">
          <ac:chgData name="Jeffrey Moe" userId="495852c6-9817-4bbb-9162-b2e8ad79383d" providerId="ADAL" clId="{45C24337-BC83-426E-8555-560DB5D20005}" dt="2026-02-28T19:29:42.876" v="275" actId="1582"/>
          <ac:cxnSpMkLst>
            <pc:docMk/>
            <pc:sldMk cId="3848814636" sldId="263"/>
            <ac:cxnSpMk id="5" creationId="{72A71DEA-BD4F-C79E-E079-B589871F6933}"/>
          </ac:cxnSpMkLst>
        </pc:cxnChg>
        <pc:cxnChg chg="add mod">
          <ac:chgData name="Jeffrey Moe" userId="495852c6-9817-4bbb-9162-b2e8ad79383d" providerId="ADAL" clId="{45C24337-BC83-426E-8555-560DB5D20005}" dt="2026-02-28T19:29:46.915" v="277" actId="1076"/>
          <ac:cxnSpMkLst>
            <pc:docMk/>
            <pc:sldMk cId="3848814636" sldId="263"/>
            <ac:cxnSpMk id="6" creationId="{3FC7102C-E9E5-6A8D-697D-253F7D6D5D51}"/>
          </ac:cxnSpMkLst>
        </pc:cxnChg>
        <pc:cxnChg chg="add mod">
          <ac:chgData name="Jeffrey Moe" userId="495852c6-9817-4bbb-9162-b2e8ad79383d" providerId="ADAL" clId="{45C24337-BC83-426E-8555-560DB5D20005}" dt="2026-02-28T19:29:54.739" v="279" actId="1076"/>
          <ac:cxnSpMkLst>
            <pc:docMk/>
            <pc:sldMk cId="3848814636" sldId="263"/>
            <ac:cxnSpMk id="7" creationId="{BD7411A9-4D66-1C0A-3376-6C3932DE6671}"/>
          </ac:cxnSpMkLst>
        </pc:cxnChg>
        <pc:cxnChg chg="add mod">
          <ac:chgData name="Jeffrey Moe" userId="495852c6-9817-4bbb-9162-b2e8ad79383d" providerId="ADAL" clId="{45C24337-BC83-426E-8555-560DB5D20005}" dt="2026-02-28T19:29:58.023" v="281" actId="1076"/>
          <ac:cxnSpMkLst>
            <pc:docMk/>
            <pc:sldMk cId="3848814636" sldId="263"/>
            <ac:cxnSpMk id="9" creationId="{22816415-416F-2C86-C5ED-D666AEADE64E}"/>
          </ac:cxnSpMkLst>
        </pc:cxnChg>
        <pc:cxnChg chg="add">
          <ac:chgData name="Jeffrey Moe" userId="495852c6-9817-4bbb-9162-b2e8ad79383d" providerId="ADAL" clId="{45C24337-BC83-426E-8555-560DB5D20005}" dt="2026-02-28T19:29:22.595" v="273" actId="26606"/>
          <ac:cxnSpMkLst>
            <pc:docMk/>
            <pc:sldMk cId="3848814636" sldId="263"/>
            <ac:cxnSpMk id="10" creationId="{C8F51B3F-8331-4E4A-AE96-D47B1006EEAD}"/>
          </ac:cxnSpMkLst>
        </pc:cxnChg>
      </pc:sldChg>
      <pc:sldChg chg="addSp modSp new mod modNotesTx">
        <pc:chgData name="Jeffrey Moe" userId="495852c6-9817-4bbb-9162-b2e8ad79383d" providerId="ADAL" clId="{45C24337-BC83-426E-8555-560DB5D20005}" dt="2026-02-28T21:09:46.920" v="6379" actId="20577"/>
        <pc:sldMkLst>
          <pc:docMk/>
          <pc:sldMk cId="2432253452" sldId="264"/>
        </pc:sldMkLst>
        <pc:spChg chg="mod">
          <ac:chgData name="Jeffrey Moe" userId="495852c6-9817-4bbb-9162-b2e8ad79383d" providerId="ADAL" clId="{45C24337-BC83-426E-8555-560DB5D20005}" dt="2026-02-28T19:56:34.248" v="1667" actId="20577"/>
          <ac:spMkLst>
            <pc:docMk/>
            <pc:sldMk cId="2432253452" sldId="264"/>
            <ac:spMk id="2" creationId="{CDACC263-4E29-B8D6-2316-15E9F27E4D00}"/>
          </ac:spMkLst>
        </pc:spChg>
        <pc:spChg chg="mod">
          <ac:chgData name="Jeffrey Moe" userId="495852c6-9817-4bbb-9162-b2e8ad79383d" providerId="ADAL" clId="{45C24337-BC83-426E-8555-560DB5D20005}" dt="2026-02-28T20:10:57.507" v="2774" actId="313"/>
          <ac:spMkLst>
            <pc:docMk/>
            <pc:sldMk cId="2432253452" sldId="264"/>
            <ac:spMk id="3" creationId="{E66B493D-EDF5-467A-9E80-463D2CD31865}"/>
          </ac:spMkLst>
        </pc:spChg>
        <pc:spChg chg="add mod">
          <ac:chgData name="Jeffrey Moe" userId="495852c6-9817-4bbb-9162-b2e8ad79383d" providerId="ADAL" clId="{45C24337-BC83-426E-8555-560DB5D20005}" dt="2026-02-28T20:10:48.633" v="2772" actId="207"/>
          <ac:spMkLst>
            <pc:docMk/>
            <pc:sldMk cId="2432253452" sldId="264"/>
            <ac:spMk id="6" creationId="{E0BAB13A-CE6D-74CF-9A2B-CE00DD6D92AF}"/>
          </ac:spMkLst>
        </pc:spChg>
        <pc:picChg chg="add mod">
          <ac:chgData name="Jeffrey Moe" userId="495852c6-9817-4bbb-9162-b2e8ad79383d" providerId="ADAL" clId="{45C24337-BC83-426E-8555-560DB5D20005}" dt="2026-02-28T20:10:39.903" v="2768" actId="1076"/>
          <ac:picMkLst>
            <pc:docMk/>
            <pc:sldMk cId="2432253452" sldId="264"/>
            <ac:picMk id="5" creationId="{581AAD7F-7351-A419-DEB8-911AF28060C6}"/>
          </ac:picMkLst>
        </pc:picChg>
      </pc:sldChg>
      <pc:sldChg chg="modSp new mod modNotesTx">
        <pc:chgData name="Jeffrey Moe" userId="495852c6-9817-4bbb-9162-b2e8ad79383d" providerId="ADAL" clId="{45C24337-BC83-426E-8555-560DB5D20005}" dt="2026-02-28T21:08:57.879" v="6138" actId="20577"/>
        <pc:sldMkLst>
          <pc:docMk/>
          <pc:sldMk cId="2374373260" sldId="265"/>
        </pc:sldMkLst>
        <pc:spChg chg="mod">
          <ac:chgData name="Jeffrey Moe" userId="495852c6-9817-4bbb-9162-b2e8ad79383d" providerId="ADAL" clId="{45C24337-BC83-426E-8555-560DB5D20005}" dt="2026-02-28T19:53:27.214" v="1414" actId="20577"/>
          <ac:spMkLst>
            <pc:docMk/>
            <pc:sldMk cId="2374373260" sldId="265"/>
            <ac:spMk id="2" creationId="{0C280F8F-DCA0-8104-09F2-D3E28282A25F}"/>
          </ac:spMkLst>
        </pc:spChg>
        <pc:spChg chg="mod">
          <ac:chgData name="Jeffrey Moe" userId="495852c6-9817-4bbb-9162-b2e8ad79383d" providerId="ADAL" clId="{45C24337-BC83-426E-8555-560DB5D20005}" dt="2026-02-28T19:56:19.771" v="1643" actId="20577"/>
          <ac:spMkLst>
            <pc:docMk/>
            <pc:sldMk cId="2374373260" sldId="265"/>
            <ac:spMk id="3" creationId="{2835B27F-797A-17DB-70AB-3DAF2425FD58}"/>
          </ac:spMkLst>
        </pc:spChg>
      </pc:sldChg>
      <pc:sldChg chg="new del">
        <pc:chgData name="Jeffrey Moe" userId="495852c6-9817-4bbb-9162-b2e8ad79383d" providerId="ADAL" clId="{45C24337-BC83-426E-8555-560DB5D20005}" dt="2026-02-28T19:40:10.476" v="1377" actId="47"/>
        <pc:sldMkLst>
          <pc:docMk/>
          <pc:sldMk cId="3398842677" sldId="265"/>
        </pc:sldMkLst>
      </pc:sldChg>
      <pc:sldChg chg="addSp modSp new mod modNotesTx">
        <pc:chgData name="Jeffrey Moe" userId="495852c6-9817-4bbb-9162-b2e8ad79383d" providerId="ADAL" clId="{45C24337-BC83-426E-8555-560DB5D20005}" dt="2026-02-28T21:10:19.575" v="6558" actId="20577"/>
        <pc:sldMkLst>
          <pc:docMk/>
          <pc:sldMk cId="3338689267" sldId="266"/>
        </pc:sldMkLst>
        <pc:spChg chg="mod">
          <ac:chgData name="Jeffrey Moe" userId="495852c6-9817-4bbb-9162-b2e8ad79383d" providerId="ADAL" clId="{45C24337-BC83-426E-8555-560DB5D20005}" dt="2026-02-28T20:11:17.971" v="2791" actId="20577"/>
          <ac:spMkLst>
            <pc:docMk/>
            <pc:sldMk cId="3338689267" sldId="266"/>
            <ac:spMk id="2" creationId="{1B0FEB67-BC08-7B7B-69ED-EF5CAAB11920}"/>
          </ac:spMkLst>
        </pc:spChg>
        <pc:spChg chg="mod">
          <ac:chgData name="Jeffrey Moe" userId="495852c6-9817-4bbb-9162-b2e8ad79383d" providerId="ADAL" clId="{45C24337-BC83-426E-8555-560DB5D20005}" dt="2026-02-28T20:30:31.197" v="3741" actId="207"/>
          <ac:spMkLst>
            <pc:docMk/>
            <pc:sldMk cId="3338689267" sldId="266"/>
            <ac:spMk id="3" creationId="{E6E422D3-D365-B373-16D0-16D85B058AC7}"/>
          </ac:spMkLst>
        </pc:spChg>
        <pc:spChg chg="add mod">
          <ac:chgData name="Jeffrey Moe" userId="495852c6-9817-4bbb-9162-b2e8ad79383d" providerId="ADAL" clId="{45C24337-BC83-426E-8555-560DB5D20005}" dt="2026-02-28T20:24:28.914" v="3402" actId="14100"/>
          <ac:spMkLst>
            <pc:docMk/>
            <pc:sldMk cId="3338689267" sldId="266"/>
            <ac:spMk id="6" creationId="{5650289A-6277-9C1D-2FE1-9DB96BA010AB}"/>
          </ac:spMkLst>
        </pc:spChg>
        <pc:spChg chg="add mod">
          <ac:chgData name="Jeffrey Moe" userId="495852c6-9817-4bbb-9162-b2e8ad79383d" providerId="ADAL" clId="{45C24337-BC83-426E-8555-560DB5D20005}" dt="2026-02-28T20:30:31.197" v="3741" actId="207"/>
          <ac:spMkLst>
            <pc:docMk/>
            <pc:sldMk cId="3338689267" sldId="266"/>
            <ac:spMk id="7" creationId="{976781A1-ACDF-ED9E-A3EE-AF2DBBA52709}"/>
          </ac:spMkLst>
        </pc:spChg>
        <pc:picChg chg="add mod">
          <ac:chgData name="Jeffrey Moe" userId="495852c6-9817-4bbb-9162-b2e8ad79383d" providerId="ADAL" clId="{45C24337-BC83-426E-8555-560DB5D20005}" dt="2026-02-28T20:24:08.243" v="3393" actId="1076"/>
          <ac:picMkLst>
            <pc:docMk/>
            <pc:sldMk cId="3338689267" sldId="266"/>
            <ac:picMk id="5" creationId="{BDC2706A-90BE-44FD-893E-5F02D380A6DD}"/>
          </ac:picMkLst>
        </pc:picChg>
      </pc:sldChg>
      <pc:sldChg chg="addSp modSp new mod setBg">
        <pc:chgData name="Jeffrey Moe" userId="495852c6-9817-4bbb-9162-b2e8ad79383d" providerId="ADAL" clId="{45C24337-BC83-426E-8555-560DB5D20005}" dt="2026-02-28T20:35:48.884" v="3769" actId="208"/>
        <pc:sldMkLst>
          <pc:docMk/>
          <pc:sldMk cId="3958922019" sldId="267"/>
        </pc:sldMkLst>
        <pc:spChg chg="mod">
          <ac:chgData name="Jeffrey Moe" userId="495852c6-9817-4bbb-9162-b2e8ad79383d" providerId="ADAL" clId="{45C24337-BC83-426E-8555-560DB5D20005}" dt="2026-02-28T20:31:14.728" v="3763" actId="26606"/>
          <ac:spMkLst>
            <pc:docMk/>
            <pc:sldMk cId="3958922019" sldId="267"/>
            <ac:spMk id="2" creationId="{14C57020-06FD-3C98-3578-0828ADA2E060}"/>
          </ac:spMkLst>
        </pc:spChg>
        <pc:spChg chg="mod">
          <ac:chgData name="Jeffrey Moe" userId="495852c6-9817-4bbb-9162-b2e8ad79383d" providerId="ADAL" clId="{45C24337-BC83-426E-8555-560DB5D20005}" dt="2026-02-28T20:31:14.728" v="3763" actId="26606"/>
          <ac:spMkLst>
            <pc:docMk/>
            <pc:sldMk cId="3958922019" sldId="267"/>
            <ac:spMk id="3" creationId="{909ECEB6-AF4B-7E30-BF81-5DC2114C3198}"/>
          </ac:spMkLst>
        </pc:spChg>
        <pc:spChg chg="add">
          <ac:chgData name="Jeffrey Moe" userId="495852c6-9817-4bbb-9162-b2e8ad79383d" providerId="ADAL" clId="{45C24337-BC83-426E-8555-560DB5D20005}" dt="2026-02-28T20:31:14.728" v="3763" actId="26606"/>
          <ac:spMkLst>
            <pc:docMk/>
            <pc:sldMk cId="3958922019" sldId="267"/>
            <ac:spMk id="10" creationId="{A3363022-C969-41E9-8EB2-E4C94908C1FA}"/>
          </ac:spMkLst>
        </pc:spChg>
        <pc:spChg chg="add">
          <ac:chgData name="Jeffrey Moe" userId="495852c6-9817-4bbb-9162-b2e8ad79383d" providerId="ADAL" clId="{45C24337-BC83-426E-8555-560DB5D20005}" dt="2026-02-28T20:31:14.728" v="3763" actId="26606"/>
          <ac:spMkLst>
            <pc:docMk/>
            <pc:sldMk cId="3958922019" sldId="267"/>
            <ac:spMk id="12" creationId="{8D1AD6B3-BE88-4CEB-BA17-790657CC4729}"/>
          </ac:spMkLst>
        </pc:spChg>
        <pc:grpChg chg="add">
          <ac:chgData name="Jeffrey Moe" userId="495852c6-9817-4bbb-9162-b2e8ad79383d" providerId="ADAL" clId="{45C24337-BC83-426E-8555-560DB5D20005}" dt="2026-02-28T20:31:14.728" v="3763" actId="26606"/>
          <ac:grpSpMkLst>
            <pc:docMk/>
            <pc:sldMk cId="3958922019" sldId="267"/>
            <ac:grpSpMk id="14" creationId="{89D1390B-7E13-4B4F-9CB2-391063412E54}"/>
          </ac:grpSpMkLst>
        </pc:grpChg>
        <pc:picChg chg="add mod">
          <ac:chgData name="Jeffrey Moe" userId="495852c6-9817-4bbb-9162-b2e8ad79383d" providerId="ADAL" clId="{45C24337-BC83-426E-8555-560DB5D20005}" dt="2026-02-28T20:35:48.884" v="3769" actId="208"/>
          <ac:picMkLst>
            <pc:docMk/>
            <pc:sldMk cId="3958922019" sldId="267"/>
            <ac:picMk id="7" creationId="{4D3818CC-1649-95B7-9BCE-52FC375F89C5}"/>
          </ac:picMkLst>
        </pc:picChg>
      </pc:sldChg>
      <pc:sldChg chg="addSp delSp modSp new mod setBg modNotesTx">
        <pc:chgData name="Jeffrey Moe" userId="495852c6-9817-4bbb-9162-b2e8ad79383d" providerId="ADAL" clId="{45C24337-BC83-426E-8555-560DB5D20005}" dt="2026-02-28T21:10:35.858" v="6627" actId="20577"/>
        <pc:sldMkLst>
          <pc:docMk/>
          <pc:sldMk cId="1396924344" sldId="268"/>
        </pc:sldMkLst>
        <pc:spChg chg="mod">
          <ac:chgData name="Jeffrey Moe" userId="495852c6-9817-4bbb-9162-b2e8ad79383d" providerId="ADAL" clId="{45C24337-BC83-426E-8555-560DB5D20005}" dt="2026-02-28T20:40:24.036" v="4308" actId="26606"/>
          <ac:spMkLst>
            <pc:docMk/>
            <pc:sldMk cId="1396924344" sldId="268"/>
            <ac:spMk id="2" creationId="{AE1A0E62-7DF7-45BA-D3EA-D378C30E23A9}"/>
          </ac:spMkLst>
        </pc:spChg>
        <pc:spChg chg="del mod">
          <ac:chgData name="Jeffrey Moe" userId="495852c6-9817-4bbb-9162-b2e8ad79383d" providerId="ADAL" clId="{45C24337-BC83-426E-8555-560DB5D20005}" dt="2026-02-28T20:40:24.036" v="4308" actId="26606"/>
          <ac:spMkLst>
            <pc:docMk/>
            <pc:sldMk cId="1396924344" sldId="268"/>
            <ac:spMk id="3" creationId="{799C6403-3587-9063-C98E-4A8ECCB35DF4}"/>
          </ac:spMkLst>
        </pc:spChg>
        <pc:spChg chg="add">
          <ac:chgData name="Jeffrey Moe" userId="495852c6-9817-4bbb-9162-b2e8ad79383d" providerId="ADAL" clId="{45C24337-BC83-426E-8555-560DB5D20005}" dt="2026-02-28T20:40:24.036" v="4308" actId="26606"/>
          <ac:spMkLst>
            <pc:docMk/>
            <pc:sldMk cId="1396924344" sldId="268"/>
            <ac:spMk id="9" creationId="{0C541B88-1AE9-40C3-AFD5-967787C1979F}"/>
          </ac:spMkLst>
        </pc:spChg>
        <pc:spChg chg="add">
          <ac:chgData name="Jeffrey Moe" userId="495852c6-9817-4bbb-9162-b2e8ad79383d" providerId="ADAL" clId="{45C24337-BC83-426E-8555-560DB5D20005}" dt="2026-02-28T20:40:24.036" v="4308" actId="26606"/>
          <ac:spMkLst>
            <pc:docMk/>
            <pc:sldMk cId="1396924344" sldId="268"/>
            <ac:spMk id="11" creationId="{E5F17139-31EE-46AC-B04F-DBBD852DD6CB}"/>
          </ac:spMkLst>
        </pc:spChg>
        <pc:spChg chg="add">
          <ac:chgData name="Jeffrey Moe" userId="495852c6-9817-4bbb-9162-b2e8ad79383d" providerId="ADAL" clId="{45C24337-BC83-426E-8555-560DB5D20005}" dt="2026-02-28T20:40:24.036" v="4308" actId="26606"/>
          <ac:spMkLst>
            <pc:docMk/>
            <pc:sldMk cId="1396924344" sldId="268"/>
            <ac:spMk id="17" creationId="{89D16701-DA76-4F72-BB63-E2C3FFBDFE0F}"/>
          </ac:spMkLst>
        </pc:spChg>
        <pc:spChg chg="add">
          <ac:chgData name="Jeffrey Moe" userId="495852c6-9817-4bbb-9162-b2e8ad79383d" providerId="ADAL" clId="{45C24337-BC83-426E-8555-560DB5D20005}" dt="2026-02-28T20:40:24.036" v="4308" actId="26606"/>
          <ac:spMkLst>
            <pc:docMk/>
            <pc:sldMk cId="1396924344" sldId="268"/>
            <ac:spMk id="19" creationId="{1CC28BE1-9DC6-43FE-9582-39F091098D77}"/>
          </ac:spMkLst>
        </pc:spChg>
        <pc:grpChg chg="add">
          <ac:chgData name="Jeffrey Moe" userId="495852c6-9817-4bbb-9162-b2e8ad79383d" providerId="ADAL" clId="{45C24337-BC83-426E-8555-560DB5D20005}" dt="2026-02-28T20:40:24.036" v="4308" actId="26606"/>
          <ac:grpSpMkLst>
            <pc:docMk/>
            <pc:sldMk cId="1396924344" sldId="268"/>
            <ac:grpSpMk id="13" creationId="{7CF625D3-71A3-4F30-A096-8EF334E959D0}"/>
          </ac:grpSpMkLst>
        </pc:grpChg>
        <pc:grpChg chg="add">
          <ac:chgData name="Jeffrey Moe" userId="495852c6-9817-4bbb-9162-b2e8ad79383d" providerId="ADAL" clId="{45C24337-BC83-426E-8555-560DB5D20005}" dt="2026-02-28T20:40:24.036" v="4308" actId="26606"/>
          <ac:grpSpMkLst>
            <pc:docMk/>
            <pc:sldMk cId="1396924344" sldId="268"/>
            <ac:grpSpMk id="21" creationId="{AF9AF3F3-CE0C-4125-BDD7-346487FA0B40}"/>
          </ac:grpSpMkLst>
        </pc:grpChg>
        <pc:graphicFrameChg chg="add mod modGraphic">
          <ac:chgData name="Jeffrey Moe" userId="495852c6-9817-4bbb-9162-b2e8ad79383d" providerId="ADAL" clId="{45C24337-BC83-426E-8555-560DB5D20005}" dt="2026-02-28T20:45:50.055" v="4523"/>
          <ac:graphicFrameMkLst>
            <pc:docMk/>
            <pc:sldMk cId="1396924344" sldId="268"/>
            <ac:graphicFrameMk id="5" creationId="{8894DFC3-A23D-1029-7830-9954FA0F35B3}"/>
          </ac:graphicFrameMkLst>
        </pc:graphicFrameChg>
      </pc:sldChg>
      <pc:sldChg chg="addSp delSp modSp new mod">
        <pc:chgData name="Jeffrey Moe" userId="495852c6-9817-4bbb-9162-b2e8ad79383d" providerId="ADAL" clId="{45C24337-BC83-426E-8555-560DB5D20005}" dt="2026-02-28T20:50:22.244" v="4632" actId="20577"/>
        <pc:sldMkLst>
          <pc:docMk/>
          <pc:sldMk cId="1868398552" sldId="269"/>
        </pc:sldMkLst>
        <pc:spChg chg="mod">
          <ac:chgData name="Jeffrey Moe" userId="495852c6-9817-4bbb-9162-b2e8ad79383d" providerId="ADAL" clId="{45C24337-BC83-426E-8555-560DB5D20005}" dt="2026-02-28T20:50:22.244" v="4632" actId="20577"/>
          <ac:spMkLst>
            <pc:docMk/>
            <pc:sldMk cId="1868398552" sldId="269"/>
            <ac:spMk id="2" creationId="{0A690909-A336-2F15-A154-5C9AE98D4755}"/>
          </ac:spMkLst>
        </pc:spChg>
        <pc:spChg chg="add del mod">
          <ac:chgData name="Jeffrey Moe" userId="495852c6-9817-4bbb-9162-b2e8ad79383d" providerId="ADAL" clId="{45C24337-BC83-426E-8555-560DB5D20005}" dt="2026-02-28T20:46:02.107" v="4524" actId="478"/>
          <ac:spMkLst>
            <pc:docMk/>
            <pc:sldMk cId="1868398552" sldId="269"/>
            <ac:spMk id="3" creationId="{500BCFE4-5830-FAA9-B724-64017A7DEB24}"/>
          </ac:spMkLst>
        </pc:spChg>
        <pc:spChg chg="add del mod">
          <ac:chgData name="Jeffrey Moe" userId="495852c6-9817-4bbb-9162-b2e8ad79383d" providerId="ADAL" clId="{45C24337-BC83-426E-8555-560DB5D20005}" dt="2026-02-28T20:44:18.708" v="4449" actId="478"/>
          <ac:spMkLst>
            <pc:docMk/>
            <pc:sldMk cId="1868398552" sldId="269"/>
            <ac:spMk id="5" creationId="{A80CAE16-0EB0-B639-5410-080ABDF61154}"/>
          </ac:spMkLst>
        </pc:spChg>
        <pc:picChg chg="add mod">
          <ac:chgData name="Jeffrey Moe" userId="495852c6-9817-4bbb-9162-b2e8ad79383d" providerId="ADAL" clId="{45C24337-BC83-426E-8555-560DB5D20005}" dt="2026-02-28T20:49:18.547" v="4527" actId="1076"/>
          <ac:picMkLst>
            <pc:docMk/>
            <pc:sldMk cId="1868398552" sldId="269"/>
            <ac:picMk id="7" creationId="{ABE3D9C7-3D15-7449-7311-175144B9C8A8}"/>
          </ac:picMkLst>
        </pc:picChg>
      </pc:sldChg>
      <pc:sldChg chg="addSp delSp modSp new mod">
        <pc:chgData name="Jeffrey Moe" userId="495852c6-9817-4bbb-9162-b2e8ad79383d" providerId="ADAL" clId="{45C24337-BC83-426E-8555-560DB5D20005}" dt="2026-02-28T20:50:09.571" v="4596" actId="20577"/>
        <pc:sldMkLst>
          <pc:docMk/>
          <pc:sldMk cId="3614120981" sldId="270"/>
        </pc:sldMkLst>
        <pc:spChg chg="mod">
          <ac:chgData name="Jeffrey Moe" userId="495852c6-9817-4bbb-9162-b2e8ad79383d" providerId="ADAL" clId="{45C24337-BC83-426E-8555-560DB5D20005}" dt="2026-02-28T20:50:09.571" v="4596" actId="20577"/>
          <ac:spMkLst>
            <pc:docMk/>
            <pc:sldMk cId="3614120981" sldId="270"/>
            <ac:spMk id="2" creationId="{E5D03B38-E455-4C5D-A313-B9B03FBD0B9E}"/>
          </ac:spMkLst>
        </pc:spChg>
        <pc:spChg chg="del">
          <ac:chgData name="Jeffrey Moe" userId="495852c6-9817-4bbb-9162-b2e8ad79383d" providerId="ADAL" clId="{45C24337-BC83-426E-8555-560DB5D20005}" dt="2026-02-28T20:49:30.737" v="4530" actId="478"/>
          <ac:spMkLst>
            <pc:docMk/>
            <pc:sldMk cId="3614120981" sldId="270"/>
            <ac:spMk id="3" creationId="{1F9BB83C-BC09-3082-5FE9-B760E1DDB41A}"/>
          </ac:spMkLst>
        </pc:spChg>
        <pc:picChg chg="add mod">
          <ac:chgData name="Jeffrey Moe" userId="495852c6-9817-4bbb-9162-b2e8ad79383d" providerId="ADAL" clId="{45C24337-BC83-426E-8555-560DB5D20005}" dt="2026-02-28T20:49:55.910" v="4532" actId="1076"/>
          <ac:picMkLst>
            <pc:docMk/>
            <pc:sldMk cId="3614120981" sldId="270"/>
            <ac:picMk id="5" creationId="{F9CC6219-38F3-FE9A-07B7-541A54A342D8}"/>
          </ac:picMkLst>
        </pc:picChg>
      </pc:sldChg>
      <pc:sldChg chg="addSp delSp modSp new mod">
        <pc:chgData name="Jeffrey Moe" userId="495852c6-9817-4bbb-9162-b2e8ad79383d" providerId="ADAL" clId="{45C24337-BC83-426E-8555-560DB5D20005}" dt="2026-02-28T20:52:16.024" v="4657" actId="1076"/>
        <pc:sldMkLst>
          <pc:docMk/>
          <pc:sldMk cId="1642693503" sldId="271"/>
        </pc:sldMkLst>
        <pc:spChg chg="mod">
          <ac:chgData name="Jeffrey Moe" userId="495852c6-9817-4bbb-9162-b2e8ad79383d" providerId="ADAL" clId="{45C24337-BC83-426E-8555-560DB5D20005}" dt="2026-02-28T20:50:38.450" v="4641" actId="20577"/>
          <ac:spMkLst>
            <pc:docMk/>
            <pc:sldMk cId="1642693503" sldId="271"/>
            <ac:spMk id="2" creationId="{687B877E-2940-FE94-AEB8-FE1074E90B69}"/>
          </ac:spMkLst>
        </pc:spChg>
        <pc:spChg chg="del">
          <ac:chgData name="Jeffrey Moe" userId="495852c6-9817-4bbb-9162-b2e8ad79383d" providerId="ADAL" clId="{45C24337-BC83-426E-8555-560DB5D20005}" dt="2026-02-28T20:50:41.855" v="4642" actId="478"/>
          <ac:spMkLst>
            <pc:docMk/>
            <pc:sldMk cId="1642693503" sldId="271"/>
            <ac:spMk id="3" creationId="{F5566BBC-2308-BD4B-D189-D06F8DE0CF46}"/>
          </ac:spMkLst>
        </pc:spChg>
        <pc:picChg chg="add mod">
          <ac:chgData name="Jeffrey Moe" userId="495852c6-9817-4bbb-9162-b2e8ad79383d" providerId="ADAL" clId="{45C24337-BC83-426E-8555-560DB5D20005}" dt="2026-02-28T20:52:05.672" v="4654" actId="1076"/>
          <ac:picMkLst>
            <pc:docMk/>
            <pc:sldMk cId="1642693503" sldId="271"/>
            <ac:picMk id="5" creationId="{93B3BA09-C12E-7EBB-CC3F-2782D80BE321}"/>
          </ac:picMkLst>
        </pc:picChg>
        <pc:picChg chg="add mod">
          <ac:chgData name="Jeffrey Moe" userId="495852c6-9817-4bbb-9162-b2e8ad79383d" providerId="ADAL" clId="{45C24337-BC83-426E-8555-560DB5D20005}" dt="2026-02-28T20:52:16.024" v="4657" actId="1076"/>
          <ac:picMkLst>
            <pc:docMk/>
            <pc:sldMk cId="1642693503" sldId="271"/>
            <ac:picMk id="7" creationId="{A77F8651-1607-0892-7CB9-3636927AC134}"/>
          </ac:picMkLst>
        </pc:picChg>
      </pc:sldChg>
      <pc:sldChg chg="addSp delSp modSp new mod">
        <pc:chgData name="Jeffrey Moe" userId="495852c6-9817-4bbb-9162-b2e8ad79383d" providerId="ADAL" clId="{45C24337-BC83-426E-8555-560DB5D20005}" dt="2026-02-28T20:52:57.043" v="4675" actId="1076"/>
        <pc:sldMkLst>
          <pc:docMk/>
          <pc:sldMk cId="2572395827" sldId="272"/>
        </pc:sldMkLst>
        <pc:spChg chg="mod">
          <ac:chgData name="Jeffrey Moe" userId="495852c6-9817-4bbb-9162-b2e8ad79383d" providerId="ADAL" clId="{45C24337-BC83-426E-8555-560DB5D20005}" dt="2026-02-28T20:52:29.725" v="4671" actId="20577"/>
          <ac:spMkLst>
            <pc:docMk/>
            <pc:sldMk cId="2572395827" sldId="272"/>
            <ac:spMk id="2" creationId="{5A8BCC7C-6F66-B050-296B-6EBAD215ED64}"/>
          </ac:spMkLst>
        </pc:spChg>
        <pc:spChg chg="del">
          <ac:chgData name="Jeffrey Moe" userId="495852c6-9817-4bbb-9162-b2e8ad79383d" providerId="ADAL" clId="{45C24337-BC83-426E-8555-560DB5D20005}" dt="2026-02-28T20:52:52.361" v="4672" actId="478"/>
          <ac:spMkLst>
            <pc:docMk/>
            <pc:sldMk cId="2572395827" sldId="272"/>
            <ac:spMk id="3" creationId="{DF58661F-DB91-F53E-9FDA-FC568D8A814E}"/>
          </ac:spMkLst>
        </pc:spChg>
        <pc:picChg chg="add mod">
          <ac:chgData name="Jeffrey Moe" userId="495852c6-9817-4bbb-9162-b2e8ad79383d" providerId="ADAL" clId="{45C24337-BC83-426E-8555-560DB5D20005}" dt="2026-02-28T20:52:57.043" v="4675" actId="1076"/>
          <ac:picMkLst>
            <pc:docMk/>
            <pc:sldMk cId="2572395827" sldId="272"/>
            <ac:picMk id="5" creationId="{93F21CE0-4A81-1544-9860-04A88693871D}"/>
          </ac:picMkLst>
        </pc:picChg>
      </pc:sldChg>
      <pc:sldChg chg="addSp delSp modSp new mod">
        <pc:chgData name="Jeffrey Moe" userId="495852c6-9817-4bbb-9162-b2e8ad79383d" providerId="ADAL" clId="{45C24337-BC83-426E-8555-560DB5D20005}" dt="2026-02-28T20:54:27.179" v="4691" actId="1076"/>
        <pc:sldMkLst>
          <pc:docMk/>
          <pc:sldMk cId="1169946808" sldId="273"/>
        </pc:sldMkLst>
        <pc:spChg chg="mod">
          <ac:chgData name="Jeffrey Moe" userId="495852c6-9817-4bbb-9162-b2e8ad79383d" providerId="ADAL" clId="{45C24337-BC83-426E-8555-560DB5D20005}" dt="2026-02-28T20:53:08.074" v="4685" actId="20577"/>
          <ac:spMkLst>
            <pc:docMk/>
            <pc:sldMk cId="1169946808" sldId="273"/>
            <ac:spMk id="2" creationId="{C635D8DD-AED5-11AF-A4ED-BA0478B51DB0}"/>
          </ac:spMkLst>
        </pc:spChg>
        <pc:spChg chg="del">
          <ac:chgData name="Jeffrey Moe" userId="495852c6-9817-4bbb-9162-b2e8ad79383d" providerId="ADAL" clId="{45C24337-BC83-426E-8555-560DB5D20005}" dt="2026-02-28T20:53:28.245" v="4686" actId="478"/>
          <ac:spMkLst>
            <pc:docMk/>
            <pc:sldMk cId="1169946808" sldId="273"/>
            <ac:spMk id="3" creationId="{243B24D0-BCDD-AF2F-524D-8602DC74BE7C}"/>
          </ac:spMkLst>
        </pc:spChg>
        <pc:picChg chg="add mod">
          <ac:chgData name="Jeffrey Moe" userId="495852c6-9817-4bbb-9162-b2e8ad79383d" providerId="ADAL" clId="{45C24337-BC83-426E-8555-560DB5D20005}" dt="2026-02-28T20:54:01.117" v="4689" actId="1076"/>
          <ac:picMkLst>
            <pc:docMk/>
            <pc:sldMk cId="1169946808" sldId="273"/>
            <ac:picMk id="5" creationId="{15A9270A-0854-B0D1-82DC-62549692C11D}"/>
          </ac:picMkLst>
        </pc:picChg>
        <pc:picChg chg="add mod">
          <ac:chgData name="Jeffrey Moe" userId="495852c6-9817-4bbb-9162-b2e8ad79383d" providerId="ADAL" clId="{45C24337-BC83-426E-8555-560DB5D20005}" dt="2026-02-28T20:54:27.179" v="4691" actId="1076"/>
          <ac:picMkLst>
            <pc:docMk/>
            <pc:sldMk cId="1169946808" sldId="273"/>
            <ac:picMk id="7" creationId="{4D91E3B3-DB6B-DEF2-736D-63B7C1C00CE1}"/>
          </ac:picMkLst>
        </pc:picChg>
      </pc:sldChg>
      <pc:sldChg chg="addSp delSp modSp new mod setBg">
        <pc:chgData name="Jeffrey Moe" userId="495852c6-9817-4bbb-9162-b2e8ad79383d" providerId="ADAL" clId="{45C24337-BC83-426E-8555-560DB5D20005}" dt="2026-02-28T20:58:34.375" v="4749" actId="478"/>
        <pc:sldMkLst>
          <pc:docMk/>
          <pc:sldMk cId="3955513473" sldId="274"/>
        </pc:sldMkLst>
        <pc:spChg chg="mod">
          <ac:chgData name="Jeffrey Moe" userId="495852c6-9817-4bbb-9162-b2e8ad79383d" providerId="ADAL" clId="{45C24337-BC83-426E-8555-560DB5D20005}" dt="2026-02-28T20:54:49.134" v="4701" actId="26606"/>
          <ac:spMkLst>
            <pc:docMk/>
            <pc:sldMk cId="3955513473" sldId="274"/>
            <ac:spMk id="2" creationId="{F7688F3E-B303-DCFC-D609-B57A7D895546}"/>
          </ac:spMkLst>
        </pc:spChg>
        <pc:spChg chg="mod">
          <ac:chgData name="Jeffrey Moe" userId="495852c6-9817-4bbb-9162-b2e8ad79383d" providerId="ADAL" clId="{45C24337-BC83-426E-8555-560DB5D20005}" dt="2026-02-28T20:54:49.134" v="4701" actId="26606"/>
          <ac:spMkLst>
            <pc:docMk/>
            <pc:sldMk cId="3955513473" sldId="274"/>
            <ac:spMk id="3" creationId="{E94815BA-9FED-C965-FEFA-14267F47511D}"/>
          </ac:spMkLst>
        </pc:spChg>
        <pc:spChg chg="add del mod">
          <ac:chgData name="Jeffrey Moe" userId="495852c6-9817-4bbb-9162-b2e8ad79383d" providerId="ADAL" clId="{45C24337-BC83-426E-8555-560DB5D20005}" dt="2026-02-28T20:58:34.375" v="4749" actId="478"/>
          <ac:spMkLst>
            <pc:docMk/>
            <pc:sldMk cId="3955513473" sldId="274"/>
            <ac:spMk id="4" creationId="{CB594CE3-1475-540E-6C54-BCCBB215DE9F}"/>
          </ac:spMkLst>
        </pc:spChg>
        <pc:spChg chg="add">
          <ac:chgData name="Jeffrey Moe" userId="495852c6-9817-4bbb-9162-b2e8ad79383d" providerId="ADAL" clId="{45C24337-BC83-426E-8555-560DB5D20005}" dt="2026-02-28T20:54:49.134" v="4701" actId="26606"/>
          <ac:spMkLst>
            <pc:docMk/>
            <pc:sldMk cId="3955513473" sldId="274"/>
            <ac:spMk id="10" creationId="{A3363022-C969-41E9-8EB2-E4C94908C1FA}"/>
          </ac:spMkLst>
        </pc:spChg>
        <pc:spChg chg="add">
          <ac:chgData name="Jeffrey Moe" userId="495852c6-9817-4bbb-9162-b2e8ad79383d" providerId="ADAL" clId="{45C24337-BC83-426E-8555-560DB5D20005}" dt="2026-02-28T20:54:49.134" v="4701" actId="26606"/>
          <ac:spMkLst>
            <pc:docMk/>
            <pc:sldMk cId="3955513473" sldId="274"/>
            <ac:spMk id="12" creationId="{8D1AD6B3-BE88-4CEB-BA17-790657CC4729}"/>
          </ac:spMkLst>
        </pc:spChg>
        <pc:grpChg chg="add">
          <ac:chgData name="Jeffrey Moe" userId="495852c6-9817-4bbb-9162-b2e8ad79383d" providerId="ADAL" clId="{45C24337-BC83-426E-8555-560DB5D20005}" dt="2026-02-28T20:54:49.134" v="4701" actId="26606"/>
          <ac:grpSpMkLst>
            <pc:docMk/>
            <pc:sldMk cId="3955513473" sldId="274"/>
            <ac:grpSpMk id="14" creationId="{89D1390B-7E13-4B4F-9CB2-391063412E54}"/>
          </ac:grpSpMkLst>
        </pc:grpChg>
        <pc:picChg chg="add del mod">
          <ac:chgData name="Jeffrey Moe" userId="495852c6-9817-4bbb-9162-b2e8ad79383d" providerId="ADAL" clId="{45C24337-BC83-426E-8555-560DB5D20005}" dt="2026-02-28T20:58:29.182" v="4748" actId="208"/>
          <ac:picMkLst>
            <pc:docMk/>
            <pc:sldMk cId="3955513473" sldId="274"/>
            <ac:picMk id="7" creationId="{02C07A50-3EC6-CD3C-1081-D31DFF84B8A5}"/>
          </ac:picMkLst>
        </pc:picChg>
      </pc:sldChg>
      <pc:sldChg chg="addSp delSp modSp new mod setBg modNotesTx">
        <pc:chgData name="Jeffrey Moe" userId="495852c6-9817-4bbb-9162-b2e8ad79383d" providerId="ADAL" clId="{45C24337-BC83-426E-8555-560DB5D20005}" dt="2026-02-28T21:11:01.626" v="6690" actId="20577"/>
        <pc:sldMkLst>
          <pc:docMk/>
          <pc:sldMk cId="4270609673" sldId="275"/>
        </pc:sldMkLst>
        <pc:spChg chg="mod">
          <ac:chgData name="Jeffrey Moe" userId="495852c6-9817-4bbb-9162-b2e8ad79383d" providerId="ADAL" clId="{45C24337-BC83-426E-8555-560DB5D20005}" dt="2026-02-28T21:02:21.999" v="5241" actId="26606"/>
          <ac:spMkLst>
            <pc:docMk/>
            <pc:sldMk cId="4270609673" sldId="275"/>
            <ac:spMk id="2" creationId="{494284B3-62EB-4B48-29FA-1CA93E48F6F5}"/>
          </ac:spMkLst>
        </pc:spChg>
        <pc:spChg chg="del mod">
          <ac:chgData name="Jeffrey Moe" userId="495852c6-9817-4bbb-9162-b2e8ad79383d" providerId="ADAL" clId="{45C24337-BC83-426E-8555-560DB5D20005}" dt="2026-02-28T21:02:21.999" v="5241" actId="26606"/>
          <ac:spMkLst>
            <pc:docMk/>
            <pc:sldMk cId="4270609673" sldId="275"/>
            <ac:spMk id="3" creationId="{27FC23C7-11D5-393A-D7CF-FD73BD3C807E}"/>
          </ac:spMkLst>
        </pc:spChg>
        <pc:spChg chg="add">
          <ac:chgData name="Jeffrey Moe" userId="495852c6-9817-4bbb-9162-b2e8ad79383d" providerId="ADAL" clId="{45C24337-BC83-426E-8555-560DB5D20005}" dt="2026-02-28T21:02:21.999" v="5241" actId="26606"/>
          <ac:spMkLst>
            <pc:docMk/>
            <pc:sldMk cId="4270609673" sldId="275"/>
            <ac:spMk id="9" creationId="{0C541B88-1AE9-40C3-AFD5-967787C1979F}"/>
          </ac:spMkLst>
        </pc:spChg>
        <pc:spChg chg="add">
          <ac:chgData name="Jeffrey Moe" userId="495852c6-9817-4bbb-9162-b2e8ad79383d" providerId="ADAL" clId="{45C24337-BC83-426E-8555-560DB5D20005}" dt="2026-02-28T21:02:21.999" v="5241" actId="26606"/>
          <ac:spMkLst>
            <pc:docMk/>
            <pc:sldMk cId="4270609673" sldId="275"/>
            <ac:spMk id="11" creationId="{E5F17139-31EE-46AC-B04F-DBBD852DD6CB}"/>
          </ac:spMkLst>
        </pc:spChg>
        <pc:spChg chg="add">
          <ac:chgData name="Jeffrey Moe" userId="495852c6-9817-4bbb-9162-b2e8ad79383d" providerId="ADAL" clId="{45C24337-BC83-426E-8555-560DB5D20005}" dt="2026-02-28T21:02:21.999" v="5241" actId="26606"/>
          <ac:spMkLst>
            <pc:docMk/>
            <pc:sldMk cId="4270609673" sldId="275"/>
            <ac:spMk id="17" creationId="{89D16701-DA76-4F72-BB63-E2C3FFBDFE0F}"/>
          </ac:spMkLst>
        </pc:spChg>
        <pc:spChg chg="add">
          <ac:chgData name="Jeffrey Moe" userId="495852c6-9817-4bbb-9162-b2e8ad79383d" providerId="ADAL" clId="{45C24337-BC83-426E-8555-560DB5D20005}" dt="2026-02-28T21:02:21.999" v="5241" actId="26606"/>
          <ac:spMkLst>
            <pc:docMk/>
            <pc:sldMk cId="4270609673" sldId="275"/>
            <ac:spMk id="19" creationId="{1CC28BE1-9DC6-43FE-9582-39F091098D77}"/>
          </ac:spMkLst>
        </pc:spChg>
        <pc:grpChg chg="add">
          <ac:chgData name="Jeffrey Moe" userId="495852c6-9817-4bbb-9162-b2e8ad79383d" providerId="ADAL" clId="{45C24337-BC83-426E-8555-560DB5D20005}" dt="2026-02-28T21:02:21.999" v="5241" actId="26606"/>
          <ac:grpSpMkLst>
            <pc:docMk/>
            <pc:sldMk cId="4270609673" sldId="275"/>
            <ac:grpSpMk id="13" creationId="{7CF625D3-71A3-4F30-A096-8EF334E959D0}"/>
          </ac:grpSpMkLst>
        </pc:grpChg>
        <pc:grpChg chg="add">
          <ac:chgData name="Jeffrey Moe" userId="495852c6-9817-4bbb-9162-b2e8ad79383d" providerId="ADAL" clId="{45C24337-BC83-426E-8555-560DB5D20005}" dt="2026-02-28T21:02:21.999" v="5241" actId="26606"/>
          <ac:grpSpMkLst>
            <pc:docMk/>
            <pc:sldMk cId="4270609673" sldId="275"/>
            <ac:grpSpMk id="21" creationId="{AF9AF3F3-CE0C-4125-BDD7-346487FA0B40}"/>
          </ac:grpSpMkLst>
        </pc:grpChg>
        <pc:graphicFrameChg chg="add">
          <ac:chgData name="Jeffrey Moe" userId="495852c6-9817-4bbb-9162-b2e8ad79383d" providerId="ADAL" clId="{45C24337-BC83-426E-8555-560DB5D20005}" dt="2026-02-28T21:02:21.999" v="5241" actId="26606"/>
          <ac:graphicFrameMkLst>
            <pc:docMk/>
            <pc:sldMk cId="4270609673" sldId="275"/>
            <ac:graphicFrameMk id="5" creationId="{BD45969B-FA32-424F-2AA2-5451260348E1}"/>
          </ac:graphicFrameMkLst>
        </pc:graphicFrameChg>
      </pc:sldChg>
      <pc:sldChg chg="addSp delSp modSp new mod">
        <pc:chgData name="Jeffrey Moe" userId="495852c6-9817-4bbb-9162-b2e8ad79383d" providerId="ADAL" clId="{45C24337-BC83-426E-8555-560DB5D20005}" dt="2026-02-28T21:05:07.209" v="5366" actId="207"/>
        <pc:sldMkLst>
          <pc:docMk/>
          <pc:sldMk cId="2783410789" sldId="276"/>
        </pc:sldMkLst>
        <pc:spChg chg="mod">
          <ac:chgData name="Jeffrey Moe" userId="495852c6-9817-4bbb-9162-b2e8ad79383d" providerId="ADAL" clId="{45C24337-BC83-426E-8555-560DB5D20005}" dt="2026-02-28T21:02:46.368" v="5315" actId="20577"/>
          <ac:spMkLst>
            <pc:docMk/>
            <pc:sldMk cId="2783410789" sldId="276"/>
            <ac:spMk id="2" creationId="{D018023F-A626-A245-7533-5B7215800509}"/>
          </ac:spMkLst>
        </pc:spChg>
        <pc:spChg chg="del">
          <ac:chgData name="Jeffrey Moe" userId="495852c6-9817-4bbb-9162-b2e8ad79383d" providerId="ADAL" clId="{45C24337-BC83-426E-8555-560DB5D20005}" dt="2026-02-28T21:02:49.510" v="5316" actId="478"/>
          <ac:spMkLst>
            <pc:docMk/>
            <pc:sldMk cId="2783410789" sldId="276"/>
            <ac:spMk id="3" creationId="{6EE8FAEA-5CCF-D09B-48AA-B8E4D44D3015}"/>
          </ac:spMkLst>
        </pc:spChg>
        <pc:spChg chg="add mod">
          <ac:chgData name="Jeffrey Moe" userId="495852c6-9817-4bbb-9162-b2e8ad79383d" providerId="ADAL" clId="{45C24337-BC83-426E-8555-560DB5D20005}" dt="2026-02-28T21:05:04.584" v="5365" actId="207"/>
          <ac:spMkLst>
            <pc:docMk/>
            <pc:sldMk cId="2783410789" sldId="276"/>
            <ac:spMk id="6" creationId="{A0083C4D-3D5C-4615-1A72-B742D7A22E8B}"/>
          </ac:spMkLst>
        </pc:spChg>
        <pc:spChg chg="add mod">
          <ac:chgData name="Jeffrey Moe" userId="495852c6-9817-4bbb-9162-b2e8ad79383d" providerId="ADAL" clId="{45C24337-BC83-426E-8555-560DB5D20005}" dt="2026-02-28T21:05:07.209" v="5366" actId="207"/>
          <ac:spMkLst>
            <pc:docMk/>
            <pc:sldMk cId="2783410789" sldId="276"/>
            <ac:spMk id="9" creationId="{AF7A3ECC-1FBD-90E5-6A1B-B3101BDD4520}"/>
          </ac:spMkLst>
        </pc:spChg>
        <pc:picChg chg="add mod">
          <ac:chgData name="Jeffrey Moe" userId="495852c6-9817-4bbb-9162-b2e8ad79383d" providerId="ADAL" clId="{45C24337-BC83-426E-8555-560DB5D20005}" dt="2026-02-28T21:04:49.680" v="5362" actId="208"/>
          <ac:picMkLst>
            <pc:docMk/>
            <pc:sldMk cId="2783410789" sldId="276"/>
            <ac:picMk id="5" creationId="{533FEB2D-B33A-564C-0201-BFD5D348DD74}"/>
          </ac:picMkLst>
        </pc:picChg>
        <pc:picChg chg="add mod">
          <ac:chgData name="Jeffrey Moe" userId="495852c6-9817-4bbb-9162-b2e8ad79383d" providerId="ADAL" clId="{45C24337-BC83-426E-8555-560DB5D20005}" dt="2026-02-28T21:04:49.680" v="5362" actId="208"/>
          <ac:picMkLst>
            <pc:docMk/>
            <pc:sldMk cId="2783410789" sldId="276"/>
            <ac:picMk id="8" creationId="{93CBFD83-D586-A170-8450-03CF6C0D3D4C}"/>
          </ac:picMkLst>
        </pc:picChg>
      </pc:sldChg>
      <pc:sldChg chg="addSp modSp new mod setBg modNotesTx">
        <pc:chgData name="Jeffrey Moe" userId="495852c6-9817-4bbb-9162-b2e8ad79383d" providerId="ADAL" clId="{45C24337-BC83-426E-8555-560DB5D20005}" dt="2026-02-28T21:11:16.929" v="6770" actId="20577"/>
        <pc:sldMkLst>
          <pc:docMk/>
          <pc:sldMk cId="2622455502" sldId="277"/>
        </pc:sldMkLst>
        <pc:spChg chg="mod">
          <ac:chgData name="Jeffrey Moe" userId="495852c6-9817-4bbb-9162-b2e8ad79383d" providerId="ADAL" clId="{45C24337-BC83-426E-8555-560DB5D20005}" dt="2026-02-28T21:07:41.167" v="5837" actId="26606"/>
          <ac:spMkLst>
            <pc:docMk/>
            <pc:sldMk cId="2622455502" sldId="277"/>
            <ac:spMk id="2" creationId="{97C0968C-593C-7656-7397-79CB8B88F83C}"/>
          </ac:spMkLst>
        </pc:spChg>
        <pc:spChg chg="mod">
          <ac:chgData name="Jeffrey Moe" userId="495852c6-9817-4bbb-9162-b2e8ad79383d" providerId="ADAL" clId="{45C24337-BC83-426E-8555-560DB5D20005}" dt="2026-02-28T21:07:41.167" v="5837" actId="26606"/>
          <ac:spMkLst>
            <pc:docMk/>
            <pc:sldMk cId="2622455502" sldId="277"/>
            <ac:spMk id="3" creationId="{0459607D-7625-CA6E-F9D4-3B87D3B9353F}"/>
          </ac:spMkLst>
        </pc:spChg>
        <pc:spChg chg="add">
          <ac:chgData name="Jeffrey Moe" userId="495852c6-9817-4bbb-9162-b2e8ad79383d" providerId="ADAL" clId="{45C24337-BC83-426E-8555-560DB5D20005}" dt="2026-02-28T21:07:41.167" v="5837" actId="26606"/>
          <ac:spMkLst>
            <pc:docMk/>
            <pc:sldMk cId="2622455502" sldId="277"/>
            <ac:spMk id="8" creationId="{A2679492-7988-4050-9056-542444452411}"/>
          </ac:spMkLst>
        </pc:spChg>
        <pc:spChg chg="add">
          <ac:chgData name="Jeffrey Moe" userId="495852c6-9817-4bbb-9162-b2e8ad79383d" providerId="ADAL" clId="{45C24337-BC83-426E-8555-560DB5D20005}" dt="2026-02-28T21:07:41.167" v="5837" actId="26606"/>
          <ac:spMkLst>
            <pc:docMk/>
            <pc:sldMk cId="2622455502" sldId="277"/>
            <ac:spMk id="10" creationId="{B091B163-7D61-4891-ABCF-5C13D9C418D0}"/>
          </ac:spMkLst>
        </pc:spChg>
        <pc:grpChg chg="add">
          <ac:chgData name="Jeffrey Moe" userId="495852c6-9817-4bbb-9162-b2e8ad79383d" providerId="ADAL" clId="{45C24337-BC83-426E-8555-560DB5D20005}" dt="2026-02-28T21:07:41.167" v="5837" actId="26606"/>
          <ac:grpSpMkLst>
            <pc:docMk/>
            <pc:sldMk cId="2622455502" sldId="277"/>
            <ac:grpSpMk id="12" creationId="{0474DF76-993E-44DE-AFB0-C416182ACECF}"/>
          </ac:grpSpMkLst>
        </pc:grpChg>
        <pc:cxnChg chg="add">
          <ac:chgData name="Jeffrey Moe" userId="495852c6-9817-4bbb-9162-b2e8ad79383d" providerId="ADAL" clId="{45C24337-BC83-426E-8555-560DB5D20005}" dt="2026-02-28T21:07:41.167" v="5837" actId="26606"/>
          <ac:cxnSpMkLst>
            <pc:docMk/>
            <pc:sldMk cId="2622455502" sldId="277"/>
            <ac:cxnSpMk id="17" creationId="{C49DA8F6-BCC1-4447-B54C-57856834B94B}"/>
          </ac:cxnSpMkLst>
        </pc:cxnChg>
      </pc:sldChg>
      <pc:sldChg chg="modSp new mod">
        <pc:chgData name="Jeffrey Moe" userId="495852c6-9817-4bbb-9162-b2e8ad79383d" providerId="ADAL" clId="{45C24337-BC83-426E-8555-560DB5D20005}" dt="2026-03-01T02:04:38.383" v="6868"/>
        <pc:sldMkLst>
          <pc:docMk/>
          <pc:sldMk cId="1097145394" sldId="278"/>
        </pc:sldMkLst>
        <pc:spChg chg="mod">
          <ac:chgData name="Jeffrey Moe" userId="495852c6-9817-4bbb-9162-b2e8ad79383d" providerId="ADAL" clId="{45C24337-BC83-426E-8555-560DB5D20005}" dt="2026-03-01T01:46:20.596" v="6801" actId="20577"/>
          <ac:spMkLst>
            <pc:docMk/>
            <pc:sldMk cId="1097145394" sldId="278"/>
            <ac:spMk id="2" creationId="{DDE9FF12-B164-36E1-83D1-07B7FB859A2C}"/>
          </ac:spMkLst>
        </pc:spChg>
        <pc:spChg chg="mod">
          <ac:chgData name="Jeffrey Moe" userId="495852c6-9817-4bbb-9162-b2e8ad79383d" providerId="ADAL" clId="{45C24337-BC83-426E-8555-560DB5D20005}" dt="2026-03-01T02:04:38.383" v="6868"/>
          <ac:spMkLst>
            <pc:docMk/>
            <pc:sldMk cId="1097145394" sldId="278"/>
            <ac:spMk id="3" creationId="{1F8984B5-05DF-4C78-D7C1-11B43ED2BEE1}"/>
          </ac:spMkLst>
        </pc:spChg>
      </pc:sldChg>
      <pc:sldChg chg="modSp new del mod">
        <pc:chgData name="Jeffrey Moe" userId="495852c6-9817-4bbb-9162-b2e8ad79383d" providerId="ADAL" clId="{45C24337-BC83-426E-8555-560DB5D20005}" dt="2026-03-01T02:04:42.237" v="6869" actId="47"/>
        <pc:sldMkLst>
          <pc:docMk/>
          <pc:sldMk cId="2310738298" sldId="279"/>
        </pc:sldMkLst>
        <pc:spChg chg="mod">
          <ac:chgData name="Jeffrey Moe" userId="495852c6-9817-4bbb-9162-b2e8ad79383d" providerId="ADAL" clId="{45C24337-BC83-426E-8555-560DB5D20005}" dt="2026-03-01T02:02:16.892" v="6855" actId="20577"/>
          <ac:spMkLst>
            <pc:docMk/>
            <pc:sldMk cId="2310738298" sldId="279"/>
            <ac:spMk id="2" creationId="{85425C17-997D-F052-AB58-F4C5F23524DF}"/>
          </ac:spMkLst>
        </pc:spChg>
        <pc:spChg chg="mod">
          <ac:chgData name="Jeffrey Moe" userId="495852c6-9817-4bbb-9162-b2e8ad79383d" providerId="ADAL" clId="{45C24337-BC83-426E-8555-560DB5D20005}" dt="2026-03-01T02:04:34.074" v="6866" actId="21"/>
          <ac:spMkLst>
            <pc:docMk/>
            <pc:sldMk cId="2310738298" sldId="279"/>
            <ac:spMk id="3" creationId="{58369893-16AA-FF48-4656-8D253C858E91}"/>
          </ac:spMkLst>
        </pc:spChg>
      </pc:sldChg>
      <pc:sldChg chg="add">
        <pc:chgData name="Jeffrey Moe" userId="495852c6-9817-4bbb-9162-b2e8ad79383d" providerId="ADAL" clId="{45C24337-BC83-426E-8555-560DB5D20005}" dt="2026-03-01T02:04:20.645" v="6865"/>
        <pc:sldMkLst>
          <pc:docMk/>
          <pc:sldMk cId="1932509081" sldId="285"/>
        </pc:sldMkLst>
      </pc:sldChg>
      <pc:sldChg chg="add">
        <pc:chgData name="Jeffrey Moe" userId="495852c6-9817-4bbb-9162-b2e8ad79383d" providerId="ADAL" clId="{45C24337-BC83-426E-8555-560DB5D20005}" dt="2026-03-01T02:04:20.645" v="6865"/>
        <pc:sldMkLst>
          <pc:docMk/>
          <pc:sldMk cId="605818398" sldId="286"/>
        </pc:sldMkLst>
      </pc:sldChg>
      <pc:sldChg chg="add">
        <pc:chgData name="Jeffrey Moe" userId="495852c6-9817-4bbb-9162-b2e8ad79383d" providerId="ADAL" clId="{45C24337-BC83-426E-8555-560DB5D20005}" dt="2026-03-01T02:04:20.645" v="6865"/>
        <pc:sldMkLst>
          <pc:docMk/>
          <pc:sldMk cId="1900156414" sldId="287"/>
        </pc:sldMkLst>
      </pc:sldChg>
      <pc:sldChg chg="modSp new mod">
        <pc:chgData name="Jeffrey Moe" userId="495852c6-9817-4bbb-9162-b2e8ad79383d" providerId="ADAL" clId="{45C24337-BC83-426E-8555-560DB5D20005}" dt="2026-03-01T02:11:51.956" v="6907" actId="20577"/>
        <pc:sldMkLst>
          <pc:docMk/>
          <pc:sldMk cId="2139728181" sldId="288"/>
        </pc:sldMkLst>
        <pc:spChg chg="mod">
          <ac:chgData name="Jeffrey Moe" userId="495852c6-9817-4bbb-9162-b2e8ad79383d" providerId="ADAL" clId="{45C24337-BC83-426E-8555-560DB5D20005}" dt="2026-03-01T02:06:28.636" v="6882" actId="20577"/>
          <ac:spMkLst>
            <pc:docMk/>
            <pc:sldMk cId="2139728181" sldId="288"/>
            <ac:spMk id="2" creationId="{76B362FF-5D93-AB0A-7A72-4B6468546DE4}"/>
          </ac:spMkLst>
        </pc:spChg>
        <pc:spChg chg="mod">
          <ac:chgData name="Jeffrey Moe" userId="495852c6-9817-4bbb-9162-b2e8ad79383d" providerId="ADAL" clId="{45C24337-BC83-426E-8555-560DB5D20005}" dt="2026-03-01T02:11:51.956" v="6907" actId="20577"/>
          <ac:spMkLst>
            <pc:docMk/>
            <pc:sldMk cId="2139728181" sldId="288"/>
            <ac:spMk id="3" creationId="{635770D2-EF4A-271B-1018-D77EEFE7464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image" Target="../media/image37.svg"/><Relationship Id="rId16" Type="http://schemas.openxmlformats.org/officeDocument/2006/relationships/image" Target="../media/image51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svg"/><Relationship Id="rId3" Type="http://schemas.openxmlformats.org/officeDocument/2006/relationships/image" Target="../media/image62.svg"/><Relationship Id="rId7" Type="http://schemas.openxmlformats.org/officeDocument/2006/relationships/image" Target="../media/image66.svg"/><Relationship Id="rId12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hyperlink" Target="http://localhost:8501/" TargetMode="External"/><Relationship Id="rId6" Type="http://schemas.openxmlformats.org/officeDocument/2006/relationships/image" Target="../media/image65.png"/><Relationship Id="rId11" Type="http://schemas.openxmlformats.org/officeDocument/2006/relationships/image" Target="../media/image70.svg"/><Relationship Id="rId5" Type="http://schemas.openxmlformats.org/officeDocument/2006/relationships/image" Target="../media/image64.svg"/><Relationship Id="rId15" Type="http://schemas.openxmlformats.org/officeDocument/2006/relationships/image" Target="../media/image74.sv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svg"/><Relationship Id="rId14" Type="http://schemas.openxmlformats.org/officeDocument/2006/relationships/image" Target="../media/image7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image" Target="../media/image37.svg"/><Relationship Id="rId16" Type="http://schemas.openxmlformats.org/officeDocument/2006/relationships/image" Target="../media/image51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sv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hyperlink" Target="http://localhost:8501/" TargetMode="External"/><Relationship Id="rId10" Type="http://schemas.openxmlformats.org/officeDocument/2006/relationships/image" Target="../media/image70.svg"/><Relationship Id="rId4" Type="http://schemas.openxmlformats.org/officeDocument/2006/relationships/image" Target="../media/image64.svg"/><Relationship Id="rId9" Type="http://schemas.openxmlformats.org/officeDocument/2006/relationships/image" Target="../media/image69.png"/><Relationship Id="rId14" Type="http://schemas.openxmlformats.org/officeDocument/2006/relationships/image" Target="../media/image7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19AD0A-4F98-4E68-ADD8-BDA202A8749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C0C8156-EE52-465A-B046-C3072E5EBA46}">
      <dgm:prSet/>
      <dgm:spPr/>
      <dgm:t>
        <a:bodyPr/>
        <a:lstStyle/>
        <a:p>
          <a:r>
            <a:rPr lang="en-US"/>
            <a:t>Project Overview</a:t>
          </a:r>
        </a:p>
      </dgm:t>
    </dgm:pt>
    <dgm:pt modelId="{8E0B0D41-4A0D-4BA9-ADDF-A898AC7B56FC}" type="parTrans" cxnId="{ECCA609E-27FF-43D2-8241-4F717B14A219}">
      <dgm:prSet/>
      <dgm:spPr/>
      <dgm:t>
        <a:bodyPr/>
        <a:lstStyle/>
        <a:p>
          <a:endParaRPr lang="en-US"/>
        </a:p>
      </dgm:t>
    </dgm:pt>
    <dgm:pt modelId="{DDF161F1-1B4B-4E0D-AECE-CDC299E88CC0}" type="sibTrans" cxnId="{ECCA609E-27FF-43D2-8241-4F717B14A219}">
      <dgm:prSet/>
      <dgm:spPr/>
      <dgm:t>
        <a:bodyPr/>
        <a:lstStyle/>
        <a:p>
          <a:endParaRPr lang="en-US"/>
        </a:p>
      </dgm:t>
    </dgm:pt>
    <dgm:pt modelId="{92E4C07E-F9D3-4E7D-B8CC-ACD00D125E7A}">
      <dgm:prSet/>
      <dgm:spPr/>
      <dgm:t>
        <a:bodyPr/>
        <a:lstStyle/>
        <a:p>
          <a:r>
            <a:rPr lang="en-US" dirty="0"/>
            <a:t>Backend Development</a:t>
          </a:r>
        </a:p>
      </dgm:t>
    </dgm:pt>
    <dgm:pt modelId="{2ED98860-744C-481C-A347-73807A45F706}" type="parTrans" cxnId="{7F55ED93-905E-40AD-A552-03475B8ED7D7}">
      <dgm:prSet/>
      <dgm:spPr/>
      <dgm:t>
        <a:bodyPr/>
        <a:lstStyle/>
        <a:p>
          <a:endParaRPr lang="en-US"/>
        </a:p>
      </dgm:t>
    </dgm:pt>
    <dgm:pt modelId="{CDBE7165-4844-41B6-AE2C-7E5E0546F8E2}" type="sibTrans" cxnId="{7F55ED93-905E-40AD-A552-03475B8ED7D7}">
      <dgm:prSet/>
      <dgm:spPr/>
      <dgm:t>
        <a:bodyPr/>
        <a:lstStyle/>
        <a:p>
          <a:endParaRPr lang="en-US"/>
        </a:p>
      </dgm:t>
    </dgm:pt>
    <dgm:pt modelId="{91546181-F4D2-407D-8FB6-2E5705067B53}">
      <dgm:prSet/>
      <dgm:spPr/>
      <dgm:t>
        <a:bodyPr/>
        <a:lstStyle/>
        <a:p>
          <a:r>
            <a:rPr lang="en-US"/>
            <a:t>Frontend Development</a:t>
          </a:r>
        </a:p>
      </dgm:t>
    </dgm:pt>
    <dgm:pt modelId="{43B43EA6-2966-4F9E-8AC3-CBFADDDD524E}" type="parTrans" cxnId="{D469E865-53F0-4DA2-B890-280E3FCB1DCA}">
      <dgm:prSet/>
      <dgm:spPr/>
      <dgm:t>
        <a:bodyPr/>
        <a:lstStyle/>
        <a:p>
          <a:endParaRPr lang="en-US"/>
        </a:p>
      </dgm:t>
    </dgm:pt>
    <dgm:pt modelId="{FE444822-887F-4AC2-B7BE-707F80BADAD1}" type="sibTrans" cxnId="{D469E865-53F0-4DA2-B890-280E3FCB1DCA}">
      <dgm:prSet/>
      <dgm:spPr/>
      <dgm:t>
        <a:bodyPr/>
        <a:lstStyle/>
        <a:p>
          <a:endParaRPr lang="en-US"/>
        </a:p>
      </dgm:t>
    </dgm:pt>
    <dgm:pt modelId="{1072AC02-6456-4C69-86FD-1E040B7BADF5}">
      <dgm:prSet/>
      <dgm:spPr/>
      <dgm:t>
        <a:bodyPr/>
        <a:lstStyle/>
        <a:p>
          <a:r>
            <a:rPr lang="en-US"/>
            <a:t>Insights</a:t>
          </a:r>
        </a:p>
      </dgm:t>
    </dgm:pt>
    <dgm:pt modelId="{1483F9B9-F220-4DEF-BBA5-DCDC2C5E6352}" type="parTrans" cxnId="{72FFD578-1CFE-4683-AA65-81EE166B41C8}">
      <dgm:prSet/>
      <dgm:spPr/>
      <dgm:t>
        <a:bodyPr/>
        <a:lstStyle/>
        <a:p>
          <a:endParaRPr lang="en-US"/>
        </a:p>
      </dgm:t>
    </dgm:pt>
    <dgm:pt modelId="{F8D247B9-E4F3-4D9E-910F-459F968BC29E}" type="sibTrans" cxnId="{72FFD578-1CFE-4683-AA65-81EE166B41C8}">
      <dgm:prSet/>
      <dgm:spPr/>
      <dgm:t>
        <a:bodyPr/>
        <a:lstStyle/>
        <a:p>
          <a:endParaRPr lang="en-US"/>
        </a:p>
      </dgm:t>
    </dgm:pt>
    <dgm:pt modelId="{2BDDF2DD-2614-42CF-8B71-D3A44795AD74}" type="pres">
      <dgm:prSet presAssocID="{6F19AD0A-4F98-4E68-ADD8-BDA202A8749D}" presName="root" presStyleCnt="0">
        <dgm:presLayoutVars>
          <dgm:dir/>
          <dgm:resizeHandles val="exact"/>
        </dgm:presLayoutVars>
      </dgm:prSet>
      <dgm:spPr/>
    </dgm:pt>
    <dgm:pt modelId="{688D518C-2058-48A3-86CB-434076054F48}" type="pres">
      <dgm:prSet presAssocID="{6F19AD0A-4F98-4E68-ADD8-BDA202A8749D}" presName="container" presStyleCnt="0">
        <dgm:presLayoutVars>
          <dgm:dir/>
          <dgm:resizeHandles val="exact"/>
        </dgm:presLayoutVars>
      </dgm:prSet>
      <dgm:spPr/>
    </dgm:pt>
    <dgm:pt modelId="{7EED5530-C133-463B-BFD6-3BB6CD58EB6B}" type="pres">
      <dgm:prSet presAssocID="{DC0C8156-EE52-465A-B046-C3072E5EBA46}" presName="compNode" presStyleCnt="0"/>
      <dgm:spPr/>
    </dgm:pt>
    <dgm:pt modelId="{4FFF688C-7D27-42A4-9E58-32479C8D6E1E}" type="pres">
      <dgm:prSet presAssocID="{DC0C8156-EE52-465A-B046-C3072E5EBA46}" presName="iconBgRect" presStyleLbl="bgShp" presStyleIdx="0" presStyleCnt="4"/>
      <dgm:spPr/>
    </dgm:pt>
    <dgm:pt modelId="{0FF3B2DE-585A-47C7-8646-F3823D5E93A2}" type="pres">
      <dgm:prSet presAssocID="{DC0C8156-EE52-465A-B046-C3072E5EBA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 Team Project"/>
        </a:ext>
      </dgm:extLst>
    </dgm:pt>
    <dgm:pt modelId="{9FB73119-F317-4B0B-914B-8001F63AA111}" type="pres">
      <dgm:prSet presAssocID="{DC0C8156-EE52-465A-B046-C3072E5EBA46}" presName="spaceRect" presStyleCnt="0"/>
      <dgm:spPr/>
    </dgm:pt>
    <dgm:pt modelId="{F2BF9A66-AAC6-4B62-B228-1EA3A0CF610C}" type="pres">
      <dgm:prSet presAssocID="{DC0C8156-EE52-465A-B046-C3072E5EBA46}" presName="textRect" presStyleLbl="revTx" presStyleIdx="0" presStyleCnt="4">
        <dgm:presLayoutVars>
          <dgm:chMax val="1"/>
          <dgm:chPref val="1"/>
        </dgm:presLayoutVars>
      </dgm:prSet>
      <dgm:spPr/>
    </dgm:pt>
    <dgm:pt modelId="{F9BE7E0E-0F2E-4924-95EF-EAF65685FD6A}" type="pres">
      <dgm:prSet presAssocID="{DDF161F1-1B4B-4E0D-AECE-CDC299E88CC0}" presName="sibTrans" presStyleLbl="sibTrans2D1" presStyleIdx="0" presStyleCnt="0"/>
      <dgm:spPr/>
    </dgm:pt>
    <dgm:pt modelId="{5EAE3F1E-BCDB-46A4-9C0D-2C6EFB2A27C3}" type="pres">
      <dgm:prSet presAssocID="{92E4C07E-F9D3-4E7D-B8CC-ACD00D125E7A}" presName="compNode" presStyleCnt="0"/>
      <dgm:spPr/>
    </dgm:pt>
    <dgm:pt modelId="{C55E7ABB-2FDC-4C59-B8E1-DEF25EB72383}" type="pres">
      <dgm:prSet presAssocID="{92E4C07E-F9D3-4E7D-B8CC-ACD00D125E7A}" presName="iconBgRect" presStyleLbl="bgShp" presStyleIdx="1" presStyleCnt="4"/>
      <dgm:spPr/>
    </dgm:pt>
    <dgm:pt modelId="{13221260-848A-4C80-B28D-BC17D5214576}" type="pres">
      <dgm:prSet presAssocID="{92E4C07E-F9D3-4E7D-B8CC-ACD00D125E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6E780771-B78C-4B4C-BB5B-6195FE3E9811}" type="pres">
      <dgm:prSet presAssocID="{92E4C07E-F9D3-4E7D-B8CC-ACD00D125E7A}" presName="spaceRect" presStyleCnt="0"/>
      <dgm:spPr/>
    </dgm:pt>
    <dgm:pt modelId="{1B796AE6-0763-40B4-AAD3-68A7F033FE33}" type="pres">
      <dgm:prSet presAssocID="{92E4C07E-F9D3-4E7D-B8CC-ACD00D125E7A}" presName="textRect" presStyleLbl="revTx" presStyleIdx="1" presStyleCnt="4">
        <dgm:presLayoutVars>
          <dgm:chMax val="1"/>
          <dgm:chPref val="1"/>
        </dgm:presLayoutVars>
      </dgm:prSet>
      <dgm:spPr/>
    </dgm:pt>
    <dgm:pt modelId="{9ED9002C-67E4-4778-A29F-EA1A89B2B312}" type="pres">
      <dgm:prSet presAssocID="{CDBE7165-4844-41B6-AE2C-7E5E0546F8E2}" presName="sibTrans" presStyleLbl="sibTrans2D1" presStyleIdx="0" presStyleCnt="0"/>
      <dgm:spPr/>
    </dgm:pt>
    <dgm:pt modelId="{8F27D30B-F1E5-4261-BC86-45AFD3067A3A}" type="pres">
      <dgm:prSet presAssocID="{91546181-F4D2-407D-8FB6-2E5705067B53}" presName="compNode" presStyleCnt="0"/>
      <dgm:spPr/>
    </dgm:pt>
    <dgm:pt modelId="{9752C244-51C4-4EAF-9431-EFEBB303A489}" type="pres">
      <dgm:prSet presAssocID="{91546181-F4D2-407D-8FB6-2E5705067B53}" presName="iconBgRect" presStyleLbl="bgShp" presStyleIdx="2" presStyleCnt="4"/>
      <dgm:spPr/>
    </dgm:pt>
    <dgm:pt modelId="{C99102AE-049B-4B15-96DC-1E65D7010C56}" type="pres">
      <dgm:prSet presAssocID="{91546181-F4D2-407D-8FB6-2E5705067B5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log"/>
        </a:ext>
      </dgm:extLst>
    </dgm:pt>
    <dgm:pt modelId="{A51E003F-119B-4BB1-A176-652886A92D9D}" type="pres">
      <dgm:prSet presAssocID="{91546181-F4D2-407D-8FB6-2E5705067B53}" presName="spaceRect" presStyleCnt="0"/>
      <dgm:spPr/>
    </dgm:pt>
    <dgm:pt modelId="{F657A577-2D0F-4248-9025-C3436F58BB56}" type="pres">
      <dgm:prSet presAssocID="{91546181-F4D2-407D-8FB6-2E5705067B53}" presName="textRect" presStyleLbl="revTx" presStyleIdx="2" presStyleCnt="4">
        <dgm:presLayoutVars>
          <dgm:chMax val="1"/>
          <dgm:chPref val="1"/>
        </dgm:presLayoutVars>
      </dgm:prSet>
      <dgm:spPr/>
    </dgm:pt>
    <dgm:pt modelId="{8EFE6926-4207-4C16-81C7-4E713E170C8D}" type="pres">
      <dgm:prSet presAssocID="{FE444822-887F-4AC2-B7BE-707F80BADAD1}" presName="sibTrans" presStyleLbl="sibTrans2D1" presStyleIdx="0" presStyleCnt="0"/>
      <dgm:spPr/>
    </dgm:pt>
    <dgm:pt modelId="{5EB14064-D578-4663-A923-1AA00D793024}" type="pres">
      <dgm:prSet presAssocID="{1072AC02-6456-4C69-86FD-1E040B7BADF5}" presName="compNode" presStyleCnt="0"/>
      <dgm:spPr/>
    </dgm:pt>
    <dgm:pt modelId="{798DF8D5-6CEB-427D-A834-76B362CDF1B0}" type="pres">
      <dgm:prSet presAssocID="{1072AC02-6456-4C69-86FD-1E040B7BADF5}" presName="iconBgRect" presStyleLbl="bgShp" presStyleIdx="3" presStyleCnt="4"/>
      <dgm:spPr/>
    </dgm:pt>
    <dgm:pt modelId="{71586396-73A1-4D89-BF06-3FC13C136148}" type="pres">
      <dgm:prSet presAssocID="{1072AC02-6456-4C69-86FD-1E040B7BADF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fied Brand"/>
        </a:ext>
      </dgm:extLst>
    </dgm:pt>
    <dgm:pt modelId="{8595DAE9-5BBB-4EA9-A791-5CBFD128DC07}" type="pres">
      <dgm:prSet presAssocID="{1072AC02-6456-4C69-86FD-1E040B7BADF5}" presName="spaceRect" presStyleCnt="0"/>
      <dgm:spPr/>
    </dgm:pt>
    <dgm:pt modelId="{BE57674D-5A8A-4783-9A33-24E52DEBB7DE}" type="pres">
      <dgm:prSet presAssocID="{1072AC02-6456-4C69-86FD-1E040B7BADF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0228611-2F89-4F59-BA82-2A0C36078FD8}" type="presOf" srcId="{92E4C07E-F9D3-4E7D-B8CC-ACD00D125E7A}" destId="{1B796AE6-0763-40B4-AAD3-68A7F033FE33}" srcOrd="0" destOrd="0" presId="urn:microsoft.com/office/officeart/2018/2/layout/IconCircleList"/>
    <dgm:cxn modelId="{B9318021-E395-431E-B509-2434FD5238A1}" type="presOf" srcId="{1072AC02-6456-4C69-86FD-1E040B7BADF5}" destId="{BE57674D-5A8A-4783-9A33-24E52DEBB7DE}" srcOrd="0" destOrd="0" presId="urn:microsoft.com/office/officeart/2018/2/layout/IconCircleList"/>
    <dgm:cxn modelId="{8C2A313A-1619-4B7E-B2BD-3A2DA0EFC5AF}" type="presOf" srcId="{6F19AD0A-4F98-4E68-ADD8-BDA202A8749D}" destId="{2BDDF2DD-2614-42CF-8B71-D3A44795AD74}" srcOrd="0" destOrd="0" presId="urn:microsoft.com/office/officeart/2018/2/layout/IconCircleList"/>
    <dgm:cxn modelId="{D469E865-53F0-4DA2-B890-280E3FCB1DCA}" srcId="{6F19AD0A-4F98-4E68-ADD8-BDA202A8749D}" destId="{91546181-F4D2-407D-8FB6-2E5705067B53}" srcOrd="2" destOrd="0" parTransId="{43B43EA6-2966-4F9E-8AC3-CBFADDDD524E}" sibTransId="{FE444822-887F-4AC2-B7BE-707F80BADAD1}"/>
    <dgm:cxn modelId="{391AE56E-6B5F-49C0-B981-582767048B06}" type="presOf" srcId="{CDBE7165-4844-41B6-AE2C-7E5E0546F8E2}" destId="{9ED9002C-67E4-4778-A29F-EA1A89B2B312}" srcOrd="0" destOrd="0" presId="urn:microsoft.com/office/officeart/2018/2/layout/IconCircleList"/>
    <dgm:cxn modelId="{72FFD578-1CFE-4683-AA65-81EE166B41C8}" srcId="{6F19AD0A-4F98-4E68-ADD8-BDA202A8749D}" destId="{1072AC02-6456-4C69-86FD-1E040B7BADF5}" srcOrd="3" destOrd="0" parTransId="{1483F9B9-F220-4DEF-BBA5-DCDC2C5E6352}" sibTransId="{F8D247B9-E4F3-4D9E-910F-459F968BC29E}"/>
    <dgm:cxn modelId="{35AEC483-3938-48AC-8AB8-02BE7A2E98F0}" type="presOf" srcId="{DC0C8156-EE52-465A-B046-C3072E5EBA46}" destId="{F2BF9A66-AAC6-4B62-B228-1EA3A0CF610C}" srcOrd="0" destOrd="0" presId="urn:microsoft.com/office/officeart/2018/2/layout/IconCircleList"/>
    <dgm:cxn modelId="{7F55ED93-905E-40AD-A552-03475B8ED7D7}" srcId="{6F19AD0A-4F98-4E68-ADD8-BDA202A8749D}" destId="{92E4C07E-F9D3-4E7D-B8CC-ACD00D125E7A}" srcOrd="1" destOrd="0" parTransId="{2ED98860-744C-481C-A347-73807A45F706}" sibTransId="{CDBE7165-4844-41B6-AE2C-7E5E0546F8E2}"/>
    <dgm:cxn modelId="{ECCA609E-27FF-43D2-8241-4F717B14A219}" srcId="{6F19AD0A-4F98-4E68-ADD8-BDA202A8749D}" destId="{DC0C8156-EE52-465A-B046-C3072E5EBA46}" srcOrd="0" destOrd="0" parTransId="{8E0B0D41-4A0D-4BA9-ADDF-A898AC7B56FC}" sibTransId="{DDF161F1-1B4B-4E0D-AECE-CDC299E88CC0}"/>
    <dgm:cxn modelId="{3D32ACA4-02D7-492D-8CB2-399F10447F4F}" type="presOf" srcId="{91546181-F4D2-407D-8FB6-2E5705067B53}" destId="{F657A577-2D0F-4248-9025-C3436F58BB56}" srcOrd="0" destOrd="0" presId="urn:microsoft.com/office/officeart/2018/2/layout/IconCircleList"/>
    <dgm:cxn modelId="{E7E056C0-93C3-4B48-B844-ACAD9CC09F8C}" type="presOf" srcId="{DDF161F1-1B4B-4E0D-AECE-CDC299E88CC0}" destId="{F9BE7E0E-0F2E-4924-95EF-EAF65685FD6A}" srcOrd="0" destOrd="0" presId="urn:microsoft.com/office/officeart/2018/2/layout/IconCircleList"/>
    <dgm:cxn modelId="{AA1A23E9-ED90-489C-AA66-61D0CAB4B4FF}" type="presOf" srcId="{FE444822-887F-4AC2-B7BE-707F80BADAD1}" destId="{8EFE6926-4207-4C16-81C7-4E713E170C8D}" srcOrd="0" destOrd="0" presId="urn:microsoft.com/office/officeart/2018/2/layout/IconCircleList"/>
    <dgm:cxn modelId="{FC467920-A07A-4D22-92F5-385F9C02C2D0}" type="presParOf" srcId="{2BDDF2DD-2614-42CF-8B71-D3A44795AD74}" destId="{688D518C-2058-48A3-86CB-434076054F48}" srcOrd="0" destOrd="0" presId="urn:microsoft.com/office/officeart/2018/2/layout/IconCircleList"/>
    <dgm:cxn modelId="{DCA7C76D-9196-4B98-B64F-1ADCB212380A}" type="presParOf" srcId="{688D518C-2058-48A3-86CB-434076054F48}" destId="{7EED5530-C133-463B-BFD6-3BB6CD58EB6B}" srcOrd="0" destOrd="0" presId="urn:microsoft.com/office/officeart/2018/2/layout/IconCircleList"/>
    <dgm:cxn modelId="{C6B59C78-A685-466E-80C5-02EDBD45C77E}" type="presParOf" srcId="{7EED5530-C133-463B-BFD6-3BB6CD58EB6B}" destId="{4FFF688C-7D27-42A4-9E58-32479C8D6E1E}" srcOrd="0" destOrd="0" presId="urn:microsoft.com/office/officeart/2018/2/layout/IconCircleList"/>
    <dgm:cxn modelId="{62BB54DC-8B8E-43D7-B523-BE4D5A7AC70E}" type="presParOf" srcId="{7EED5530-C133-463B-BFD6-3BB6CD58EB6B}" destId="{0FF3B2DE-585A-47C7-8646-F3823D5E93A2}" srcOrd="1" destOrd="0" presId="urn:microsoft.com/office/officeart/2018/2/layout/IconCircleList"/>
    <dgm:cxn modelId="{7CE8190B-D9B0-4E56-98DD-51C87CEB0340}" type="presParOf" srcId="{7EED5530-C133-463B-BFD6-3BB6CD58EB6B}" destId="{9FB73119-F317-4B0B-914B-8001F63AA111}" srcOrd="2" destOrd="0" presId="urn:microsoft.com/office/officeart/2018/2/layout/IconCircleList"/>
    <dgm:cxn modelId="{0B0ADC61-C2D7-4FE5-AE9C-D6C20F8FBF07}" type="presParOf" srcId="{7EED5530-C133-463B-BFD6-3BB6CD58EB6B}" destId="{F2BF9A66-AAC6-4B62-B228-1EA3A0CF610C}" srcOrd="3" destOrd="0" presId="urn:microsoft.com/office/officeart/2018/2/layout/IconCircleList"/>
    <dgm:cxn modelId="{C5121E6F-057F-4527-BDC9-5BB897322DFC}" type="presParOf" srcId="{688D518C-2058-48A3-86CB-434076054F48}" destId="{F9BE7E0E-0F2E-4924-95EF-EAF65685FD6A}" srcOrd="1" destOrd="0" presId="urn:microsoft.com/office/officeart/2018/2/layout/IconCircleList"/>
    <dgm:cxn modelId="{FD071C80-7622-4C6E-946D-5E2EAB15718C}" type="presParOf" srcId="{688D518C-2058-48A3-86CB-434076054F48}" destId="{5EAE3F1E-BCDB-46A4-9C0D-2C6EFB2A27C3}" srcOrd="2" destOrd="0" presId="urn:microsoft.com/office/officeart/2018/2/layout/IconCircleList"/>
    <dgm:cxn modelId="{BF6B0801-2F14-4499-A7DA-3C72CB238A50}" type="presParOf" srcId="{5EAE3F1E-BCDB-46A4-9C0D-2C6EFB2A27C3}" destId="{C55E7ABB-2FDC-4C59-B8E1-DEF25EB72383}" srcOrd="0" destOrd="0" presId="urn:microsoft.com/office/officeart/2018/2/layout/IconCircleList"/>
    <dgm:cxn modelId="{7AE88994-A6E2-4F56-BF13-29FABD6B7B21}" type="presParOf" srcId="{5EAE3F1E-BCDB-46A4-9C0D-2C6EFB2A27C3}" destId="{13221260-848A-4C80-B28D-BC17D5214576}" srcOrd="1" destOrd="0" presId="urn:microsoft.com/office/officeart/2018/2/layout/IconCircleList"/>
    <dgm:cxn modelId="{DF682218-F87C-4EF8-B820-4A95EE24E365}" type="presParOf" srcId="{5EAE3F1E-BCDB-46A4-9C0D-2C6EFB2A27C3}" destId="{6E780771-B78C-4B4C-BB5B-6195FE3E9811}" srcOrd="2" destOrd="0" presId="urn:microsoft.com/office/officeart/2018/2/layout/IconCircleList"/>
    <dgm:cxn modelId="{6E36334B-7557-4796-9693-22579E6B0DB9}" type="presParOf" srcId="{5EAE3F1E-BCDB-46A4-9C0D-2C6EFB2A27C3}" destId="{1B796AE6-0763-40B4-AAD3-68A7F033FE33}" srcOrd="3" destOrd="0" presId="urn:microsoft.com/office/officeart/2018/2/layout/IconCircleList"/>
    <dgm:cxn modelId="{D61BB7E5-0C35-47B1-AFE2-25C2F3EE8228}" type="presParOf" srcId="{688D518C-2058-48A3-86CB-434076054F48}" destId="{9ED9002C-67E4-4778-A29F-EA1A89B2B312}" srcOrd="3" destOrd="0" presId="urn:microsoft.com/office/officeart/2018/2/layout/IconCircleList"/>
    <dgm:cxn modelId="{8FCFBF9E-5494-4890-A60E-27D2E0057430}" type="presParOf" srcId="{688D518C-2058-48A3-86CB-434076054F48}" destId="{8F27D30B-F1E5-4261-BC86-45AFD3067A3A}" srcOrd="4" destOrd="0" presId="urn:microsoft.com/office/officeart/2018/2/layout/IconCircleList"/>
    <dgm:cxn modelId="{9C2F3359-40E9-41E1-9968-9773B91B53F1}" type="presParOf" srcId="{8F27D30B-F1E5-4261-BC86-45AFD3067A3A}" destId="{9752C244-51C4-4EAF-9431-EFEBB303A489}" srcOrd="0" destOrd="0" presId="urn:microsoft.com/office/officeart/2018/2/layout/IconCircleList"/>
    <dgm:cxn modelId="{610BE923-149E-4692-94B4-73E3F84BFF0C}" type="presParOf" srcId="{8F27D30B-F1E5-4261-BC86-45AFD3067A3A}" destId="{C99102AE-049B-4B15-96DC-1E65D7010C56}" srcOrd="1" destOrd="0" presId="urn:microsoft.com/office/officeart/2018/2/layout/IconCircleList"/>
    <dgm:cxn modelId="{73619316-9F41-4CD0-BD5C-4243A1A8C2E8}" type="presParOf" srcId="{8F27D30B-F1E5-4261-BC86-45AFD3067A3A}" destId="{A51E003F-119B-4BB1-A176-652886A92D9D}" srcOrd="2" destOrd="0" presId="urn:microsoft.com/office/officeart/2018/2/layout/IconCircleList"/>
    <dgm:cxn modelId="{D1F7D207-E796-432B-B157-DFF8FB037271}" type="presParOf" srcId="{8F27D30B-F1E5-4261-BC86-45AFD3067A3A}" destId="{F657A577-2D0F-4248-9025-C3436F58BB56}" srcOrd="3" destOrd="0" presId="urn:microsoft.com/office/officeart/2018/2/layout/IconCircleList"/>
    <dgm:cxn modelId="{42DCB464-895E-4C67-AF04-AF6BD971ABA1}" type="presParOf" srcId="{688D518C-2058-48A3-86CB-434076054F48}" destId="{8EFE6926-4207-4C16-81C7-4E713E170C8D}" srcOrd="5" destOrd="0" presId="urn:microsoft.com/office/officeart/2018/2/layout/IconCircleList"/>
    <dgm:cxn modelId="{321414AD-989F-4C15-8A94-2465696E061E}" type="presParOf" srcId="{688D518C-2058-48A3-86CB-434076054F48}" destId="{5EB14064-D578-4663-A923-1AA00D793024}" srcOrd="6" destOrd="0" presId="urn:microsoft.com/office/officeart/2018/2/layout/IconCircleList"/>
    <dgm:cxn modelId="{AAC4DD8F-4EBE-453E-99FA-85CB8F7CECFB}" type="presParOf" srcId="{5EB14064-D578-4663-A923-1AA00D793024}" destId="{798DF8D5-6CEB-427D-A834-76B362CDF1B0}" srcOrd="0" destOrd="0" presId="urn:microsoft.com/office/officeart/2018/2/layout/IconCircleList"/>
    <dgm:cxn modelId="{362F0A79-7066-4D75-BEE8-3567A34061E4}" type="presParOf" srcId="{5EB14064-D578-4663-A923-1AA00D793024}" destId="{71586396-73A1-4D89-BF06-3FC13C136148}" srcOrd="1" destOrd="0" presId="urn:microsoft.com/office/officeart/2018/2/layout/IconCircleList"/>
    <dgm:cxn modelId="{6AB9C7F7-AAD7-4764-B0B4-DC1C169C180D}" type="presParOf" srcId="{5EB14064-D578-4663-A923-1AA00D793024}" destId="{8595DAE9-5BBB-4EA9-A791-5CBFD128DC07}" srcOrd="2" destOrd="0" presId="urn:microsoft.com/office/officeart/2018/2/layout/IconCircleList"/>
    <dgm:cxn modelId="{904C96DC-445D-4AC5-AA1C-590B41C44BFF}" type="presParOf" srcId="{5EB14064-D578-4663-A923-1AA00D793024}" destId="{BE57674D-5A8A-4783-9A33-24E52DEBB7D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CC1ADF-A4CE-4C9C-9ADA-A452343B04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CDC6585-C6DF-4C07-809F-7F82969C1A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 a Kafka environment locally using a Docker container.</a:t>
          </a:r>
        </a:p>
      </dgm:t>
    </dgm:pt>
    <dgm:pt modelId="{AD57F948-BDC9-4C6C-BAE9-67A767E02679}" type="parTrans" cxnId="{11C168FC-13A5-4F57-A123-6A97CDE5CC8E}">
      <dgm:prSet/>
      <dgm:spPr/>
      <dgm:t>
        <a:bodyPr/>
        <a:lstStyle/>
        <a:p>
          <a:endParaRPr lang="en-US"/>
        </a:p>
      </dgm:t>
    </dgm:pt>
    <dgm:pt modelId="{3406D2FA-F2E7-469E-85D8-B999E0B4B4FA}" type="sibTrans" cxnId="{11C168FC-13A5-4F57-A123-6A97CDE5CC8E}">
      <dgm:prSet/>
      <dgm:spPr/>
      <dgm:t>
        <a:bodyPr/>
        <a:lstStyle/>
        <a:p>
          <a:endParaRPr lang="en-US"/>
        </a:p>
      </dgm:t>
    </dgm:pt>
    <dgm:pt modelId="{6B5BC1A1-DCD9-4410-83B4-D04D66E683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Container ID: 55c754298ccbcdd298113fc7f168658ce92278cd6035687b9e2b0e9ac3d871d7</a:t>
          </a:r>
        </a:p>
      </dgm:t>
    </dgm:pt>
    <dgm:pt modelId="{8EA935E3-063C-4F49-B487-4B066FB9BF79}" type="parTrans" cxnId="{9F865CF4-A039-48CB-A78D-976EDCA1729A}">
      <dgm:prSet/>
      <dgm:spPr/>
      <dgm:t>
        <a:bodyPr/>
        <a:lstStyle/>
        <a:p>
          <a:endParaRPr lang="en-US"/>
        </a:p>
      </dgm:t>
    </dgm:pt>
    <dgm:pt modelId="{A6B883C1-8CA8-4DA8-8817-F1D97D2A4EBF}" type="sibTrans" cxnId="{9F865CF4-A039-48CB-A78D-976EDCA1729A}">
      <dgm:prSet/>
      <dgm:spPr/>
      <dgm:t>
        <a:bodyPr/>
        <a:lstStyle/>
        <a:p>
          <a:endParaRPr lang="en-US"/>
        </a:p>
      </dgm:t>
    </dgm:pt>
    <dgm:pt modelId="{A75739D3-8CE1-41CD-A8FF-0CBECCFBC9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Runs locally on port 9092.</a:t>
          </a:r>
        </a:p>
      </dgm:t>
    </dgm:pt>
    <dgm:pt modelId="{6C59EBEE-CD1A-49F6-B411-865B624D241E}" type="parTrans" cxnId="{5E6CE5A4-0C3A-469C-ADC6-A82C8DC7217B}">
      <dgm:prSet/>
      <dgm:spPr/>
      <dgm:t>
        <a:bodyPr/>
        <a:lstStyle/>
        <a:p>
          <a:endParaRPr lang="en-US"/>
        </a:p>
      </dgm:t>
    </dgm:pt>
    <dgm:pt modelId="{C01BABFA-AD71-49B6-B6DC-B0D75CC337D9}" type="sibTrans" cxnId="{5E6CE5A4-0C3A-469C-ADC6-A82C8DC7217B}">
      <dgm:prSet/>
      <dgm:spPr/>
      <dgm:t>
        <a:bodyPr/>
        <a:lstStyle/>
        <a:p>
          <a:endParaRPr lang="en-US"/>
        </a:p>
      </dgm:t>
    </dgm:pt>
    <dgm:pt modelId="{0D6F1CF7-AF80-4A5F-B6A9-469739AA5E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Created a virtual environment (Week7) in the repo. </a:t>
          </a:r>
        </a:p>
      </dgm:t>
    </dgm:pt>
    <dgm:pt modelId="{3E83A230-AB31-4416-95BA-F94D039D650D}" type="parTrans" cxnId="{63D995D4-9203-453F-B06C-48F7EAE3D8AB}">
      <dgm:prSet/>
      <dgm:spPr/>
      <dgm:t>
        <a:bodyPr/>
        <a:lstStyle/>
        <a:p>
          <a:endParaRPr lang="en-US"/>
        </a:p>
      </dgm:t>
    </dgm:pt>
    <dgm:pt modelId="{6222C8F9-D59A-47F2-A83C-0AEAE58EE181}" type="sibTrans" cxnId="{63D995D4-9203-453F-B06C-48F7EAE3D8AB}">
      <dgm:prSet/>
      <dgm:spPr/>
      <dgm:t>
        <a:bodyPr/>
        <a:lstStyle/>
        <a:p>
          <a:endParaRPr lang="en-US"/>
        </a:p>
      </dgm:t>
    </dgm:pt>
    <dgm:pt modelId="{5726A336-FF94-442A-B93B-74C6B12EA9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version 3.10+</a:t>
          </a:r>
        </a:p>
      </dgm:t>
    </dgm:pt>
    <dgm:pt modelId="{ACCD651F-6533-4984-8E39-AC5E1C4BCCCE}" type="parTrans" cxnId="{829CF73A-BB33-469D-A3A3-83E4289B5301}">
      <dgm:prSet/>
      <dgm:spPr/>
      <dgm:t>
        <a:bodyPr/>
        <a:lstStyle/>
        <a:p>
          <a:endParaRPr lang="en-US"/>
        </a:p>
      </dgm:t>
    </dgm:pt>
    <dgm:pt modelId="{BBD144FA-E8D8-43FD-A091-7C714344B827}" type="sibTrans" cxnId="{829CF73A-BB33-469D-A3A3-83E4289B5301}">
      <dgm:prSet/>
      <dgm:spPr/>
      <dgm:t>
        <a:bodyPr/>
        <a:lstStyle/>
        <a:p>
          <a:endParaRPr lang="en-US"/>
        </a:p>
      </dgm:t>
    </dgm:pt>
    <dgm:pt modelId="{D8F90494-1DB5-41A1-BDBA-D077D24796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See requirements.txt for full venv details.</a:t>
          </a:r>
        </a:p>
      </dgm:t>
    </dgm:pt>
    <dgm:pt modelId="{58B3DE85-4D40-48EC-B538-9A8CE1AD541C}" type="parTrans" cxnId="{6107C7E3-DEA5-4E91-A1B2-410BC5EA30CB}">
      <dgm:prSet/>
      <dgm:spPr/>
      <dgm:t>
        <a:bodyPr/>
        <a:lstStyle/>
        <a:p>
          <a:endParaRPr lang="en-US"/>
        </a:p>
      </dgm:t>
    </dgm:pt>
    <dgm:pt modelId="{0EF3B981-4D98-4215-B423-7F5F642C57DB}" type="sibTrans" cxnId="{6107C7E3-DEA5-4E91-A1B2-410BC5EA30CB}">
      <dgm:prSet/>
      <dgm:spPr/>
      <dgm:t>
        <a:bodyPr/>
        <a:lstStyle/>
        <a:p>
          <a:endParaRPr lang="en-US"/>
        </a:p>
      </dgm:t>
    </dgm:pt>
    <dgm:pt modelId="{1C78D422-3D19-4A38-A475-3F7A3595C1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Created a Streamlit application that runs locally on port 8501.</a:t>
          </a:r>
        </a:p>
      </dgm:t>
    </dgm:pt>
    <dgm:pt modelId="{9211078C-3ADD-4D71-BE19-F19C9863CB3B}" type="parTrans" cxnId="{B30E1919-C454-4C41-8349-A04258403ECF}">
      <dgm:prSet/>
      <dgm:spPr/>
      <dgm:t>
        <a:bodyPr/>
        <a:lstStyle/>
        <a:p>
          <a:endParaRPr lang="en-US"/>
        </a:p>
      </dgm:t>
    </dgm:pt>
    <dgm:pt modelId="{1065E1DC-7BF3-4275-B22B-4B0E3DDEB5C8}" type="sibTrans" cxnId="{B30E1919-C454-4C41-8349-A04258403ECF}">
      <dgm:prSet/>
      <dgm:spPr/>
      <dgm:t>
        <a:bodyPr/>
        <a:lstStyle/>
        <a:p>
          <a:endParaRPr lang="en-US"/>
        </a:p>
      </dgm:t>
    </dgm:pt>
    <dgm:pt modelId="{014A80B4-A787-4B86-B097-F5030C8FD5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Scripts were created in a WSL2 Debian distribution on Windows 11.</a:t>
          </a:r>
        </a:p>
      </dgm:t>
    </dgm:pt>
    <dgm:pt modelId="{5109E0B2-341F-4FC7-9873-5C882FAB43D0}" type="parTrans" cxnId="{55333911-5F64-4116-910B-3131B44661DD}">
      <dgm:prSet/>
      <dgm:spPr/>
      <dgm:t>
        <a:bodyPr/>
        <a:lstStyle/>
        <a:p>
          <a:endParaRPr lang="en-US"/>
        </a:p>
      </dgm:t>
    </dgm:pt>
    <dgm:pt modelId="{C7C047C1-0B76-41D7-9E34-46D15C1EF06A}" type="sibTrans" cxnId="{55333911-5F64-4116-910B-3131B44661DD}">
      <dgm:prSet/>
      <dgm:spPr/>
      <dgm:t>
        <a:bodyPr/>
        <a:lstStyle/>
        <a:p>
          <a:endParaRPr lang="en-US"/>
        </a:p>
      </dgm:t>
    </dgm:pt>
    <dgm:pt modelId="{DBC07985-C8CC-4FA4-9605-183121DC93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GitHub Repo: https://github.com/jeffmoe/CST_605_Week7.git</a:t>
          </a:r>
          <a:endParaRPr lang="en-US" dirty="0"/>
        </a:p>
      </dgm:t>
    </dgm:pt>
    <dgm:pt modelId="{076F1403-0798-486A-9C4D-4DEC13730BA1}" type="parTrans" cxnId="{FAEACF19-BB63-47EB-BD14-FE5FE4CB9A35}">
      <dgm:prSet/>
      <dgm:spPr/>
      <dgm:t>
        <a:bodyPr/>
        <a:lstStyle/>
        <a:p>
          <a:endParaRPr lang="en-US"/>
        </a:p>
      </dgm:t>
    </dgm:pt>
    <dgm:pt modelId="{AA12B9A6-39B3-409A-BA48-F9B7C0ECA1A4}" type="sibTrans" cxnId="{FAEACF19-BB63-47EB-BD14-FE5FE4CB9A35}">
      <dgm:prSet/>
      <dgm:spPr/>
      <dgm:t>
        <a:bodyPr/>
        <a:lstStyle/>
        <a:p>
          <a:endParaRPr lang="en-US"/>
        </a:p>
      </dgm:t>
    </dgm:pt>
    <dgm:pt modelId="{51F3A144-5E47-45F8-919F-167CD198D970}" type="pres">
      <dgm:prSet presAssocID="{BACC1ADF-A4CE-4C9C-9ADA-A452343B045C}" presName="root" presStyleCnt="0">
        <dgm:presLayoutVars>
          <dgm:dir/>
          <dgm:resizeHandles val="exact"/>
        </dgm:presLayoutVars>
      </dgm:prSet>
      <dgm:spPr/>
    </dgm:pt>
    <dgm:pt modelId="{00AD1061-E261-4939-8223-C71F7F627CA0}" type="pres">
      <dgm:prSet presAssocID="{ECDC6585-C6DF-4C07-809F-7F82969C1A98}" presName="compNode" presStyleCnt="0"/>
      <dgm:spPr/>
    </dgm:pt>
    <dgm:pt modelId="{F014394F-4375-4780-9CBC-576914DA16B1}" type="pres">
      <dgm:prSet presAssocID="{ECDC6585-C6DF-4C07-809F-7F82969C1A98}" presName="bgRect" presStyleLbl="bgShp" presStyleIdx="0" presStyleCnt="5"/>
      <dgm:spPr/>
    </dgm:pt>
    <dgm:pt modelId="{40144F33-D898-4124-A83C-AA64AA4616FB}" type="pres">
      <dgm:prSet presAssocID="{ECDC6585-C6DF-4C07-809F-7F82969C1A9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4791ABD-6FB0-4F3D-8614-71C3F8C22149}" type="pres">
      <dgm:prSet presAssocID="{ECDC6585-C6DF-4C07-809F-7F82969C1A98}" presName="spaceRect" presStyleCnt="0"/>
      <dgm:spPr/>
    </dgm:pt>
    <dgm:pt modelId="{B4D41F06-E291-4082-A587-AED590348FF0}" type="pres">
      <dgm:prSet presAssocID="{ECDC6585-C6DF-4C07-809F-7F82969C1A98}" presName="parTx" presStyleLbl="revTx" presStyleIdx="0" presStyleCnt="7">
        <dgm:presLayoutVars>
          <dgm:chMax val="0"/>
          <dgm:chPref val="0"/>
        </dgm:presLayoutVars>
      </dgm:prSet>
      <dgm:spPr/>
    </dgm:pt>
    <dgm:pt modelId="{F41F1F83-0983-4A4A-990C-527167D454B5}" type="pres">
      <dgm:prSet presAssocID="{ECDC6585-C6DF-4C07-809F-7F82969C1A98}" presName="desTx" presStyleLbl="revTx" presStyleIdx="1" presStyleCnt="7">
        <dgm:presLayoutVars/>
      </dgm:prSet>
      <dgm:spPr/>
    </dgm:pt>
    <dgm:pt modelId="{82E36260-09C5-481F-B780-F578F7870435}" type="pres">
      <dgm:prSet presAssocID="{3406D2FA-F2E7-469E-85D8-B999E0B4B4FA}" presName="sibTrans" presStyleCnt="0"/>
      <dgm:spPr/>
    </dgm:pt>
    <dgm:pt modelId="{A492F378-CC6D-430A-83CB-84542636FB92}" type="pres">
      <dgm:prSet presAssocID="{0D6F1CF7-AF80-4A5F-B6A9-469739AA5E46}" presName="compNode" presStyleCnt="0"/>
      <dgm:spPr/>
    </dgm:pt>
    <dgm:pt modelId="{3017126A-268F-4B80-8F40-BAB10E2317E2}" type="pres">
      <dgm:prSet presAssocID="{0D6F1CF7-AF80-4A5F-B6A9-469739AA5E46}" presName="bgRect" presStyleLbl="bgShp" presStyleIdx="1" presStyleCnt="5"/>
      <dgm:spPr/>
    </dgm:pt>
    <dgm:pt modelId="{EDE95699-DB7C-4A32-9BAF-BBD18F83C38D}" type="pres">
      <dgm:prSet presAssocID="{0D6F1CF7-AF80-4A5F-B6A9-469739AA5E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8C39510-02F5-4655-A4F2-DFD7AB4CFE9D}" type="pres">
      <dgm:prSet presAssocID="{0D6F1CF7-AF80-4A5F-B6A9-469739AA5E46}" presName="spaceRect" presStyleCnt="0"/>
      <dgm:spPr/>
    </dgm:pt>
    <dgm:pt modelId="{F3936BC3-0F37-4307-B170-FA4C297EA373}" type="pres">
      <dgm:prSet presAssocID="{0D6F1CF7-AF80-4A5F-B6A9-469739AA5E46}" presName="parTx" presStyleLbl="revTx" presStyleIdx="2" presStyleCnt="7">
        <dgm:presLayoutVars>
          <dgm:chMax val="0"/>
          <dgm:chPref val="0"/>
        </dgm:presLayoutVars>
      </dgm:prSet>
      <dgm:spPr/>
    </dgm:pt>
    <dgm:pt modelId="{6E74164B-6E37-4CF7-A86F-0A1FA4E12CF3}" type="pres">
      <dgm:prSet presAssocID="{0D6F1CF7-AF80-4A5F-B6A9-469739AA5E46}" presName="desTx" presStyleLbl="revTx" presStyleIdx="3" presStyleCnt="7">
        <dgm:presLayoutVars/>
      </dgm:prSet>
      <dgm:spPr/>
    </dgm:pt>
    <dgm:pt modelId="{A387234B-614F-4A91-8F93-39E432D995F7}" type="pres">
      <dgm:prSet presAssocID="{6222C8F9-D59A-47F2-A83C-0AEAE58EE181}" presName="sibTrans" presStyleCnt="0"/>
      <dgm:spPr/>
    </dgm:pt>
    <dgm:pt modelId="{9F3B9782-E9BD-4CFC-8CF4-A15BF05C534B}" type="pres">
      <dgm:prSet presAssocID="{1C78D422-3D19-4A38-A475-3F7A3595C1F1}" presName="compNode" presStyleCnt="0"/>
      <dgm:spPr/>
    </dgm:pt>
    <dgm:pt modelId="{8D40ACE9-746E-4F49-A818-EB79E037C9CD}" type="pres">
      <dgm:prSet presAssocID="{1C78D422-3D19-4A38-A475-3F7A3595C1F1}" presName="bgRect" presStyleLbl="bgShp" presStyleIdx="2" presStyleCnt="5"/>
      <dgm:spPr/>
    </dgm:pt>
    <dgm:pt modelId="{0F2B32B0-45FE-4893-8B0D-C97B35B9F1FC}" type="pres">
      <dgm:prSet presAssocID="{1C78D422-3D19-4A38-A475-3F7A3595C1F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8E5B8A1-AD34-4C11-B3DC-4BAF866CDC5A}" type="pres">
      <dgm:prSet presAssocID="{1C78D422-3D19-4A38-A475-3F7A3595C1F1}" presName="spaceRect" presStyleCnt="0"/>
      <dgm:spPr/>
    </dgm:pt>
    <dgm:pt modelId="{C8D9E6D0-4AF9-410A-A270-D3DEF59A7F8D}" type="pres">
      <dgm:prSet presAssocID="{1C78D422-3D19-4A38-A475-3F7A3595C1F1}" presName="parTx" presStyleLbl="revTx" presStyleIdx="4" presStyleCnt="7">
        <dgm:presLayoutVars>
          <dgm:chMax val="0"/>
          <dgm:chPref val="0"/>
        </dgm:presLayoutVars>
      </dgm:prSet>
      <dgm:spPr/>
    </dgm:pt>
    <dgm:pt modelId="{F09CFEEA-92F4-4543-BC05-2735C8566E00}" type="pres">
      <dgm:prSet presAssocID="{1065E1DC-7BF3-4275-B22B-4B0E3DDEB5C8}" presName="sibTrans" presStyleCnt="0"/>
      <dgm:spPr/>
    </dgm:pt>
    <dgm:pt modelId="{FCB37037-512D-475C-BAB7-FE62768AD115}" type="pres">
      <dgm:prSet presAssocID="{014A80B4-A787-4B86-B097-F5030C8FD5DC}" presName="compNode" presStyleCnt="0"/>
      <dgm:spPr/>
    </dgm:pt>
    <dgm:pt modelId="{616EC60F-F4A7-4588-B8A2-F6431AA82343}" type="pres">
      <dgm:prSet presAssocID="{014A80B4-A787-4B86-B097-F5030C8FD5DC}" presName="bgRect" presStyleLbl="bgShp" presStyleIdx="3" presStyleCnt="5"/>
      <dgm:spPr/>
    </dgm:pt>
    <dgm:pt modelId="{4777866A-D68E-4DE1-96AF-5A3E3496EE3C}" type="pres">
      <dgm:prSet presAssocID="{014A80B4-A787-4B86-B097-F5030C8FD5D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og"/>
        </a:ext>
      </dgm:extLst>
    </dgm:pt>
    <dgm:pt modelId="{F685284D-B796-483F-80AA-C1514E5E503A}" type="pres">
      <dgm:prSet presAssocID="{014A80B4-A787-4B86-B097-F5030C8FD5DC}" presName="spaceRect" presStyleCnt="0"/>
      <dgm:spPr/>
    </dgm:pt>
    <dgm:pt modelId="{8292790E-17D5-4925-ABF7-3F2C91949A1B}" type="pres">
      <dgm:prSet presAssocID="{014A80B4-A787-4B86-B097-F5030C8FD5DC}" presName="parTx" presStyleLbl="revTx" presStyleIdx="5" presStyleCnt="7">
        <dgm:presLayoutVars>
          <dgm:chMax val="0"/>
          <dgm:chPref val="0"/>
        </dgm:presLayoutVars>
      </dgm:prSet>
      <dgm:spPr/>
    </dgm:pt>
    <dgm:pt modelId="{C6CDE573-6703-4F0A-8320-7630690529F3}" type="pres">
      <dgm:prSet presAssocID="{C7C047C1-0B76-41D7-9E34-46D15C1EF06A}" presName="sibTrans" presStyleCnt="0"/>
      <dgm:spPr/>
    </dgm:pt>
    <dgm:pt modelId="{8406B303-7CD3-4F29-9585-0E576263D76F}" type="pres">
      <dgm:prSet presAssocID="{DBC07985-C8CC-4FA4-9605-183121DC9308}" presName="compNode" presStyleCnt="0"/>
      <dgm:spPr/>
    </dgm:pt>
    <dgm:pt modelId="{6835CDB8-82DA-4395-9FB0-67288CE16F1B}" type="pres">
      <dgm:prSet presAssocID="{DBC07985-C8CC-4FA4-9605-183121DC9308}" presName="bgRect" presStyleLbl="bgShp" presStyleIdx="4" presStyleCnt="5"/>
      <dgm:spPr/>
    </dgm:pt>
    <dgm:pt modelId="{699041EA-B7B5-4F3B-ADA4-4893B62A595A}" type="pres">
      <dgm:prSet presAssocID="{DBC07985-C8CC-4FA4-9605-183121DC930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learning language with solid fill"/>
        </a:ext>
      </dgm:extLst>
    </dgm:pt>
    <dgm:pt modelId="{A1BB3B54-71A0-4D19-A11F-94AC7FC72AE9}" type="pres">
      <dgm:prSet presAssocID="{DBC07985-C8CC-4FA4-9605-183121DC9308}" presName="spaceRect" presStyleCnt="0"/>
      <dgm:spPr/>
    </dgm:pt>
    <dgm:pt modelId="{3BB04F45-CC6E-424E-8EFE-346C703D78DC}" type="pres">
      <dgm:prSet presAssocID="{DBC07985-C8CC-4FA4-9605-183121DC930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55333911-5F64-4116-910B-3131B44661DD}" srcId="{BACC1ADF-A4CE-4C9C-9ADA-A452343B045C}" destId="{014A80B4-A787-4B86-B097-F5030C8FD5DC}" srcOrd="3" destOrd="0" parTransId="{5109E0B2-341F-4FC7-9873-5C882FAB43D0}" sibTransId="{C7C047C1-0B76-41D7-9E34-46D15C1EF06A}"/>
    <dgm:cxn modelId="{B30E1919-C454-4C41-8349-A04258403ECF}" srcId="{BACC1ADF-A4CE-4C9C-9ADA-A452343B045C}" destId="{1C78D422-3D19-4A38-A475-3F7A3595C1F1}" srcOrd="2" destOrd="0" parTransId="{9211078C-3ADD-4D71-BE19-F19C9863CB3B}" sibTransId="{1065E1DC-7BF3-4275-B22B-4B0E3DDEB5C8}"/>
    <dgm:cxn modelId="{FAEACF19-BB63-47EB-BD14-FE5FE4CB9A35}" srcId="{BACC1ADF-A4CE-4C9C-9ADA-A452343B045C}" destId="{DBC07985-C8CC-4FA4-9605-183121DC9308}" srcOrd="4" destOrd="0" parTransId="{076F1403-0798-486A-9C4D-4DEC13730BA1}" sibTransId="{AA12B9A6-39B3-409A-BA48-F9B7C0ECA1A4}"/>
    <dgm:cxn modelId="{3B49AB36-5426-4E97-BF06-F2C837A9752E}" type="presOf" srcId="{BACC1ADF-A4CE-4C9C-9ADA-A452343B045C}" destId="{51F3A144-5E47-45F8-919F-167CD198D970}" srcOrd="0" destOrd="0" presId="urn:microsoft.com/office/officeart/2018/2/layout/IconVerticalSolidList"/>
    <dgm:cxn modelId="{7B38B937-1A48-4D65-B5D3-23AD95F80F1D}" type="presOf" srcId="{6B5BC1A1-DCD9-4410-83B4-D04D66E68317}" destId="{F41F1F83-0983-4A4A-990C-527167D454B5}" srcOrd="0" destOrd="0" presId="urn:microsoft.com/office/officeart/2018/2/layout/IconVerticalSolidList"/>
    <dgm:cxn modelId="{829CF73A-BB33-469D-A3A3-83E4289B5301}" srcId="{0D6F1CF7-AF80-4A5F-B6A9-469739AA5E46}" destId="{5726A336-FF94-442A-B93B-74C6B12EA9A0}" srcOrd="0" destOrd="0" parTransId="{ACCD651F-6533-4984-8E39-AC5E1C4BCCCE}" sibTransId="{BBD144FA-E8D8-43FD-A091-7C714344B827}"/>
    <dgm:cxn modelId="{0CA2843D-13D8-4045-9C7C-D54E93AA7FD8}" type="presOf" srcId="{ECDC6585-C6DF-4C07-809F-7F82969C1A98}" destId="{B4D41F06-E291-4082-A587-AED590348FF0}" srcOrd="0" destOrd="0" presId="urn:microsoft.com/office/officeart/2018/2/layout/IconVerticalSolidList"/>
    <dgm:cxn modelId="{C6FB0872-4DF7-4382-A23E-25FD179D3D7C}" type="presOf" srcId="{5726A336-FF94-442A-B93B-74C6B12EA9A0}" destId="{6E74164B-6E37-4CF7-A86F-0A1FA4E12CF3}" srcOrd="0" destOrd="0" presId="urn:microsoft.com/office/officeart/2018/2/layout/IconVerticalSolidList"/>
    <dgm:cxn modelId="{BCC9ED56-EC01-44A0-921F-A65AF8A3ADD0}" type="presOf" srcId="{014A80B4-A787-4B86-B097-F5030C8FD5DC}" destId="{8292790E-17D5-4925-ABF7-3F2C91949A1B}" srcOrd="0" destOrd="0" presId="urn:microsoft.com/office/officeart/2018/2/layout/IconVerticalSolidList"/>
    <dgm:cxn modelId="{5E6CE5A4-0C3A-469C-ADC6-A82C8DC7217B}" srcId="{ECDC6585-C6DF-4C07-809F-7F82969C1A98}" destId="{A75739D3-8CE1-41CD-A8FF-0CBECCFBC991}" srcOrd="1" destOrd="0" parTransId="{6C59EBEE-CD1A-49F6-B411-865B624D241E}" sibTransId="{C01BABFA-AD71-49B6-B6DC-B0D75CC337D9}"/>
    <dgm:cxn modelId="{29B384B0-F2A9-462F-8925-C079DC19CF03}" type="presOf" srcId="{A75739D3-8CE1-41CD-A8FF-0CBECCFBC991}" destId="{F41F1F83-0983-4A4A-990C-527167D454B5}" srcOrd="0" destOrd="1" presId="urn:microsoft.com/office/officeart/2018/2/layout/IconVerticalSolidList"/>
    <dgm:cxn modelId="{34C20CB8-9551-4039-99E9-BA82DB56B86F}" type="presOf" srcId="{DBC07985-C8CC-4FA4-9605-183121DC9308}" destId="{3BB04F45-CC6E-424E-8EFE-346C703D78DC}" srcOrd="0" destOrd="0" presId="urn:microsoft.com/office/officeart/2018/2/layout/IconVerticalSolidList"/>
    <dgm:cxn modelId="{1C6DE9BA-1551-417D-BCE2-9BF1F2563069}" type="presOf" srcId="{D8F90494-1DB5-41A1-BDBA-D077D24796F8}" destId="{6E74164B-6E37-4CF7-A86F-0A1FA4E12CF3}" srcOrd="0" destOrd="1" presId="urn:microsoft.com/office/officeart/2018/2/layout/IconVerticalSolidList"/>
    <dgm:cxn modelId="{B787E7BC-7DC4-43CE-A0B1-D3FD8D0A31B9}" type="presOf" srcId="{1C78D422-3D19-4A38-A475-3F7A3595C1F1}" destId="{C8D9E6D0-4AF9-410A-A270-D3DEF59A7F8D}" srcOrd="0" destOrd="0" presId="urn:microsoft.com/office/officeart/2018/2/layout/IconVerticalSolidList"/>
    <dgm:cxn modelId="{63D995D4-9203-453F-B06C-48F7EAE3D8AB}" srcId="{BACC1ADF-A4CE-4C9C-9ADA-A452343B045C}" destId="{0D6F1CF7-AF80-4A5F-B6A9-469739AA5E46}" srcOrd="1" destOrd="0" parTransId="{3E83A230-AB31-4416-95BA-F94D039D650D}" sibTransId="{6222C8F9-D59A-47F2-A83C-0AEAE58EE181}"/>
    <dgm:cxn modelId="{6107C7E3-DEA5-4E91-A1B2-410BC5EA30CB}" srcId="{0D6F1CF7-AF80-4A5F-B6A9-469739AA5E46}" destId="{D8F90494-1DB5-41A1-BDBA-D077D24796F8}" srcOrd="1" destOrd="0" parTransId="{58B3DE85-4D40-48EC-B538-9A8CE1AD541C}" sibTransId="{0EF3B981-4D98-4215-B423-7F5F642C57DB}"/>
    <dgm:cxn modelId="{9F865CF4-A039-48CB-A78D-976EDCA1729A}" srcId="{ECDC6585-C6DF-4C07-809F-7F82969C1A98}" destId="{6B5BC1A1-DCD9-4410-83B4-D04D66E68317}" srcOrd="0" destOrd="0" parTransId="{8EA935E3-063C-4F49-B487-4B066FB9BF79}" sibTransId="{A6B883C1-8CA8-4DA8-8817-F1D97D2A4EBF}"/>
    <dgm:cxn modelId="{C788AEF9-F99F-40F2-BBAF-C123B50DD337}" type="presOf" srcId="{0D6F1CF7-AF80-4A5F-B6A9-469739AA5E46}" destId="{F3936BC3-0F37-4307-B170-FA4C297EA373}" srcOrd="0" destOrd="0" presId="urn:microsoft.com/office/officeart/2018/2/layout/IconVerticalSolidList"/>
    <dgm:cxn modelId="{11C168FC-13A5-4F57-A123-6A97CDE5CC8E}" srcId="{BACC1ADF-A4CE-4C9C-9ADA-A452343B045C}" destId="{ECDC6585-C6DF-4C07-809F-7F82969C1A98}" srcOrd="0" destOrd="0" parTransId="{AD57F948-BDC9-4C6C-BAE9-67A767E02679}" sibTransId="{3406D2FA-F2E7-469E-85D8-B999E0B4B4FA}"/>
    <dgm:cxn modelId="{97A25F37-7B4D-4FC3-871E-5FA75E312AF7}" type="presParOf" srcId="{51F3A144-5E47-45F8-919F-167CD198D970}" destId="{00AD1061-E261-4939-8223-C71F7F627CA0}" srcOrd="0" destOrd="0" presId="urn:microsoft.com/office/officeart/2018/2/layout/IconVerticalSolidList"/>
    <dgm:cxn modelId="{EDB7BCB3-D203-4201-B315-E48CB7C6A900}" type="presParOf" srcId="{00AD1061-E261-4939-8223-C71F7F627CA0}" destId="{F014394F-4375-4780-9CBC-576914DA16B1}" srcOrd="0" destOrd="0" presId="urn:microsoft.com/office/officeart/2018/2/layout/IconVerticalSolidList"/>
    <dgm:cxn modelId="{0379EB8C-D436-452F-AC91-C6B2C96C019C}" type="presParOf" srcId="{00AD1061-E261-4939-8223-C71F7F627CA0}" destId="{40144F33-D898-4124-A83C-AA64AA4616FB}" srcOrd="1" destOrd="0" presId="urn:microsoft.com/office/officeart/2018/2/layout/IconVerticalSolidList"/>
    <dgm:cxn modelId="{C4A1E79A-8476-43D3-BAEC-4500F6DB455E}" type="presParOf" srcId="{00AD1061-E261-4939-8223-C71F7F627CA0}" destId="{B4791ABD-6FB0-4F3D-8614-71C3F8C22149}" srcOrd="2" destOrd="0" presId="urn:microsoft.com/office/officeart/2018/2/layout/IconVerticalSolidList"/>
    <dgm:cxn modelId="{A4AC7171-70F9-4F31-90C2-A6AED5136BE5}" type="presParOf" srcId="{00AD1061-E261-4939-8223-C71F7F627CA0}" destId="{B4D41F06-E291-4082-A587-AED590348FF0}" srcOrd="3" destOrd="0" presId="urn:microsoft.com/office/officeart/2018/2/layout/IconVerticalSolidList"/>
    <dgm:cxn modelId="{7109861D-5452-4E8F-8098-2CFF05558C67}" type="presParOf" srcId="{00AD1061-E261-4939-8223-C71F7F627CA0}" destId="{F41F1F83-0983-4A4A-990C-527167D454B5}" srcOrd="4" destOrd="0" presId="urn:microsoft.com/office/officeart/2018/2/layout/IconVerticalSolidList"/>
    <dgm:cxn modelId="{EA3DFDA4-932E-4A1E-86F0-667AB4184C3A}" type="presParOf" srcId="{51F3A144-5E47-45F8-919F-167CD198D970}" destId="{82E36260-09C5-481F-B780-F578F7870435}" srcOrd="1" destOrd="0" presId="urn:microsoft.com/office/officeart/2018/2/layout/IconVerticalSolidList"/>
    <dgm:cxn modelId="{7329B67E-724F-49FA-9504-F0DEE56EBED5}" type="presParOf" srcId="{51F3A144-5E47-45F8-919F-167CD198D970}" destId="{A492F378-CC6D-430A-83CB-84542636FB92}" srcOrd="2" destOrd="0" presId="urn:microsoft.com/office/officeart/2018/2/layout/IconVerticalSolidList"/>
    <dgm:cxn modelId="{534DEC98-7A21-4C78-BD4C-D5484A1ABBE5}" type="presParOf" srcId="{A492F378-CC6D-430A-83CB-84542636FB92}" destId="{3017126A-268F-4B80-8F40-BAB10E2317E2}" srcOrd="0" destOrd="0" presId="urn:microsoft.com/office/officeart/2018/2/layout/IconVerticalSolidList"/>
    <dgm:cxn modelId="{30FEBE0B-42C2-4B22-ADB2-6369A9AB78C0}" type="presParOf" srcId="{A492F378-CC6D-430A-83CB-84542636FB92}" destId="{EDE95699-DB7C-4A32-9BAF-BBD18F83C38D}" srcOrd="1" destOrd="0" presId="urn:microsoft.com/office/officeart/2018/2/layout/IconVerticalSolidList"/>
    <dgm:cxn modelId="{B6D2E197-E234-4D67-9EBC-68188AA55008}" type="presParOf" srcId="{A492F378-CC6D-430A-83CB-84542636FB92}" destId="{E8C39510-02F5-4655-A4F2-DFD7AB4CFE9D}" srcOrd="2" destOrd="0" presId="urn:microsoft.com/office/officeart/2018/2/layout/IconVerticalSolidList"/>
    <dgm:cxn modelId="{0F93029D-AAF5-44BF-B287-F864DB1A0C79}" type="presParOf" srcId="{A492F378-CC6D-430A-83CB-84542636FB92}" destId="{F3936BC3-0F37-4307-B170-FA4C297EA373}" srcOrd="3" destOrd="0" presId="urn:microsoft.com/office/officeart/2018/2/layout/IconVerticalSolidList"/>
    <dgm:cxn modelId="{36BDBABA-F294-4ECB-980C-42A3405D3CA7}" type="presParOf" srcId="{A492F378-CC6D-430A-83CB-84542636FB92}" destId="{6E74164B-6E37-4CF7-A86F-0A1FA4E12CF3}" srcOrd="4" destOrd="0" presId="urn:microsoft.com/office/officeart/2018/2/layout/IconVerticalSolidList"/>
    <dgm:cxn modelId="{DA700949-96AC-4BC1-883B-F6848FD67695}" type="presParOf" srcId="{51F3A144-5E47-45F8-919F-167CD198D970}" destId="{A387234B-614F-4A91-8F93-39E432D995F7}" srcOrd="3" destOrd="0" presId="urn:microsoft.com/office/officeart/2018/2/layout/IconVerticalSolidList"/>
    <dgm:cxn modelId="{5A1280C4-9AE9-4A16-B013-EDDC357D485F}" type="presParOf" srcId="{51F3A144-5E47-45F8-919F-167CD198D970}" destId="{9F3B9782-E9BD-4CFC-8CF4-A15BF05C534B}" srcOrd="4" destOrd="0" presId="urn:microsoft.com/office/officeart/2018/2/layout/IconVerticalSolidList"/>
    <dgm:cxn modelId="{27C08C45-FB85-45C5-9FE0-156761BECCA6}" type="presParOf" srcId="{9F3B9782-E9BD-4CFC-8CF4-A15BF05C534B}" destId="{8D40ACE9-746E-4F49-A818-EB79E037C9CD}" srcOrd="0" destOrd="0" presId="urn:microsoft.com/office/officeart/2018/2/layout/IconVerticalSolidList"/>
    <dgm:cxn modelId="{B74EEBC6-0B33-4F7F-A127-BE5AC9A12872}" type="presParOf" srcId="{9F3B9782-E9BD-4CFC-8CF4-A15BF05C534B}" destId="{0F2B32B0-45FE-4893-8B0D-C97B35B9F1FC}" srcOrd="1" destOrd="0" presId="urn:microsoft.com/office/officeart/2018/2/layout/IconVerticalSolidList"/>
    <dgm:cxn modelId="{6CF557E1-9EB0-4FEA-8F99-82ED5FD2CFB5}" type="presParOf" srcId="{9F3B9782-E9BD-4CFC-8CF4-A15BF05C534B}" destId="{38E5B8A1-AD34-4C11-B3DC-4BAF866CDC5A}" srcOrd="2" destOrd="0" presId="urn:microsoft.com/office/officeart/2018/2/layout/IconVerticalSolidList"/>
    <dgm:cxn modelId="{C1DB4CC1-2FA5-4AD7-89E6-BB20A2A90E54}" type="presParOf" srcId="{9F3B9782-E9BD-4CFC-8CF4-A15BF05C534B}" destId="{C8D9E6D0-4AF9-410A-A270-D3DEF59A7F8D}" srcOrd="3" destOrd="0" presId="urn:microsoft.com/office/officeart/2018/2/layout/IconVerticalSolidList"/>
    <dgm:cxn modelId="{7A694891-E7BD-42FD-9EBA-3C200BA3E0BF}" type="presParOf" srcId="{51F3A144-5E47-45F8-919F-167CD198D970}" destId="{F09CFEEA-92F4-4543-BC05-2735C8566E00}" srcOrd="5" destOrd="0" presId="urn:microsoft.com/office/officeart/2018/2/layout/IconVerticalSolidList"/>
    <dgm:cxn modelId="{71756BA2-AAF6-4E24-841B-D204A89F8B69}" type="presParOf" srcId="{51F3A144-5E47-45F8-919F-167CD198D970}" destId="{FCB37037-512D-475C-BAB7-FE62768AD115}" srcOrd="6" destOrd="0" presId="urn:microsoft.com/office/officeart/2018/2/layout/IconVerticalSolidList"/>
    <dgm:cxn modelId="{5271282D-FECE-4C2D-A3C3-60EC522CAD04}" type="presParOf" srcId="{FCB37037-512D-475C-BAB7-FE62768AD115}" destId="{616EC60F-F4A7-4588-B8A2-F6431AA82343}" srcOrd="0" destOrd="0" presId="urn:microsoft.com/office/officeart/2018/2/layout/IconVerticalSolidList"/>
    <dgm:cxn modelId="{BD49FABD-9E5A-40E0-91A0-18A6E4FEB123}" type="presParOf" srcId="{FCB37037-512D-475C-BAB7-FE62768AD115}" destId="{4777866A-D68E-4DE1-96AF-5A3E3496EE3C}" srcOrd="1" destOrd="0" presId="urn:microsoft.com/office/officeart/2018/2/layout/IconVerticalSolidList"/>
    <dgm:cxn modelId="{F78E1F8C-91F9-44FE-85C8-BD819E20292D}" type="presParOf" srcId="{FCB37037-512D-475C-BAB7-FE62768AD115}" destId="{F685284D-B796-483F-80AA-C1514E5E503A}" srcOrd="2" destOrd="0" presId="urn:microsoft.com/office/officeart/2018/2/layout/IconVerticalSolidList"/>
    <dgm:cxn modelId="{030DF6F7-7BCC-4B5E-B959-47F2D275B8B2}" type="presParOf" srcId="{FCB37037-512D-475C-BAB7-FE62768AD115}" destId="{8292790E-17D5-4925-ABF7-3F2C91949A1B}" srcOrd="3" destOrd="0" presId="urn:microsoft.com/office/officeart/2018/2/layout/IconVerticalSolidList"/>
    <dgm:cxn modelId="{E58AF26B-2A38-485A-AA88-C06024784F71}" type="presParOf" srcId="{51F3A144-5E47-45F8-919F-167CD198D970}" destId="{C6CDE573-6703-4F0A-8320-7630690529F3}" srcOrd="7" destOrd="0" presId="urn:microsoft.com/office/officeart/2018/2/layout/IconVerticalSolidList"/>
    <dgm:cxn modelId="{6D6F61A1-9F4D-43AF-8F84-34F0ECFAFCE8}" type="presParOf" srcId="{51F3A144-5E47-45F8-919F-167CD198D970}" destId="{8406B303-7CD3-4F29-9585-0E576263D76F}" srcOrd="8" destOrd="0" presId="urn:microsoft.com/office/officeart/2018/2/layout/IconVerticalSolidList"/>
    <dgm:cxn modelId="{C4900CFB-9CD7-49B0-A5BB-DF1AE49EB78D}" type="presParOf" srcId="{8406B303-7CD3-4F29-9585-0E576263D76F}" destId="{6835CDB8-82DA-4395-9FB0-67288CE16F1B}" srcOrd="0" destOrd="0" presId="urn:microsoft.com/office/officeart/2018/2/layout/IconVerticalSolidList"/>
    <dgm:cxn modelId="{69E0418B-6CEA-4CAB-8422-06E9D66B7DC1}" type="presParOf" srcId="{8406B303-7CD3-4F29-9585-0E576263D76F}" destId="{699041EA-B7B5-4F3B-ADA4-4893B62A595A}" srcOrd="1" destOrd="0" presId="urn:microsoft.com/office/officeart/2018/2/layout/IconVerticalSolidList"/>
    <dgm:cxn modelId="{7DB9CCD1-489A-42BA-B0E2-BF0684ED8B63}" type="presParOf" srcId="{8406B303-7CD3-4F29-9585-0E576263D76F}" destId="{A1BB3B54-71A0-4D19-A11F-94AC7FC72AE9}" srcOrd="2" destOrd="0" presId="urn:microsoft.com/office/officeart/2018/2/layout/IconVerticalSolidList"/>
    <dgm:cxn modelId="{D9345347-F277-47D2-B535-BC577BB10864}" type="presParOf" srcId="{8406B303-7CD3-4F29-9585-0E576263D76F}" destId="{3BB04F45-CC6E-424E-8EFE-346C703D78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81DB9B-97A3-455F-84A9-F597BD5074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51B10D-BEC2-4FF8-BEBC-87BE5FF788A1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Finnhub.io Api</a:t>
          </a:r>
        </a:p>
      </dgm:t>
    </dgm:pt>
    <dgm:pt modelId="{A242994C-26FC-4D59-B767-E982450157EC}" type="parTrans" cxnId="{AC5B3D3B-FE35-4D0E-B9EA-D5A09A300DAA}">
      <dgm:prSet/>
      <dgm:spPr/>
      <dgm:t>
        <a:bodyPr/>
        <a:lstStyle/>
        <a:p>
          <a:endParaRPr lang="en-US"/>
        </a:p>
      </dgm:t>
    </dgm:pt>
    <dgm:pt modelId="{26F2E6C5-2F11-4C87-824B-2E8A97C28167}" type="sibTrans" cxnId="{AC5B3D3B-FE35-4D0E-B9EA-D5A09A300DAA}">
      <dgm:prSet/>
      <dgm:spPr/>
      <dgm:t>
        <a:bodyPr/>
        <a:lstStyle/>
        <a:p>
          <a:endParaRPr lang="en-US"/>
        </a:p>
      </dgm:t>
    </dgm:pt>
    <dgm:pt modelId="{1AB49EF1-E423-4518-90D4-B75BC488557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Kafka Producer (producer.py)</a:t>
          </a:r>
        </a:p>
      </dgm:t>
    </dgm:pt>
    <dgm:pt modelId="{8653B98E-0ABF-4C9D-AE99-A5D0FB975839}" type="parTrans" cxnId="{B2ACA944-5A35-42D9-8CB9-7FE19196D34D}">
      <dgm:prSet/>
      <dgm:spPr/>
      <dgm:t>
        <a:bodyPr/>
        <a:lstStyle/>
        <a:p>
          <a:endParaRPr lang="en-US"/>
        </a:p>
      </dgm:t>
    </dgm:pt>
    <dgm:pt modelId="{BFFE5F84-AAF5-4E78-9284-B4B7F07EC8A4}" type="sibTrans" cxnId="{B2ACA944-5A35-42D9-8CB9-7FE19196D34D}">
      <dgm:prSet/>
      <dgm:spPr/>
      <dgm:t>
        <a:bodyPr/>
        <a:lstStyle/>
        <a:p>
          <a:endParaRPr lang="en-US"/>
        </a:p>
      </dgm:t>
    </dgm:pt>
    <dgm:pt modelId="{0E3A4AB8-B621-4220-9DD1-45128C003010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Kafka Consumer (consumer_processor.py)</a:t>
          </a:r>
        </a:p>
      </dgm:t>
    </dgm:pt>
    <dgm:pt modelId="{CC70C20D-D7FA-48A1-BFF9-048E856ABAE8}" type="parTrans" cxnId="{6867B5EC-8424-4C4B-A798-0D21504877E3}">
      <dgm:prSet/>
      <dgm:spPr/>
      <dgm:t>
        <a:bodyPr/>
        <a:lstStyle/>
        <a:p>
          <a:endParaRPr lang="en-US"/>
        </a:p>
      </dgm:t>
    </dgm:pt>
    <dgm:pt modelId="{73E9D64D-58AF-487D-AD81-3DDABBEE1FBE}" type="sibTrans" cxnId="{6867B5EC-8424-4C4B-A798-0D21504877E3}">
      <dgm:prSet/>
      <dgm:spPr/>
      <dgm:t>
        <a:bodyPr/>
        <a:lstStyle/>
        <a:p>
          <a:endParaRPr lang="en-US"/>
        </a:p>
      </dgm:t>
    </dgm:pt>
    <dgm:pt modelId="{5961DCF3-F706-4599-87D7-BC3F9858B09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SGDRegressor Model (model_utils.py)</a:t>
          </a:r>
          <a:endParaRPr lang="en-US"/>
        </a:p>
      </dgm:t>
    </dgm:pt>
    <dgm:pt modelId="{DE6AF6D8-F380-450D-95E8-74A2440E91AE}" type="parTrans" cxnId="{E5280C92-FBFE-470C-8854-3B7EC458DA83}">
      <dgm:prSet/>
      <dgm:spPr/>
      <dgm:t>
        <a:bodyPr/>
        <a:lstStyle/>
        <a:p>
          <a:endParaRPr lang="en-US"/>
        </a:p>
      </dgm:t>
    </dgm:pt>
    <dgm:pt modelId="{DD41EAA3-D36B-409E-908A-E70816C80BD6}" type="sibTrans" cxnId="{E5280C92-FBFE-470C-8854-3B7EC458DA83}">
      <dgm:prSet/>
      <dgm:spPr/>
      <dgm:t>
        <a:bodyPr/>
        <a:lstStyle/>
        <a:p>
          <a:endParaRPr lang="en-US"/>
        </a:p>
      </dgm:t>
    </dgm:pt>
    <dgm:pt modelId="{3EF5B487-D563-4739-809A-CAEBAF946304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Price Predictor and Metric Dashboard (streamlit_app.py)</a:t>
          </a:r>
        </a:p>
      </dgm:t>
    </dgm:pt>
    <dgm:pt modelId="{5237B9D2-426F-4DEE-A49E-58369BE22D41}" type="parTrans" cxnId="{92426ECB-B7A1-4D19-A6F1-B6EACC927531}">
      <dgm:prSet/>
      <dgm:spPr/>
      <dgm:t>
        <a:bodyPr/>
        <a:lstStyle/>
        <a:p>
          <a:endParaRPr lang="en-US"/>
        </a:p>
      </dgm:t>
    </dgm:pt>
    <dgm:pt modelId="{CFE2CA71-3E60-4503-BFE7-D49752B79825}" type="sibTrans" cxnId="{92426ECB-B7A1-4D19-A6F1-B6EACC927531}">
      <dgm:prSet/>
      <dgm:spPr/>
      <dgm:t>
        <a:bodyPr/>
        <a:lstStyle/>
        <a:p>
          <a:endParaRPr lang="en-US"/>
        </a:p>
      </dgm:t>
    </dgm:pt>
    <dgm:pt modelId="{EA7C6AEC-A6E7-4D33-83DC-E682E44CE8B3}" type="pres">
      <dgm:prSet presAssocID="{2981DB9B-97A3-455F-84A9-F597BD50742E}" presName="root" presStyleCnt="0">
        <dgm:presLayoutVars>
          <dgm:dir/>
          <dgm:resizeHandles val="exact"/>
        </dgm:presLayoutVars>
      </dgm:prSet>
      <dgm:spPr/>
    </dgm:pt>
    <dgm:pt modelId="{6EEDBC44-545E-44A8-A794-22138167B2D1}" type="pres">
      <dgm:prSet presAssocID="{0151B10D-BEC2-4FF8-BEBC-87BE5FF788A1}" presName="compNode" presStyleCnt="0"/>
      <dgm:spPr/>
    </dgm:pt>
    <dgm:pt modelId="{5B9D0CCE-7BAD-4188-A3A9-9A0C16732526}" type="pres">
      <dgm:prSet presAssocID="{0151B10D-BEC2-4FF8-BEBC-87BE5FF788A1}" presName="bgRect" presStyleLbl="bgShp" presStyleIdx="0" presStyleCnt="5"/>
      <dgm:spPr/>
    </dgm:pt>
    <dgm:pt modelId="{CD0541C6-1FF9-4B71-8DC8-F7E351FDFF25}" type="pres">
      <dgm:prSet presAssocID="{0151B10D-BEC2-4FF8-BEBC-87BE5FF788A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F108A97F-0D38-4F3F-892C-7EDAFEDB21F9}" type="pres">
      <dgm:prSet presAssocID="{0151B10D-BEC2-4FF8-BEBC-87BE5FF788A1}" presName="spaceRect" presStyleCnt="0"/>
      <dgm:spPr/>
    </dgm:pt>
    <dgm:pt modelId="{DB13D5CB-7D95-4D76-88A3-C3AEBBC54248}" type="pres">
      <dgm:prSet presAssocID="{0151B10D-BEC2-4FF8-BEBC-87BE5FF788A1}" presName="parTx" presStyleLbl="revTx" presStyleIdx="0" presStyleCnt="5">
        <dgm:presLayoutVars>
          <dgm:chMax val="0"/>
          <dgm:chPref val="0"/>
        </dgm:presLayoutVars>
      </dgm:prSet>
      <dgm:spPr/>
    </dgm:pt>
    <dgm:pt modelId="{58C73286-A3DA-49F7-A7C5-86BF92A56741}" type="pres">
      <dgm:prSet presAssocID="{26F2E6C5-2F11-4C87-824B-2E8A97C28167}" presName="sibTrans" presStyleCnt="0"/>
      <dgm:spPr/>
    </dgm:pt>
    <dgm:pt modelId="{B1EA3F1C-D3AA-4B4F-91FE-A1211FE4B732}" type="pres">
      <dgm:prSet presAssocID="{1AB49EF1-E423-4518-90D4-B75BC4885572}" presName="compNode" presStyleCnt="0"/>
      <dgm:spPr/>
    </dgm:pt>
    <dgm:pt modelId="{E80ABBFD-A548-4A7A-B9A7-2856A942D6D4}" type="pres">
      <dgm:prSet presAssocID="{1AB49EF1-E423-4518-90D4-B75BC4885572}" presName="bgRect" presStyleLbl="bgShp" presStyleIdx="1" presStyleCnt="5"/>
      <dgm:spPr/>
    </dgm:pt>
    <dgm:pt modelId="{90F83D79-ED25-4A02-AA7D-3709ED998985}" type="pres">
      <dgm:prSet presAssocID="{1AB49EF1-E423-4518-90D4-B75BC488557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C53F2ACD-B3CC-4959-871A-9017ABCB4C0F}" type="pres">
      <dgm:prSet presAssocID="{1AB49EF1-E423-4518-90D4-B75BC4885572}" presName="spaceRect" presStyleCnt="0"/>
      <dgm:spPr/>
    </dgm:pt>
    <dgm:pt modelId="{D3EA7A7E-FA30-4E64-A8CA-BC9402419173}" type="pres">
      <dgm:prSet presAssocID="{1AB49EF1-E423-4518-90D4-B75BC4885572}" presName="parTx" presStyleLbl="revTx" presStyleIdx="1" presStyleCnt="5">
        <dgm:presLayoutVars>
          <dgm:chMax val="0"/>
          <dgm:chPref val="0"/>
        </dgm:presLayoutVars>
      </dgm:prSet>
      <dgm:spPr/>
    </dgm:pt>
    <dgm:pt modelId="{2B6145AB-F3A6-4263-8B49-2DDACC96D0C1}" type="pres">
      <dgm:prSet presAssocID="{BFFE5F84-AAF5-4E78-9284-B4B7F07EC8A4}" presName="sibTrans" presStyleCnt="0"/>
      <dgm:spPr/>
    </dgm:pt>
    <dgm:pt modelId="{E3E146B1-64D4-4F24-9594-EF486C398C3F}" type="pres">
      <dgm:prSet presAssocID="{0E3A4AB8-B621-4220-9DD1-45128C003010}" presName="compNode" presStyleCnt="0"/>
      <dgm:spPr/>
    </dgm:pt>
    <dgm:pt modelId="{0B351503-2F36-41E8-9566-11C0FF4EC67A}" type="pres">
      <dgm:prSet presAssocID="{0E3A4AB8-B621-4220-9DD1-45128C003010}" presName="bgRect" presStyleLbl="bgShp" presStyleIdx="2" presStyleCnt="5"/>
      <dgm:spPr/>
    </dgm:pt>
    <dgm:pt modelId="{2CE0ADCC-A7AF-4010-98FC-C88658F35D7F}" type="pres">
      <dgm:prSet presAssocID="{0E3A4AB8-B621-4220-9DD1-45128C00301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127949BC-9E0E-4466-BEBE-D429D60DC730}" type="pres">
      <dgm:prSet presAssocID="{0E3A4AB8-B621-4220-9DD1-45128C003010}" presName="spaceRect" presStyleCnt="0"/>
      <dgm:spPr/>
    </dgm:pt>
    <dgm:pt modelId="{E1E0CE58-3B76-4C4B-BFD3-CA0E8F71F216}" type="pres">
      <dgm:prSet presAssocID="{0E3A4AB8-B621-4220-9DD1-45128C003010}" presName="parTx" presStyleLbl="revTx" presStyleIdx="2" presStyleCnt="5">
        <dgm:presLayoutVars>
          <dgm:chMax val="0"/>
          <dgm:chPref val="0"/>
        </dgm:presLayoutVars>
      </dgm:prSet>
      <dgm:spPr/>
    </dgm:pt>
    <dgm:pt modelId="{420C6356-C52A-44CC-9F26-1DCA4A5A7F33}" type="pres">
      <dgm:prSet presAssocID="{73E9D64D-58AF-487D-AD81-3DDABBEE1FBE}" presName="sibTrans" presStyleCnt="0"/>
      <dgm:spPr/>
    </dgm:pt>
    <dgm:pt modelId="{6375871E-9D3C-468C-A18B-53D43580D795}" type="pres">
      <dgm:prSet presAssocID="{5961DCF3-F706-4599-87D7-BC3F9858B096}" presName="compNode" presStyleCnt="0"/>
      <dgm:spPr/>
    </dgm:pt>
    <dgm:pt modelId="{3B7C5E20-D5E7-4A86-BD68-4DE32D787222}" type="pres">
      <dgm:prSet presAssocID="{5961DCF3-F706-4599-87D7-BC3F9858B096}" presName="bgRect" presStyleLbl="bgShp" presStyleIdx="3" presStyleCnt="5"/>
      <dgm:spPr/>
    </dgm:pt>
    <dgm:pt modelId="{403250EC-EA48-4FC3-A548-0460D9AE1ABC}" type="pres">
      <dgm:prSet presAssocID="{5961DCF3-F706-4599-87D7-BC3F9858B09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FC972C3-986E-4301-ABC5-F39A5C2E484D}" type="pres">
      <dgm:prSet presAssocID="{5961DCF3-F706-4599-87D7-BC3F9858B096}" presName="spaceRect" presStyleCnt="0"/>
      <dgm:spPr/>
    </dgm:pt>
    <dgm:pt modelId="{530B77D6-E5F1-4A50-B7AC-AFF01124BDD7}" type="pres">
      <dgm:prSet presAssocID="{5961DCF3-F706-4599-87D7-BC3F9858B096}" presName="parTx" presStyleLbl="revTx" presStyleIdx="3" presStyleCnt="5">
        <dgm:presLayoutVars>
          <dgm:chMax val="0"/>
          <dgm:chPref val="0"/>
        </dgm:presLayoutVars>
      </dgm:prSet>
      <dgm:spPr/>
    </dgm:pt>
    <dgm:pt modelId="{A145906F-9C60-48C5-BE9A-688286A73A0C}" type="pres">
      <dgm:prSet presAssocID="{DD41EAA3-D36B-409E-908A-E70816C80BD6}" presName="sibTrans" presStyleCnt="0"/>
      <dgm:spPr/>
    </dgm:pt>
    <dgm:pt modelId="{696CEC75-D73A-4D47-9042-BB3A74593B68}" type="pres">
      <dgm:prSet presAssocID="{3EF5B487-D563-4739-809A-CAEBAF946304}" presName="compNode" presStyleCnt="0"/>
      <dgm:spPr/>
    </dgm:pt>
    <dgm:pt modelId="{07519123-244D-4371-BCDE-02CDD868898A}" type="pres">
      <dgm:prSet presAssocID="{3EF5B487-D563-4739-809A-CAEBAF946304}" presName="bgRect" presStyleLbl="bgShp" presStyleIdx="4" presStyleCnt="5"/>
      <dgm:spPr/>
    </dgm:pt>
    <dgm:pt modelId="{07FDD80B-C65F-40EC-BE50-93821AB43CED}" type="pres">
      <dgm:prSet presAssocID="{3EF5B487-D563-4739-809A-CAEBAF94630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69DAED5-D1F6-4736-9090-D63857A49437}" type="pres">
      <dgm:prSet presAssocID="{3EF5B487-D563-4739-809A-CAEBAF946304}" presName="spaceRect" presStyleCnt="0"/>
      <dgm:spPr/>
    </dgm:pt>
    <dgm:pt modelId="{B7854DDE-6254-4157-ACBF-A2EC557D305B}" type="pres">
      <dgm:prSet presAssocID="{3EF5B487-D563-4739-809A-CAEBAF94630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22E7406-3F6A-4FC8-A1E3-EDE5098DF706}" type="presOf" srcId="{0151B10D-BEC2-4FF8-BEBC-87BE5FF788A1}" destId="{DB13D5CB-7D95-4D76-88A3-C3AEBBC54248}" srcOrd="0" destOrd="0" presId="urn:microsoft.com/office/officeart/2018/2/layout/IconVerticalSolidList"/>
    <dgm:cxn modelId="{2C831110-7478-4D52-87FE-7C3A37D64FF0}" type="presOf" srcId="{3EF5B487-D563-4739-809A-CAEBAF946304}" destId="{B7854DDE-6254-4157-ACBF-A2EC557D305B}" srcOrd="0" destOrd="0" presId="urn:microsoft.com/office/officeart/2018/2/layout/IconVerticalSolidList"/>
    <dgm:cxn modelId="{8AF4BE14-EAD1-44FD-B413-188A69055F2B}" type="presOf" srcId="{2981DB9B-97A3-455F-84A9-F597BD50742E}" destId="{EA7C6AEC-A6E7-4D33-83DC-E682E44CE8B3}" srcOrd="0" destOrd="0" presId="urn:microsoft.com/office/officeart/2018/2/layout/IconVerticalSolidList"/>
    <dgm:cxn modelId="{9114651F-B2C7-4FA8-93F6-EC80E1AC3E0C}" type="presOf" srcId="{5961DCF3-F706-4599-87D7-BC3F9858B096}" destId="{530B77D6-E5F1-4A50-B7AC-AFF01124BDD7}" srcOrd="0" destOrd="0" presId="urn:microsoft.com/office/officeart/2018/2/layout/IconVerticalSolidList"/>
    <dgm:cxn modelId="{0A1DF734-5CE9-4F0A-8596-A497EBE6176B}" type="presOf" srcId="{1AB49EF1-E423-4518-90D4-B75BC4885572}" destId="{D3EA7A7E-FA30-4E64-A8CA-BC9402419173}" srcOrd="0" destOrd="0" presId="urn:microsoft.com/office/officeart/2018/2/layout/IconVerticalSolidList"/>
    <dgm:cxn modelId="{AC5B3D3B-FE35-4D0E-B9EA-D5A09A300DAA}" srcId="{2981DB9B-97A3-455F-84A9-F597BD50742E}" destId="{0151B10D-BEC2-4FF8-BEBC-87BE5FF788A1}" srcOrd="0" destOrd="0" parTransId="{A242994C-26FC-4D59-B767-E982450157EC}" sibTransId="{26F2E6C5-2F11-4C87-824B-2E8A97C28167}"/>
    <dgm:cxn modelId="{B2ACA944-5A35-42D9-8CB9-7FE19196D34D}" srcId="{2981DB9B-97A3-455F-84A9-F597BD50742E}" destId="{1AB49EF1-E423-4518-90D4-B75BC4885572}" srcOrd="1" destOrd="0" parTransId="{8653B98E-0ABF-4C9D-AE99-A5D0FB975839}" sibTransId="{BFFE5F84-AAF5-4E78-9284-B4B7F07EC8A4}"/>
    <dgm:cxn modelId="{F1285B56-5C17-46E6-BC86-FD9EDB704BDD}" type="presOf" srcId="{0E3A4AB8-B621-4220-9DD1-45128C003010}" destId="{E1E0CE58-3B76-4C4B-BFD3-CA0E8F71F216}" srcOrd="0" destOrd="0" presId="urn:microsoft.com/office/officeart/2018/2/layout/IconVerticalSolidList"/>
    <dgm:cxn modelId="{E5280C92-FBFE-470C-8854-3B7EC458DA83}" srcId="{2981DB9B-97A3-455F-84A9-F597BD50742E}" destId="{5961DCF3-F706-4599-87D7-BC3F9858B096}" srcOrd="3" destOrd="0" parTransId="{DE6AF6D8-F380-450D-95E8-74A2440E91AE}" sibTransId="{DD41EAA3-D36B-409E-908A-E70816C80BD6}"/>
    <dgm:cxn modelId="{92426ECB-B7A1-4D19-A6F1-B6EACC927531}" srcId="{2981DB9B-97A3-455F-84A9-F597BD50742E}" destId="{3EF5B487-D563-4739-809A-CAEBAF946304}" srcOrd="4" destOrd="0" parTransId="{5237B9D2-426F-4DEE-A49E-58369BE22D41}" sibTransId="{CFE2CA71-3E60-4503-BFE7-D49752B79825}"/>
    <dgm:cxn modelId="{6867B5EC-8424-4C4B-A798-0D21504877E3}" srcId="{2981DB9B-97A3-455F-84A9-F597BD50742E}" destId="{0E3A4AB8-B621-4220-9DD1-45128C003010}" srcOrd="2" destOrd="0" parTransId="{CC70C20D-D7FA-48A1-BFF9-048E856ABAE8}" sibTransId="{73E9D64D-58AF-487D-AD81-3DDABBEE1FBE}"/>
    <dgm:cxn modelId="{BC6A608C-3E98-4715-AE57-A9A9B0B543F8}" type="presParOf" srcId="{EA7C6AEC-A6E7-4D33-83DC-E682E44CE8B3}" destId="{6EEDBC44-545E-44A8-A794-22138167B2D1}" srcOrd="0" destOrd="0" presId="urn:microsoft.com/office/officeart/2018/2/layout/IconVerticalSolidList"/>
    <dgm:cxn modelId="{992E876C-033B-4BAD-BBF9-C6ADA9216C52}" type="presParOf" srcId="{6EEDBC44-545E-44A8-A794-22138167B2D1}" destId="{5B9D0CCE-7BAD-4188-A3A9-9A0C16732526}" srcOrd="0" destOrd="0" presId="urn:microsoft.com/office/officeart/2018/2/layout/IconVerticalSolidList"/>
    <dgm:cxn modelId="{34C936B3-B0FF-4743-AF1B-6FF392A2FD08}" type="presParOf" srcId="{6EEDBC44-545E-44A8-A794-22138167B2D1}" destId="{CD0541C6-1FF9-4B71-8DC8-F7E351FDFF25}" srcOrd="1" destOrd="0" presId="urn:microsoft.com/office/officeart/2018/2/layout/IconVerticalSolidList"/>
    <dgm:cxn modelId="{9C264C5A-0A45-4713-8AC7-56FA58A96DC7}" type="presParOf" srcId="{6EEDBC44-545E-44A8-A794-22138167B2D1}" destId="{F108A97F-0D38-4F3F-892C-7EDAFEDB21F9}" srcOrd="2" destOrd="0" presId="urn:microsoft.com/office/officeart/2018/2/layout/IconVerticalSolidList"/>
    <dgm:cxn modelId="{F044D930-67A6-4D0F-BC98-94EF44C280DA}" type="presParOf" srcId="{6EEDBC44-545E-44A8-A794-22138167B2D1}" destId="{DB13D5CB-7D95-4D76-88A3-C3AEBBC54248}" srcOrd="3" destOrd="0" presId="urn:microsoft.com/office/officeart/2018/2/layout/IconVerticalSolidList"/>
    <dgm:cxn modelId="{9036CCC1-B00D-49A0-A916-7BA2C6FE96DC}" type="presParOf" srcId="{EA7C6AEC-A6E7-4D33-83DC-E682E44CE8B3}" destId="{58C73286-A3DA-49F7-A7C5-86BF92A56741}" srcOrd="1" destOrd="0" presId="urn:microsoft.com/office/officeart/2018/2/layout/IconVerticalSolidList"/>
    <dgm:cxn modelId="{2584B2FA-4AD5-4A8C-8AD4-4E6602D9AF08}" type="presParOf" srcId="{EA7C6AEC-A6E7-4D33-83DC-E682E44CE8B3}" destId="{B1EA3F1C-D3AA-4B4F-91FE-A1211FE4B732}" srcOrd="2" destOrd="0" presId="urn:microsoft.com/office/officeart/2018/2/layout/IconVerticalSolidList"/>
    <dgm:cxn modelId="{B5796573-78EE-4861-A765-9154E5B9D0A8}" type="presParOf" srcId="{B1EA3F1C-D3AA-4B4F-91FE-A1211FE4B732}" destId="{E80ABBFD-A548-4A7A-B9A7-2856A942D6D4}" srcOrd="0" destOrd="0" presId="urn:microsoft.com/office/officeart/2018/2/layout/IconVerticalSolidList"/>
    <dgm:cxn modelId="{55E4F84D-B860-4147-B132-56DBB7D059EF}" type="presParOf" srcId="{B1EA3F1C-D3AA-4B4F-91FE-A1211FE4B732}" destId="{90F83D79-ED25-4A02-AA7D-3709ED998985}" srcOrd="1" destOrd="0" presId="urn:microsoft.com/office/officeart/2018/2/layout/IconVerticalSolidList"/>
    <dgm:cxn modelId="{C234AF10-C72C-4A62-8D7E-121F800BC3AE}" type="presParOf" srcId="{B1EA3F1C-D3AA-4B4F-91FE-A1211FE4B732}" destId="{C53F2ACD-B3CC-4959-871A-9017ABCB4C0F}" srcOrd="2" destOrd="0" presId="urn:microsoft.com/office/officeart/2018/2/layout/IconVerticalSolidList"/>
    <dgm:cxn modelId="{9064BB78-CE54-4A1C-8E2F-35931E3234C3}" type="presParOf" srcId="{B1EA3F1C-D3AA-4B4F-91FE-A1211FE4B732}" destId="{D3EA7A7E-FA30-4E64-A8CA-BC9402419173}" srcOrd="3" destOrd="0" presId="urn:microsoft.com/office/officeart/2018/2/layout/IconVerticalSolidList"/>
    <dgm:cxn modelId="{8FAE4BB1-540D-46C8-9A7D-2C5A23E69DEF}" type="presParOf" srcId="{EA7C6AEC-A6E7-4D33-83DC-E682E44CE8B3}" destId="{2B6145AB-F3A6-4263-8B49-2DDACC96D0C1}" srcOrd="3" destOrd="0" presId="urn:microsoft.com/office/officeart/2018/2/layout/IconVerticalSolidList"/>
    <dgm:cxn modelId="{E1E2D284-F40D-40C1-8296-672BA5F35D18}" type="presParOf" srcId="{EA7C6AEC-A6E7-4D33-83DC-E682E44CE8B3}" destId="{E3E146B1-64D4-4F24-9594-EF486C398C3F}" srcOrd="4" destOrd="0" presId="urn:microsoft.com/office/officeart/2018/2/layout/IconVerticalSolidList"/>
    <dgm:cxn modelId="{FCB866D9-BAAB-41DE-AE43-E1504B9879C0}" type="presParOf" srcId="{E3E146B1-64D4-4F24-9594-EF486C398C3F}" destId="{0B351503-2F36-41E8-9566-11C0FF4EC67A}" srcOrd="0" destOrd="0" presId="urn:microsoft.com/office/officeart/2018/2/layout/IconVerticalSolidList"/>
    <dgm:cxn modelId="{BD40F26C-ED04-4AB8-B74D-9867302362CC}" type="presParOf" srcId="{E3E146B1-64D4-4F24-9594-EF486C398C3F}" destId="{2CE0ADCC-A7AF-4010-98FC-C88658F35D7F}" srcOrd="1" destOrd="0" presId="urn:microsoft.com/office/officeart/2018/2/layout/IconVerticalSolidList"/>
    <dgm:cxn modelId="{9E168D03-2E85-414A-9BA7-9AC8AD954AEE}" type="presParOf" srcId="{E3E146B1-64D4-4F24-9594-EF486C398C3F}" destId="{127949BC-9E0E-4466-BEBE-D429D60DC730}" srcOrd="2" destOrd="0" presId="urn:microsoft.com/office/officeart/2018/2/layout/IconVerticalSolidList"/>
    <dgm:cxn modelId="{FFCBA11D-679E-4DB6-865D-49EC5493053A}" type="presParOf" srcId="{E3E146B1-64D4-4F24-9594-EF486C398C3F}" destId="{E1E0CE58-3B76-4C4B-BFD3-CA0E8F71F216}" srcOrd="3" destOrd="0" presId="urn:microsoft.com/office/officeart/2018/2/layout/IconVerticalSolidList"/>
    <dgm:cxn modelId="{4292DF04-BE96-4E7A-BDA8-ADB95EC86183}" type="presParOf" srcId="{EA7C6AEC-A6E7-4D33-83DC-E682E44CE8B3}" destId="{420C6356-C52A-44CC-9F26-1DCA4A5A7F33}" srcOrd="5" destOrd="0" presId="urn:microsoft.com/office/officeart/2018/2/layout/IconVerticalSolidList"/>
    <dgm:cxn modelId="{C5237AB9-4C9D-4C59-8638-360DEB3E4AF8}" type="presParOf" srcId="{EA7C6AEC-A6E7-4D33-83DC-E682E44CE8B3}" destId="{6375871E-9D3C-468C-A18B-53D43580D795}" srcOrd="6" destOrd="0" presId="urn:microsoft.com/office/officeart/2018/2/layout/IconVerticalSolidList"/>
    <dgm:cxn modelId="{EFD51185-F822-42CC-B71C-9BF092C3A860}" type="presParOf" srcId="{6375871E-9D3C-468C-A18B-53D43580D795}" destId="{3B7C5E20-D5E7-4A86-BD68-4DE32D787222}" srcOrd="0" destOrd="0" presId="urn:microsoft.com/office/officeart/2018/2/layout/IconVerticalSolidList"/>
    <dgm:cxn modelId="{3792C407-646F-44B3-9309-0AB217AD010E}" type="presParOf" srcId="{6375871E-9D3C-468C-A18B-53D43580D795}" destId="{403250EC-EA48-4FC3-A548-0460D9AE1ABC}" srcOrd="1" destOrd="0" presId="urn:microsoft.com/office/officeart/2018/2/layout/IconVerticalSolidList"/>
    <dgm:cxn modelId="{2862E157-33C7-4F65-8CFE-A88EF4F39D62}" type="presParOf" srcId="{6375871E-9D3C-468C-A18B-53D43580D795}" destId="{5FC972C3-986E-4301-ABC5-F39A5C2E484D}" srcOrd="2" destOrd="0" presId="urn:microsoft.com/office/officeart/2018/2/layout/IconVerticalSolidList"/>
    <dgm:cxn modelId="{3BCE545B-1709-40E1-9609-5A9F5499AF80}" type="presParOf" srcId="{6375871E-9D3C-468C-A18B-53D43580D795}" destId="{530B77D6-E5F1-4A50-B7AC-AFF01124BDD7}" srcOrd="3" destOrd="0" presId="urn:microsoft.com/office/officeart/2018/2/layout/IconVerticalSolidList"/>
    <dgm:cxn modelId="{1F29FB5C-CD48-4885-8030-AB5B49A74017}" type="presParOf" srcId="{EA7C6AEC-A6E7-4D33-83DC-E682E44CE8B3}" destId="{A145906F-9C60-48C5-BE9A-688286A73A0C}" srcOrd="7" destOrd="0" presId="urn:microsoft.com/office/officeart/2018/2/layout/IconVerticalSolidList"/>
    <dgm:cxn modelId="{9BE876ED-0A42-437D-8B5B-83113963BD4D}" type="presParOf" srcId="{EA7C6AEC-A6E7-4D33-83DC-E682E44CE8B3}" destId="{696CEC75-D73A-4D47-9042-BB3A74593B68}" srcOrd="8" destOrd="0" presId="urn:microsoft.com/office/officeart/2018/2/layout/IconVerticalSolidList"/>
    <dgm:cxn modelId="{D1083F3F-FF58-43C3-AA1B-162F78A4FDAA}" type="presParOf" srcId="{696CEC75-D73A-4D47-9042-BB3A74593B68}" destId="{07519123-244D-4371-BCDE-02CDD868898A}" srcOrd="0" destOrd="0" presId="urn:microsoft.com/office/officeart/2018/2/layout/IconVerticalSolidList"/>
    <dgm:cxn modelId="{78DC3310-7CEF-4B45-A9DF-DBC77724C5AE}" type="presParOf" srcId="{696CEC75-D73A-4D47-9042-BB3A74593B68}" destId="{07FDD80B-C65F-40EC-BE50-93821AB43CED}" srcOrd="1" destOrd="0" presId="urn:microsoft.com/office/officeart/2018/2/layout/IconVerticalSolidList"/>
    <dgm:cxn modelId="{7371622F-ABF0-4374-A3EA-3EC5E750D8DD}" type="presParOf" srcId="{696CEC75-D73A-4D47-9042-BB3A74593B68}" destId="{569DAED5-D1F6-4736-9090-D63857A49437}" srcOrd="2" destOrd="0" presId="urn:microsoft.com/office/officeart/2018/2/layout/IconVerticalSolidList"/>
    <dgm:cxn modelId="{DD58DC39-CE06-48DE-BC4B-490BBD7028F9}" type="presParOf" srcId="{696CEC75-D73A-4D47-9042-BB3A74593B68}" destId="{B7854DDE-6254-4157-ACBF-A2EC557D30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4D910B-717D-426E-A952-D248583AB5B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BDB7BD-C663-4DA7-A058-D10364C120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Takes the predictions from the model and displays them.</a:t>
          </a:r>
        </a:p>
      </dgm:t>
    </dgm:pt>
    <dgm:pt modelId="{EAF8E9B8-584D-46E7-80E0-942741D4B207}" type="parTrans" cxnId="{2CECEAFE-244A-4742-A5E3-6B4AB3A2BA6D}">
      <dgm:prSet/>
      <dgm:spPr/>
      <dgm:t>
        <a:bodyPr/>
        <a:lstStyle/>
        <a:p>
          <a:endParaRPr lang="en-US"/>
        </a:p>
      </dgm:t>
    </dgm:pt>
    <dgm:pt modelId="{82978F57-96C9-4D6E-AED7-8806BBACAE19}" type="sibTrans" cxnId="{2CECEAFE-244A-4742-A5E3-6B4AB3A2BA6D}">
      <dgm:prSet/>
      <dgm:spPr/>
      <dgm:t>
        <a:bodyPr/>
        <a:lstStyle/>
        <a:p>
          <a:endParaRPr lang="en-US"/>
        </a:p>
      </dgm:t>
    </dgm:pt>
    <dgm:pt modelId="{E4F5BDC2-AAB3-4C2A-8016-CD669999DA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Displays the current actual price as well.</a:t>
          </a:r>
        </a:p>
      </dgm:t>
    </dgm:pt>
    <dgm:pt modelId="{7D888241-9F23-4760-B6A5-1BA95EA2DA1C}" type="parTrans" cxnId="{43C483B5-8C22-45A5-BBB3-490F8B068CF0}">
      <dgm:prSet/>
      <dgm:spPr/>
      <dgm:t>
        <a:bodyPr/>
        <a:lstStyle/>
        <a:p>
          <a:endParaRPr lang="en-US"/>
        </a:p>
      </dgm:t>
    </dgm:pt>
    <dgm:pt modelId="{5A01024E-77D9-4268-AD9F-D42253E9DCE3}" type="sibTrans" cxnId="{43C483B5-8C22-45A5-BBB3-490F8B068CF0}">
      <dgm:prSet/>
      <dgm:spPr/>
      <dgm:t>
        <a:bodyPr/>
        <a:lstStyle/>
        <a:p>
          <a:endParaRPr lang="en-US"/>
        </a:p>
      </dgm:t>
    </dgm:pt>
    <dgm:pt modelId="{36F0819F-1BB7-4C75-BCEB-69297FE349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a slider for adjusting the price in a what if scenario.</a:t>
          </a:r>
        </a:p>
      </dgm:t>
    </dgm:pt>
    <dgm:pt modelId="{8BA7B93C-B3A6-431E-AB2C-6B4F6CA77638}" type="parTrans" cxnId="{6A9750D3-1E04-449C-9D22-B07DACA2D289}">
      <dgm:prSet/>
      <dgm:spPr/>
      <dgm:t>
        <a:bodyPr/>
        <a:lstStyle/>
        <a:p>
          <a:endParaRPr lang="en-US"/>
        </a:p>
      </dgm:t>
    </dgm:pt>
    <dgm:pt modelId="{03ED6105-1445-47A5-8A33-B1B8FF3032FA}" type="sibTrans" cxnId="{6A9750D3-1E04-449C-9D22-B07DACA2D289}">
      <dgm:prSet/>
      <dgm:spPr/>
      <dgm:t>
        <a:bodyPr/>
        <a:lstStyle/>
        <a:p>
          <a:endParaRPr lang="en-US"/>
        </a:p>
      </dgm:t>
    </dgm:pt>
    <dgm:pt modelId="{363A8A79-7226-436D-89A4-3599AD1B1D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Displays model metrics like MAE and RSME.</a:t>
          </a:r>
        </a:p>
      </dgm:t>
    </dgm:pt>
    <dgm:pt modelId="{514345BE-482E-48BD-88C4-02F5D0289AB3}" type="parTrans" cxnId="{11A265B4-42DB-4E21-A2E2-0375B8572B6B}">
      <dgm:prSet/>
      <dgm:spPr/>
      <dgm:t>
        <a:bodyPr/>
        <a:lstStyle/>
        <a:p>
          <a:endParaRPr lang="en-US"/>
        </a:p>
      </dgm:t>
    </dgm:pt>
    <dgm:pt modelId="{7677B3EA-C0F6-446F-A4B1-129D12637156}" type="sibTrans" cxnId="{11A265B4-42DB-4E21-A2E2-0375B8572B6B}">
      <dgm:prSet/>
      <dgm:spPr/>
      <dgm:t>
        <a:bodyPr/>
        <a:lstStyle/>
        <a:p>
          <a:endParaRPr lang="en-US"/>
        </a:p>
      </dgm:t>
    </dgm:pt>
    <dgm:pt modelId="{FAAFE8FC-1837-42AD-B56B-D92EED5070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Displays </a:t>
          </a:r>
          <a:r>
            <a:rPr lang="en-US" dirty="0" err="1"/>
            <a:t>risiduals</a:t>
          </a:r>
          <a:r>
            <a:rPr lang="en-US" dirty="0"/>
            <a:t> (histograms) for error in prediction.</a:t>
          </a:r>
        </a:p>
      </dgm:t>
    </dgm:pt>
    <dgm:pt modelId="{19505F6E-8330-433D-822A-9C471B57C583}" type="parTrans" cxnId="{FE511D77-3203-4CD5-9A84-13C02AED557C}">
      <dgm:prSet/>
      <dgm:spPr/>
      <dgm:t>
        <a:bodyPr/>
        <a:lstStyle/>
        <a:p>
          <a:endParaRPr lang="en-US"/>
        </a:p>
      </dgm:t>
    </dgm:pt>
    <dgm:pt modelId="{27B2B32F-85DA-4A11-BC38-13E46A6C3940}" type="sibTrans" cxnId="{FE511D77-3203-4CD5-9A84-13C02AED557C}">
      <dgm:prSet/>
      <dgm:spPr/>
      <dgm:t>
        <a:bodyPr/>
        <a:lstStyle/>
        <a:p>
          <a:endParaRPr lang="en-US"/>
        </a:p>
      </dgm:t>
    </dgm:pt>
    <dgm:pt modelId="{797CA9BB-3047-4AE0-98E3-DDEAD39887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Displays graphs for predicted price vs actual price.</a:t>
          </a:r>
        </a:p>
      </dgm:t>
    </dgm:pt>
    <dgm:pt modelId="{EBF48EB2-7E8E-4065-8541-8DE4A87BACB1}" type="parTrans" cxnId="{9C7C051B-921F-45B1-A521-308D708FE867}">
      <dgm:prSet/>
      <dgm:spPr/>
      <dgm:t>
        <a:bodyPr/>
        <a:lstStyle/>
        <a:p>
          <a:endParaRPr lang="en-US"/>
        </a:p>
      </dgm:t>
    </dgm:pt>
    <dgm:pt modelId="{7765CB0D-C71D-49EB-A4C3-DA3118E194CA}" type="sibTrans" cxnId="{9C7C051B-921F-45B1-A521-308D708FE867}">
      <dgm:prSet/>
      <dgm:spPr/>
      <dgm:t>
        <a:bodyPr/>
        <a:lstStyle/>
        <a:p>
          <a:endParaRPr lang="en-US"/>
        </a:p>
      </dgm:t>
    </dgm:pt>
    <dgm:pt modelId="{FDE86BEA-1542-4B7F-86EB-7D8E6DA025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Has tables of raw values of actual price from the API and the predicted values.</a:t>
          </a:r>
        </a:p>
      </dgm:t>
    </dgm:pt>
    <dgm:pt modelId="{06761680-F605-4F4E-9AC2-7B709DC7148C}" type="parTrans" cxnId="{973D8A1B-6F59-4A97-889F-8789B4DBE154}">
      <dgm:prSet/>
      <dgm:spPr/>
      <dgm:t>
        <a:bodyPr/>
        <a:lstStyle/>
        <a:p>
          <a:endParaRPr lang="en-US"/>
        </a:p>
      </dgm:t>
    </dgm:pt>
    <dgm:pt modelId="{87D282AC-38C0-43AB-A9B2-BCB7A1E077F3}" type="sibTrans" cxnId="{973D8A1B-6F59-4A97-889F-8789B4DBE154}">
      <dgm:prSet/>
      <dgm:spPr/>
      <dgm:t>
        <a:bodyPr/>
        <a:lstStyle/>
        <a:p>
          <a:endParaRPr lang="en-US"/>
        </a:p>
      </dgm:t>
    </dgm:pt>
    <dgm:pt modelId="{C16FE7AE-ABC2-41F6-A798-2891B022D0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a sidebar to pass testing values through.</a:t>
          </a:r>
          <a:endParaRPr lang="en-US" dirty="0"/>
        </a:p>
      </dgm:t>
    </dgm:pt>
    <dgm:pt modelId="{C5728E5F-B521-49FC-AF3A-A5C5B650286C}" type="parTrans" cxnId="{399FA352-0EBE-4900-9874-0559338396C8}">
      <dgm:prSet/>
      <dgm:spPr/>
      <dgm:t>
        <a:bodyPr/>
        <a:lstStyle/>
        <a:p>
          <a:endParaRPr lang="en-US"/>
        </a:p>
      </dgm:t>
    </dgm:pt>
    <dgm:pt modelId="{55930AC9-1DAF-4011-9E5F-165DEA889841}" type="sibTrans" cxnId="{399FA352-0EBE-4900-9874-0559338396C8}">
      <dgm:prSet/>
      <dgm:spPr/>
      <dgm:t>
        <a:bodyPr/>
        <a:lstStyle/>
        <a:p>
          <a:endParaRPr lang="en-US"/>
        </a:p>
      </dgm:t>
    </dgm:pt>
    <dgm:pt modelId="{97C9EB9B-3496-4A14-95CB-98FCA0E3984E}" type="pres">
      <dgm:prSet presAssocID="{F14D910B-717D-426E-A952-D248583AB5BC}" presName="root" presStyleCnt="0">
        <dgm:presLayoutVars>
          <dgm:dir/>
          <dgm:resizeHandles val="exact"/>
        </dgm:presLayoutVars>
      </dgm:prSet>
      <dgm:spPr/>
    </dgm:pt>
    <dgm:pt modelId="{84D99E05-66B9-4F14-B5F6-325D808EAAFF}" type="pres">
      <dgm:prSet presAssocID="{91BDB7BD-C663-4DA7-A058-D10364C1207A}" presName="compNode" presStyleCnt="0"/>
      <dgm:spPr/>
    </dgm:pt>
    <dgm:pt modelId="{402700AF-114E-4D7C-91D1-0450564D38AC}" type="pres">
      <dgm:prSet presAssocID="{91BDB7BD-C663-4DA7-A058-D10364C1207A}" presName="bgRect" presStyleLbl="bgShp" presStyleIdx="0" presStyleCnt="8"/>
      <dgm:spPr/>
    </dgm:pt>
    <dgm:pt modelId="{F5D91CB4-3978-47E8-ABA8-BF78096619FB}" type="pres">
      <dgm:prSet presAssocID="{91BDB7BD-C663-4DA7-A058-D10364C1207A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4E19AAE8-4E69-4CC0-AFE9-68B76D1F78CB}" type="pres">
      <dgm:prSet presAssocID="{91BDB7BD-C663-4DA7-A058-D10364C1207A}" presName="spaceRect" presStyleCnt="0"/>
      <dgm:spPr/>
    </dgm:pt>
    <dgm:pt modelId="{30830A9E-D2F0-48A8-87B4-4D1B108FB817}" type="pres">
      <dgm:prSet presAssocID="{91BDB7BD-C663-4DA7-A058-D10364C1207A}" presName="parTx" presStyleLbl="revTx" presStyleIdx="0" presStyleCnt="8">
        <dgm:presLayoutVars>
          <dgm:chMax val="0"/>
          <dgm:chPref val="0"/>
        </dgm:presLayoutVars>
      </dgm:prSet>
      <dgm:spPr/>
    </dgm:pt>
    <dgm:pt modelId="{4192FA00-F222-4179-9DB4-73EA31806780}" type="pres">
      <dgm:prSet presAssocID="{82978F57-96C9-4D6E-AED7-8806BBACAE19}" presName="sibTrans" presStyleCnt="0"/>
      <dgm:spPr/>
    </dgm:pt>
    <dgm:pt modelId="{E33BA735-D1CD-4438-90CB-47038BF1187E}" type="pres">
      <dgm:prSet presAssocID="{E4F5BDC2-AAB3-4C2A-8016-CD669999DA44}" presName="compNode" presStyleCnt="0"/>
      <dgm:spPr/>
    </dgm:pt>
    <dgm:pt modelId="{4271AF62-6D2F-499A-AD2E-E739BEE35693}" type="pres">
      <dgm:prSet presAssocID="{E4F5BDC2-AAB3-4C2A-8016-CD669999DA44}" presName="bgRect" presStyleLbl="bgShp" presStyleIdx="1" presStyleCnt="8"/>
      <dgm:spPr/>
    </dgm:pt>
    <dgm:pt modelId="{083E2BB4-D0C1-4652-A85F-B06CC280B5C2}" type="pres">
      <dgm:prSet presAssocID="{E4F5BDC2-AAB3-4C2A-8016-CD669999DA44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1CB0D342-D232-430F-BAD5-A6FE08133138}" type="pres">
      <dgm:prSet presAssocID="{E4F5BDC2-AAB3-4C2A-8016-CD669999DA44}" presName="spaceRect" presStyleCnt="0"/>
      <dgm:spPr/>
    </dgm:pt>
    <dgm:pt modelId="{BB11E9D0-7893-4BE1-BFBB-DC41722E0B8F}" type="pres">
      <dgm:prSet presAssocID="{E4F5BDC2-AAB3-4C2A-8016-CD669999DA44}" presName="parTx" presStyleLbl="revTx" presStyleIdx="1" presStyleCnt="8">
        <dgm:presLayoutVars>
          <dgm:chMax val="0"/>
          <dgm:chPref val="0"/>
        </dgm:presLayoutVars>
      </dgm:prSet>
      <dgm:spPr/>
    </dgm:pt>
    <dgm:pt modelId="{E1872B72-8E6F-4176-A68C-878221B21C48}" type="pres">
      <dgm:prSet presAssocID="{5A01024E-77D9-4268-AD9F-D42253E9DCE3}" presName="sibTrans" presStyleCnt="0"/>
      <dgm:spPr/>
    </dgm:pt>
    <dgm:pt modelId="{CC25C4C2-6BC9-4621-A64E-C7179D8595CE}" type="pres">
      <dgm:prSet presAssocID="{36F0819F-1BB7-4C75-BCEB-69297FE349A3}" presName="compNode" presStyleCnt="0"/>
      <dgm:spPr/>
    </dgm:pt>
    <dgm:pt modelId="{BC2C1D39-60B8-40DD-A441-2667589A634E}" type="pres">
      <dgm:prSet presAssocID="{36F0819F-1BB7-4C75-BCEB-69297FE349A3}" presName="bgRect" presStyleLbl="bgShp" presStyleIdx="2" presStyleCnt="8"/>
      <dgm:spPr/>
    </dgm:pt>
    <dgm:pt modelId="{F08FA3BD-4E74-4D59-A5C4-FA7BEBB7B5E9}" type="pres">
      <dgm:prSet presAssocID="{36F0819F-1BB7-4C75-BCEB-69297FE349A3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B3039F67-05E0-452C-9C90-A63E7F977F18}" type="pres">
      <dgm:prSet presAssocID="{36F0819F-1BB7-4C75-BCEB-69297FE349A3}" presName="spaceRect" presStyleCnt="0"/>
      <dgm:spPr/>
    </dgm:pt>
    <dgm:pt modelId="{32560519-697B-40D1-88AB-5A53316B2742}" type="pres">
      <dgm:prSet presAssocID="{36F0819F-1BB7-4C75-BCEB-69297FE349A3}" presName="parTx" presStyleLbl="revTx" presStyleIdx="2" presStyleCnt="8">
        <dgm:presLayoutVars>
          <dgm:chMax val="0"/>
          <dgm:chPref val="0"/>
        </dgm:presLayoutVars>
      </dgm:prSet>
      <dgm:spPr/>
    </dgm:pt>
    <dgm:pt modelId="{386FB6B7-B160-4F36-A8E6-0CC40D30940F}" type="pres">
      <dgm:prSet presAssocID="{03ED6105-1445-47A5-8A33-B1B8FF3032FA}" presName="sibTrans" presStyleCnt="0"/>
      <dgm:spPr/>
    </dgm:pt>
    <dgm:pt modelId="{8B1103D4-A16A-4099-B896-C039601ED247}" type="pres">
      <dgm:prSet presAssocID="{363A8A79-7226-436D-89A4-3599AD1B1DA3}" presName="compNode" presStyleCnt="0"/>
      <dgm:spPr/>
    </dgm:pt>
    <dgm:pt modelId="{74E587F6-EFB2-47E4-9166-15D0AC98E2A9}" type="pres">
      <dgm:prSet presAssocID="{363A8A79-7226-436D-89A4-3599AD1B1DA3}" presName="bgRect" presStyleLbl="bgShp" presStyleIdx="3" presStyleCnt="8"/>
      <dgm:spPr/>
    </dgm:pt>
    <dgm:pt modelId="{92FBA382-F2AC-456C-84D1-BBAAAEE4534A}" type="pres">
      <dgm:prSet presAssocID="{363A8A79-7226-436D-89A4-3599AD1B1DA3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E07FBDC-48C6-45A4-90CC-4542C5106D28}" type="pres">
      <dgm:prSet presAssocID="{363A8A79-7226-436D-89A4-3599AD1B1DA3}" presName="spaceRect" presStyleCnt="0"/>
      <dgm:spPr/>
    </dgm:pt>
    <dgm:pt modelId="{5FAAD0AD-8FE0-476B-8B0A-3399E0A160A8}" type="pres">
      <dgm:prSet presAssocID="{363A8A79-7226-436D-89A4-3599AD1B1DA3}" presName="parTx" presStyleLbl="revTx" presStyleIdx="3" presStyleCnt="8">
        <dgm:presLayoutVars>
          <dgm:chMax val="0"/>
          <dgm:chPref val="0"/>
        </dgm:presLayoutVars>
      </dgm:prSet>
      <dgm:spPr/>
    </dgm:pt>
    <dgm:pt modelId="{364518B8-C072-4FA6-95E4-87B5B921F036}" type="pres">
      <dgm:prSet presAssocID="{7677B3EA-C0F6-446F-A4B1-129D12637156}" presName="sibTrans" presStyleCnt="0"/>
      <dgm:spPr/>
    </dgm:pt>
    <dgm:pt modelId="{53A05AB2-E1B3-478F-B642-BF93F08C8BD3}" type="pres">
      <dgm:prSet presAssocID="{FAAFE8FC-1837-42AD-B56B-D92EED507070}" presName="compNode" presStyleCnt="0"/>
      <dgm:spPr/>
    </dgm:pt>
    <dgm:pt modelId="{C75050F2-9C6E-4E87-9D59-9C12196D923C}" type="pres">
      <dgm:prSet presAssocID="{FAAFE8FC-1837-42AD-B56B-D92EED507070}" presName="bgRect" presStyleLbl="bgShp" presStyleIdx="4" presStyleCnt="8"/>
      <dgm:spPr/>
    </dgm:pt>
    <dgm:pt modelId="{0CFB9D81-D0DB-4AC0-B8E8-AD22C8B46479}" type="pres">
      <dgm:prSet presAssocID="{FAAFE8FC-1837-42AD-B56B-D92EED507070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2C82FED-4A9E-420C-8073-3439D14C917F}" type="pres">
      <dgm:prSet presAssocID="{FAAFE8FC-1837-42AD-B56B-D92EED507070}" presName="spaceRect" presStyleCnt="0"/>
      <dgm:spPr/>
    </dgm:pt>
    <dgm:pt modelId="{9CD93E5B-AE4D-48A8-A19C-1E6944B0EBAA}" type="pres">
      <dgm:prSet presAssocID="{FAAFE8FC-1837-42AD-B56B-D92EED507070}" presName="parTx" presStyleLbl="revTx" presStyleIdx="4" presStyleCnt="8">
        <dgm:presLayoutVars>
          <dgm:chMax val="0"/>
          <dgm:chPref val="0"/>
        </dgm:presLayoutVars>
      </dgm:prSet>
      <dgm:spPr/>
    </dgm:pt>
    <dgm:pt modelId="{1F56A79A-D029-4161-9469-2040A853FC5F}" type="pres">
      <dgm:prSet presAssocID="{27B2B32F-85DA-4A11-BC38-13E46A6C3940}" presName="sibTrans" presStyleCnt="0"/>
      <dgm:spPr/>
    </dgm:pt>
    <dgm:pt modelId="{ED868DCD-AAB8-4630-9803-6347FBAA2736}" type="pres">
      <dgm:prSet presAssocID="{797CA9BB-3047-4AE0-98E3-DDEAD39887AE}" presName="compNode" presStyleCnt="0"/>
      <dgm:spPr/>
    </dgm:pt>
    <dgm:pt modelId="{291CD536-5D64-4787-B2C1-0F8EADFEC2F7}" type="pres">
      <dgm:prSet presAssocID="{797CA9BB-3047-4AE0-98E3-DDEAD39887AE}" presName="bgRect" presStyleLbl="bgShp" presStyleIdx="5" presStyleCnt="8"/>
      <dgm:spPr/>
    </dgm:pt>
    <dgm:pt modelId="{FEDA446B-7C8A-4D3B-827B-BD60AEECF7F9}" type="pres">
      <dgm:prSet presAssocID="{797CA9BB-3047-4AE0-98E3-DDEAD39887A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093BAF7-C4E6-44C6-AC16-F3228B84BB77}" type="pres">
      <dgm:prSet presAssocID="{797CA9BB-3047-4AE0-98E3-DDEAD39887AE}" presName="spaceRect" presStyleCnt="0"/>
      <dgm:spPr/>
    </dgm:pt>
    <dgm:pt modelId="{2687B567-EF31-47E5-95E6-58D271D56BF9}" type="pres">
      <dgm:prSet presAssocID="{797CA9BB-3047-4AE0-98E3-DDEAD39887AE}" presName="parTx" presStyleLbl="revTx" presStyleIdx="5" presStyleCnt="8">
        <dgm:presLayoutVars>
          <dgm:chMax val="0"/>
          <dgm:chPref val="0"/>
        </dgm:presLayoutVars>
      </dgm:prSet>
      <dgm:spPr/>
    </dgm:pt>
    <dgm:pt modelId="{C52EF878-1399-4CF1-A9A2-1C4406961452}" type="pres">
      <dgm:prSet presAssocID="{7765CB0D-C71D-49EB-A4C3-DA3118E194CA}" presName="sibTrans" presStyleCnt="0"/>
      <dgm:spPr/>
    </dgm:pt>
    <dgm:pt modelId="{00C20724-2413-480F-8FED-87FB9ABB3C04}" type="pres">
      <dgm:prSet presAssocID="{FDE86BEA-1542-4B7F-86EB-7D8E6DA0252D}" presName="compNode" presStyleCnt="0"/>
      <dgm:spPr/>
    </dgm:pt>
    <dgm:pt modelId="{57FC3496-F29C-429A-8E1F-0D147C11970F}" type="pres">
      <dgm:prSet presAssocID="{FDE86BEA-1542-4B7F-86EB-7D8E6DA0252D}" presName="bgRect" presStyleLbl="bgShp" presStyleIdx="6" presStyleCnt="8" custLinFactNeighborY="1684"/>
      <dgm:spPr/>
    </dgm:pt>
    <dgm:pt modelId="{EBF4CFEB-4C58-4651-BD35-A351443C3622}" type="pres">
      <dgm:prSet presAssocID="{FDE86BEA-1542-4B7F-86EB-7D8E6DA0252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212F242-35CD-41ED-8317-7F10F8D113B6}" type="pres">
      <dgm:prSet presAssocID="{FDE86BEA-1542-4B7F-86EB-7D8E6DA0252D}" presName="spaceRect" presStyleCnt="0"/>
      <dgm:spPr/>
    </dgm:pt>
    <dgm:pt modelId="{71663A27-0DCA-40D0-A80F-503DFAF28F11}" type="pres">
      <dgm:prSet presAssocID="{FDE86BEA-1542-4B7F-86EB-7D8E6DA0252D}" presName="parTx" presStyleLbl="revTx" presStyleIdx="6" presStyleCnt="8">
        <dgm:presLayoutVars>
          <dgm:chMax val="0"/>
          <dgm:chPref val="0"/>
        </dgm:presLayoutVars>
      </dgm:prSet>
      <dgm:spPr/>
    </dgm:pt>
    <dgm:pt modelId="{49A59D7F-9D49-4F51-9B34-6459536C2015}" type="pres">
      <dgm:prSet presAssocID="{87D282AC-38C0-43AB-A9B2-BCB7A1E077F3}" presName="sibTrans" presStyleCnt="0"/>
      <dgm:spPr/>
    </dgm:pt>
    <dgm:pt modelId="{803116F4-1A91-46FA-A31B-FB1C27893043}" type="pres">
      <dgm:prSet presAssocID="{C16FE7AE-ABC2-41F6-A798-2891B022D0D3}" presName="compNode" presStyleCnt="0"/>
      <dgm:spPr/>
    </dgm:pt>
    <dgm:pt modelId="{A2DC252A-7713-4D08-8E02-B9DE80B90554}" type="pres">
      <dgm:prSet presAssocID="{C16FE7AE-ABC2-41F6-A798-2891B022D0D3}" presName="bgRect" presStyleLbl="bgShp" presStyleIdx="7" presStyleCnt="8"/>
      <dgm:spPr/>
    </dgm:pt>
    <dgm:pt modelId="{D4ADF37F-A09D-4150-88C2-3B4AE0660626}" type="pres">
      <dgm:prSet presAssocID="{C16FE7AE-ABC2-41F6-A798-2891B022D0D3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ze with solid fill"/>
        </a:ext>
      </dgm:extLst>
    </dgm:pt>
    <dgm:pt modelId="{329AD502-89AA-4DBF-B035-D9CAD04434AA}" type="pres">
      <dgm:prSet presAssocID="{C16FE7AE-ABC2-41F6-A798-2891B022D0D3}" presName="spaceRect" presStyleCnt="0"/>
      <dgm:spPr/>
    </dgm:pt>
    <dgm:pt modelId="{1E5EA9BA-C89D-4CA7-9E0C-B77110BA94E5}" type="pres">
      <dgm:prSet presAssocID="{C16FE7AE-ABC2-41F6-A798-2891B022D0D3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D8890C09-9D51-4D4A-9B0B-68B139276805}" type="presOf" srcId="{C16FE7AE-ABC2-41F6-A798-2891B022D0D3}" destId="{1E5EA9BA-C89D-4CA7-9E0C-B77110BA94E5}" srcOrd="0" destOrd="0" presId="urn:microsoft.com/office/officeart/2018/2/layout/IconVerticalSolidList"/>
    <dgm:cxn modelId="{9C7C051B-921F-45B1-A521-308D708FE867}" srcId="{F14D910B-717D-426E-A952-D248583AB5BC}" destId="{797CA9BB-3047-4AE0-98E3-DDEAD39887AE}" srcOrd="5" destOrd="0" parTransId="{EBF48EB2-7E8E-4065-8541-8DE4A87BACB1}" sibTransId="{7765CB0D-C71D-49EB-A4C3-DA3118E194CA}"/>
    <dgm:cxn modelId="{973D8A1B-6F59-4A97-889F-8789B4DBE154}" srcId="{F14D910B-717D-426E-A952-D248583AB5BC}" destId="{FDE86BEA-1542-4B7F-86EB-7D8E6DA0252D}" srcOrd="6" destOrd="0" parTransId="{06761680-F605-4F4E-9AC2-7B709DC7148C}" sibTransId="{87D282AC-38C0-43AB-A9B2-BCB7A1E077F3}"/>
    <dgm:cxn modelId="{8442382B-10AA-4786-A3CB-BE806EB0188E}" type="presOf" srcId="{36F0819F-1BB7-4C75-BCEB-69297FE349A3}" destId="{32560519-697B-40D1-88AB-5A53316B2742}" srcOrd="0" destOrd="0" presId="urn:microsoft.com/office/officeart/2018/2/layout/IconVerticalSolidList"/>
    <dgm:cxn modelId="{843AD265-749B-4A97-95D5-4B25BAECDC98}" type="presOf" srcId="{91BDB7BD-C663-4DA7-A058-D10364C1207A}" destId="{30830A9E-D2F0-48A8-87B4-4D1B108FB817}" srcOrd="0" destOrd="0" presId="urn:microsoft.com/office/officeart/2018/2/layout/IconVerticalSolidList"/>
    <dgm:cxn modelId="{8220CF6C-7A87-4E5D-ABB9-83AEE257AF66}" type="presOf" srcId="{FAAFE8FC-1837-42AD-B56B-D92EED507070}" destId="{9CD93E5B-AE4D-48A8-A19C-1E6944B0EBAA}" srcOrd="0" destOrd="0" presId="urn:microsoft.com/office/officeart/2018/2/layout/IconVerticalSolidList"/>
    <dgm:cxn modelId="{68FB564D-0E83-4B65-B82A-4E8CFF8385FF}" type="presOf" srcId="{FDE86BEA-1542-4B7F-86EB-7D8E6DA0252D}" destId="{71663A27-0DCA-40D0-A80F-503DFAF28F11}" srcOrd="0" destOrd="0" presId="urn:microsoft.com/office/officeart/2018/2/layout/IconVerticalSolidList"/>
    <dgm:cxn modelId="{399FA352-0EBE-4900-9874-0559338396C8}" srcId="{F14D910B-717D-426E-A952-D248583AB5BC}" destId="{C16FE7AE-ABC2-41F6-A798-2891B022D0D3}" srcOrd="7" destOrd="0" parTransId="{C5728E5F-B521-49FC-AF3A-A5C5B650286C}" sibTransId="{55930AC9-1DAF-4011-9E5F-165DEA889841}"/>
    <dgm:cxn modelId="{FE511D77-3203-4CD5-9A84-13C02AED557C}" srcId="{F14D910B-717D-426E-A952-D248583AB5BC}" destId="{FAAFE8FC-1837-42AD-B56B-D92EED507070}" srcOrd="4" destOrd="0" parTransId="{19505F6E-8330-433D-822A-9C471B57C583}" sibTransId="{27B2B32F-85DA-4A11-BC38-13E46A6C3940}"/>
    <dgm:cxn modelId="{B93E7B8C-4868-457A-A2E9-9D9493A1EA3D}" type="presOf" srcId="{F14D910B-717D-426E-A952-D248583AB5BC}" destId="{97C9EB9B-3496-4A14-95CB-98FCA0E3984E}" srcOrd="0" destOrd="0" presId="urn:microsoft.com/office/officeart/2018/2/layout/IconVerticalSolidList"/>
    <dgm:cxn modelId="{232B0F94-3FD7-4BB4-82E9-82578AEB4479}" type="presOf" srcId="{797CA9BB-3047-4AE0-98E3-DDEAD39887AE}" destId="{2687B567-EF31-47E5-95E6-58D271D56BF9}" srcOrd="0" destOrd="0" presId="urn:microsoft.com/office/officeart/2018/2/layout/IconVerticalSolidList"/>
    <dgm:cxn modelId="{BC00F0AB-E58A-4C5E-8C2A-7DE4BDFE659F}" type="presOf" srcId="{E4F5BDC2-AAB3-4C2A-8016-CD669999DA44}" destId="{BB11E9D0-7893-4BE1-BFBB-DC41722E0B8F}" srcOrd="0" destOrd="0" presId="urn:microsoft.com/office/officeart/2018/2/layout/IconVerticalSolidList"/>
    <dgm:cxn modelId="{11A265B4-42DB-4E21-A2E2-0375B8572B6B}" srcId="{F14D910B-717D-426E-A952-D248583AB5BC}" destId="{363A8A79-7226-436D-89A4-3599AD1B1DA3}" srcOrd="3" destOrd="0" parTransId="{514345BE-482E-48BD-88C4-02F5D0289AB3}" sibTransId="{7677B3EA-C0F6-446F-A4B1-129D12637156}"/>
    <dgm:cxn modelId="{43C483B5-8C22-45A5-BBB3-490F8B068CF0}" srcId="{F14D910B-717D-426E-A952-D248583AB5BC}" destId="{E4F5BDC2-AAB3-4C2A-8016-CD669999DA44}" srcOrd="1" destOrd="0" parTransId="{7D888241-9F23-4760-B6A5-1BA95EA2DA1C}" sibTransId="{5A01024E-77D9-4268-AD9F-D42253E9DCE3}"/>
    <dgm:cxn modelId="{6A9750D3-1E04-449C-9D22-B07DACA2D289}" srcId="{F14D910B-717D-426E-A952-D248583AB5BC}" destId="{36F0819F-1BB7-4C75-BCEB-69297FE349A3}" srcOrd="2" destOrd="0" parTransId="{8BA7B93C-B3A6-431E-AB2C-6B4F6CA77638}" sibTransId="{03ED6105-1445-47A5-8A33-B1B8FF3032FA}"/>
    <dgm:cxn modelId="{B3576CEF-66AB-40D8-B833-0D1CBBA08628}" type="presOf" srcId="{363A8A79-7226-436D-89A4-3599AD1B1DA3}" destId="{5FAAD0AD-8FE0-476B-8B0A-3399E0A160A8}" srcOrd="0" destOrd="0" presId="urn:microsoft.com/office/officeart/2018/2/layout/IconVerticalSolidList"/>
    <dgm:cxn modelId="{2CECEAFE-244A-4742-A5E3-6B4AB3A2BA6D}" srcId="{F14D910B-717D-426E-A952-D248583AB5BC}" destId="{91BDB7BD-C663-4DA7-A058-D10364C1207A}" srcOrd="0" destOrd="0" parTransId="{EAF8E9B8-584D-46E7-80E0-942741D4B207}" sibTransId="{82978F57-96C9-4D6E-AED7-8806BBACAE19}"/>
    <dgm:cxn modelId="{778D67D1-91CC-4287-992B-59E926F51667}" type="presParOf" srcId="{97C9EB9B-3496-4A14-95CB-98FCA0E3984E}" destId="{84D99E05-66B9-4F14-B5F6-325D808EAAFF}" srcOrd="0" destOrd="0" presId="urn:microsoft.com/office/officeart/2018/2/layout/IconVerticalSolidList"/>
    <dgm:cxn modelId="{7ABD0D1F-389F-4915-80F5-A5B0B93A0A4C}" type="presParOf" srcId="{84D99E05-66B9-4F14-B5F6-325D808EAAFF}" destId="{402700AF-114E-4D7C-91D1-0450564D38AC}" srcOrd="0" destOrd="0" presId="urn:microsoft.com/office/officeart/2018/2/layout/IconVerticalSolidList"/>
    <dgm:cxn modelId="{766FFAD2-5AF9-48E9-A612-D5E759C1335E}" type="presParOf" srcId="{84D99E05-66B9-4F14-B5F6-325D808EAAFF}" destId="{F5D91CB4-3978-47E8-ABA8-BF78096619FB}" srcOrd="1" destOrd="0" presId="urn:microsoft.com/office/officeart/2018/2/layout/IconVerticalSolidList"/>
    <dgm:cxn modelId="{470435D2-32B0-4D68-86A6-E17FF29E31CC}" type="presParOf" srcId="{84D99E05-66B9-4F14-B5F6-325D808EAAFF}" destId="{4E19AAE8-4E69-4CC0-AFE9-68B76D1F78CB}" srcOrd="2" destOrd="0" presId="urn:microsoft.com/office/officeart/2018/2/layout/IconVerticalSolidList"/>
    <dgm:cxn modelId="{31FA39BE-C094-4F87-816A-A55768BAB6A9}" type="presParOf" srcId="{84D99E05-66B9-4F14-B5F6-325D808EAAFF}" destId="{30830A9E-D2F0-48A8-87B4-4D1B108FB817}" srcOrd="3" destOrd="0" presId="urn:microsoft.com/office/officeart/2018/2/layout/IconVerticalSolidList"/>
    <dgm:cxn modelId="{76A58D10-71FE-42FB-920A-2D61A84EC950}" type="presParOf" srcId="{97C9EB9B-3496-4A14-95CB-98FCA0E3984E}" destId="{4192FA00-F222-4179-9DB4-73EA31806780}" srcOrd="1" destOrd="0" presId="urn:microsoft.com/office/officeart/2018/2/layout/IconVerticalSolidList"/>
    <dgm:cxn modelId="{2CC7CA9F-F16E-4952-BE1E-E695ABF16B5A}" type="presParOf" srcId="{97C9EB9B-3496-4A14-95CB-98FCA0E3984E}" destId="{E33BA735-D1CD-4438-90CB-47038BF1187E}" srcOrd="2" destOrd="0" presId="urn:microsoft.com/office/officeart/2018/2/layout/IconVerticalSolidList"/>
    <dgm:cxn modelId="{883CF3C6-1489-486B-AD42-D6590831AC6D}" type="presParOf" srcId="{E33BA735-D1CD-4438-90CB-47038BF1187E}" destId="{4271AF62-6D2F-499A-AD2E-E739BEE35693}" srcOrd="0" destOrd="0" presId="urn:microsoft.com/office/officeart/2018/2/layout/IconVerticalSolidList"/>
    <dgm:cxn modelId="{3C81EAB1-6E9E-4067-A23F-2E2B5D55EE24}" type="presParOf" srcId="{E33BA735-D1CD-4438-90CB-47038BF1187E}" destId="{083E2BB4-D0C1-4652-A85F-B06CC280B5C2}" srcOrd="1" destOrd="0" presId="urn:microsoft.com/office/officeart/2018/2/layout/IconVerticalSolidList"/>
    <dgm:cxn modelId="{8A0851BF-8970-4C14-B3C5-DD8BD090A41F}" type="presParOf" srcId="{E33BA735-D1CD-4438-90CB-47038BF1187E}" destId="{1CB0D342-D232-430F-BAD5-A6FE08133138}" srcOrd="2" destOrd="0" presId="urn:microsoft.com/office/officeart/2018/2/layout/IconVerticalSolidList"/>
    <dgm:cxn modelId="{2A9D7D8B-8169-425B-82E9-FC0A7F8390ED}" type="presParOf" srcId="{E33BA735-D1CD-4438-90CB-47038BF1187E}" destId="{BB11E9D0-7893-4BE1-BFBB-DC41722E0B8F}" srcOrd="3" destOrd="0" presId="urn:microsoft.com/office/officeart/2018/2/layout/IconVerticalSolidList"/>
    <dgm:cxn modelId="{403B7254-719E-4985-BAAC-96149B1F7481}" type="presParOf" srcId="{97C9EB9B-3496-4A14-95CB-98FCA0E3984E}" destId="{E1872B72-8E6F-4176-A68C-878221B21C48}" srcOrd="3" destOrd="0" presId="urn:microsoft.com/office/officeart/2018/2/layout/IconVerticalSolidList"/>
    <dgm:cxn modelId="{FA494A70-A737-43DB-9593-BB6142D90303}" type="presParOf" srcId="{97C9EB9B-3496-4A14-95CB-98FCA0E3984E}" destId="{CC25C4C2-6BC9-4621-A64E-C7179D8595CE}" srcOrd="4" destOrd="0" presId="urn:microsoft.com/office/officeart/2018/2/layout/IconVerticalSolidList"/>
    <dgm:cxn modelId="{BFD711B5-9B93-48F4-BBB3-DB22051B1C9F}" type="presParOf" srcId="{CC25C4C2-6BC9-4621-A64E-C7179D8595CE}" destId="{BC2C1D39-60B8-40DD-A441-2667589A634E}" srcOrd="0" destOrd="0" presId="urn:microsoft.com/office/officeart/2018/2/layout/IconVerticalSolidList"/>
    <dgm:cxn modelId="{35652AF3-5F4F-442F-8B3B-CE4ADC0E4D16}" type="presParOf" srcId="{CC25C4C2-6BC9-4621-A64E-C7179D8595CE}" destId="{F08FA3BD-4E74-4D59-A5C4-FA7BEBB7B5E9}" srcOrd="1" destOrd="0" presId="urn:microsoft.com/office/officeart/2018/2/layout/IconVerticalSolidList"/>
    <dgm:cxn modelId="{71D80B7D-CEA4-470D-9FE9-8A9226550B5A}" type="presParOf" srcId="{CC25C4C2-6BC9-4621-A64E-C7179D8595CE}" destId="{B3039F67-05E0-452C-9C90-A63E7F977F18}" srcOrd="2" destOrd="0" presId="urn:microsoft.com/office/officeart/2018/2/layout/IconVerticalSolidList"/>
    <dgm:cxn modelId="{46E5E791-DF19-4DB3-B616-95DB976F12DE}" type="presParOf" srcId="{CC25C4C2-6BC9-4621-A64E-C7179D8595CE}" destId="{32560519-697B-40D1-88AB-5A53316B2742}" srcOrd="3" destOrd="0" presId="urn:microsoft.com/office/officeart/2018/2/layout/IconVerticalSolidList"/>
    <dgm:cxn modelId="{2C20AE05-1721-4B0D-897B-7826BBC93E1A}" type="presParOf" srcId="{97C9EB9B-3496-4A14-95CB-98FCA0E3984E}" destId="{386FB6B7-B160-4F36-A8E6-0CC40D30940F}" srcOrd="5" destOrd="0" presId="urn:microsoft.com/office/officeart/2018/2/layout/IconVerticalSolidList"/>
    <dgm:cxn modelId="{32E15601-EF4F-439A-8787-4D74CEB656CD}" type="presParOf" srcId="{97C9EB9B-3496-4A14-95CB-98FCA0E3984E}" destId="{8B1103D4-A16A-4099-B896-C039601ED247}" srcOrd="6" destOrd="0" presId="urn:microsoft.com/office/officeart/2018/2/layout/IconVerticalSolidList"/>
    <dgm:cxn modelId="{7EA53A43-A8DB-4359-92F9-B4C259F4CC14}" type="presParOf" srcId="{8B1103D4-A16A-4099-B896-C039601ED247}" destId="{74E587F6-EFB2-47E4-9166-15D0AC98E2A9}" srcOrd="0" destOrd="0" presId="urn:microsoft.com/office/officeart/2018/2/layout/IconVerticalSolidList"/>
    <dgm:cxn modelId="{C83D3F6E-DC38-420D-B5A0-B1B92D04F587}" type="presParOf" srcId="{8B1103D4-A16A-4099-B896-C039601ED247}" destId="{92FBA382-F2AC-456C-84D1-BBAAAEE4534A}" srcOrd="1" destOrd="0" presId="urn:microsoft.com/office/officeart/2018/2/layout/IconVerticalSolidList"/>
    <dgm:cxn modelId="{157C0421-8EB0-4386-A6EE-89F389E42237}" type="presParOf" srcId="{8B1103D4-A16A-4099-B896-C039601ED247}" destId="{2E07FBDC-48C6-45A4-90CC-4542C5106D28}" srcOrd="2" destOrd="0" presId="urn:microsoft.com/office/officeart/2018/2/layout/IconVerticalSolidList"/>
    <dgm:cxn modelId="{69E8DC0B-DC92-4B86-ABE4-7B20A73E2F76}" type="presParOf" srcId="{8B1103D4-A16A-4099-B896-C039601ED247}" destId="{5FAAD0AD-8FE0-476B-8B0A-3399E0A160A8}" srcOrd="3" destOrd="0" presId="urn:microsoft.com/office/officeart/2018/2/layout/IconVerticalSolidList"/>
    <dgm:cxn modelId="{C680C0DF-0AE9-4551-868D-1B4517B6FBBA}" type="presParOf" srcId="{97C9EB9B-3496-4A14-95CB-98FCA0E3984E}" destId="{364518B8-C072-4FA6-95E4-87B5B921F036}" srcOrd="7" destOrd="0" presId="urn:microsoft.com/office/officeart/2018/2/layout/IconVerticalSolidList"/>
    <dgm:cxn modelId="{6637EB76-8D4E-44C3-AA35-ABDA68DCD489}" type="presParOf" srcId="{97C9EB9B-3496-4A14-95CB-98FCA0E3984E}" destId="{53A05AB2-E1B3-478F-B642-BF93F08C8BD3}" srcOrd="8" destOrd="0" presId="urn:microsoft.com/office/officeart/2018/2/layout/IconVerticalSolidList"/>
    <dgm:cxn modelId="{C54F51DE-4790-4245-BE7C-3B986D758E71}" type="presParOf" srcId="{53A05AB2-E1B3-478F-B642-BF93F08C8BD3}" destId="{C75050F2-9C6E-4E87-9D59-9C12196D923C}" srcOrd="0" destOrd="0" presId="urn:microsoft.com/office/officeart/2018/2/layout/IconVerticalSolidList"/>
    <dgm:cxn modelId="{1D3B1A74-6CDA-4E86-A5D2-7FA73303EA86}" type="presParOf" srcId="{53A05AB2-E1B3-478F-B642-BF93F08C8BD3}" destId="{0CFB9D81-D0DB-4AC0-B8E8-AD22C8B46479}" srcOrd="1" destOrd="0" presId="urn:microsoft.com/office/officeart/2018/2/layout/IconVerticalSolidList"/>
    <dgm:cxn modelId="{6B188BB3-35B9-4D73-9E11-60C9BE91183A}" type="presParOf" srcId="{53A05AB2-E1B3-478F-B642-BF93F08C8BD3}" destId="{32C82FED-4A9E-420C-8073-3439D14C917F}" srcOrd="2" destOrd="0" presId="urn:microsoft.com/office/officeart/2018/2/layout/IconVerticalSolidList"/>
    <dgm:cxn modelId="{3881E1E2-8D3C-4486-9513-77B91F9E26C2}" type="presParOf" srcId="{53A05AB2-E1B3-478F-B642-BF93F08C8BD3}" destId="{9CD93E5B-AE4D-48A8-A19C-1E6944B0EBAA}" srcOrd="3" destOrd="0" presId="urn:microsoft.com/office/officeart/2018/2/layout/IconVerticalSolidList"/>
    <dgm:cxn modelId="{6506FFE2-9AA1-41A3-8094-7B2734BD67CC}" type="presParOf" srcId="{97C9EB9B-3496-4A14-95CB-98FCA0E3984E}" destId="{1F56A79A-D029-4161-9469-2040A853FC5F}" srcOrd="9" destOrd="0" presId="urn:microsoft.com/office/officeart/2018/2/layout/IconVerticalSolidList"/>
    <dgm:cxn modelId="{B81538B3-047B-409F-BAEE-172C6BDEC86A}" type="presParOf" srcId="{97C9EB9B-3496-4A14-95CB-98FCA0E3984E}" destId="{ED868DCD-AAB8-4630-9803-6347FBAA2736}" srcOrd="10" destOrd="0" presId="urn:microsoft.com/office/officeart/2018/2/layout/IconVerticalSolidList"/>
    <dgm:cxn modelId="{24F4AF98-811F-4753-BEAE-C3576D88FC36}" type="presParOf" srcId="{ED868DCD-AAB8-4630-9803-6347FBAA2736}" destId="{291CD536-5D64-4787-B2C1-0F8EADFEC2F7}" srcOrd="0" destOrd="0" presId="urn:microsoft.com/office/officeart/2018/2/layout/IconVerticalSolidList"/>
    <dgm:cxn modelId="{A9AECEFE-3A45-4473-813D-3DB1316126D9}" type="presParOf" srcId="{ED868DCD-AAB8-4630-9803-6347FBAA2736}" destId="{FEDA446B-7C8A-4D3B-827B-BD60AEECF7F9}" srcOrd="1" destOrd="0" presId="urn:microsoft.com/office/officeart/2018/2/layout/IconVerticalSolidList"/>
    <dgm:cxn modelId="{1764D9A6-080F-4C9F-8394-F06B27FAF7AB}" type="presParOf" srcId="{ED868DCD-AAB8-4630-9803-6347FBAA2736}" destId="{D093BAF7-C4E6-44C6-AC16-F3228B84BB77}" srcOrd="2" destOrd="0" presId="urn:microsoft.com/office/officeart/2018/2/layout/IconVerticalSolidList"/>
    <dgm:cxn modelId="{91BF30C9-D415-49B2-92E3-ADE36BDA0A74}" type="presParOf" srcId="{ED868DCD-AAB8-4630-9803-6347FBAA2736}" destId="{2687B567-EF31-47E5-95E6-58D271D56BF9}" srcOrd="3" destOrd="0" presId="urn:microsoft.com/office/officeart/2018/2/layout/IconVerticalSolidList"/>
    <dgm:cxn modelId="{16058C2B-922C-4741-9241-3ED6229B5C8C}" type="presParOf" srcId="{97C9EB9B-3496-4A14-95CB-98FCA0E3984E}" destId="{C52EF878-1399-4CF1-A9A2-1C4406961452}" srcOrd="11" destOrd="0" presId="urn:microsoft.com/office/officeart/2018/2/layout/IconVerticalSolidList"/>
    <dgm:cxn modelId="{2D4DE992-7826-444A-8748-8B862C5DDCE1}" type="presParOf" srcId="{97C9EB9B-3496-4A14-95CB-98FCA0E3984E}" destId="{00C20724-2413-480F-8FED-87FB9ABB3C04}" srcOrd="12" destOrd="0" presId="urn:microsoft.com/office/officeart/2018/2/layout/IconVerticalSolidList"/>
    <dgm:cxn modelId="{09B50850-C4E3-4620-80B9-2BCE744C522E}" type="presParOf" srcId="{00C20724-2413-480F-8FED-87FB9ABB3C04}" destId="{57FC3496-F29C-429A-8E1F-0D147C11970F}" srcOrd="0" destOrd="0" presId="urn:microsoft.com/office/officeart/2018/2/layout/IconVerticalSolidList"/>
    <dgm:cxn modelId="{524C1673-3425-4B33-BDE6-9657F0D42477}" type="presParOf" srcId="{00C20724-2413-480F-8FED-87FB9ABB3C04}" destId="{EBF4CFEB-4C58-4651-BD35-A351443C3622}" srcOrd="1" destOrd="0" presId="urn:microsoft.com/office/officeart/2018/2/layout/IconVerticalSolidList"/>
    <dgm:cxn modelId="{01B4C1D0-C46F-4B83-AFEA-D45E792D65FE}" type="presParOf" srcId="{00C20724-2413-480F-8FED-87FB9ABB3C04}" destId="{E212F242-35CD-41ED-8317-7F10F8D113B6}" srcOrd="2" destOrd="0" presId="urn:microsoft.com/office/officeart/2018/2/layout/IconVerticalSolidList"/>
    <dgm:cxn modelId="{EA6F521D-305A-456C-9573-1198168A9975}" type="presParOf" srcId="{00C20724-2413-480F-8FED-87FB9ABB3C04}" destId="{71663A27-0DCA-40D0-A80F-503DFAF28F11}" srcOrd="3" destOrd="0" presId="urn:microsoft.com/office/officeart/2018/2/layout/IconVerticalSolidList"/>
    <dgm:cxn modelId="{F2AE8D5B-40B3-425D-A1D7-B38012A97641}" type="presParOf" srcId="{97C9EB9B-3496-4A14-95CB-98FCA0E3984E}" destId="{49A59D7F-9D49-4F51-9B34-6459536C2015}" srcOrd="13" destOrd="0" presId="urn:microsoft.com/office/officeart/2018/2/layout/IconVerticalSolidList"/>
    <dgm:cxn modelId="{4213E8F3-7644-4743-807F-2352FAC407BF}" type="presParOf" srcId="{97C9EB9B-3496-4A14-95CB-98FCA0E3984E}" destId="{803116F4-1A91-46FA-A31B-FB1C27893043}" srcOrd="14" destOrd="0" presId="urn:microsoft.com/office/officeart/2018/2/layout/IconVerticalSolidList"/>
    <dgm:cxn modelId="{7A281C23-691B-44BA-834F-3348F1C588C1}" type="presParOf" srcId="{803116F4-1A91-46FA-A31B-FB1C27893043}" destId="{A2DC252A-7713-4D08-8E02-B9DE80B90554}" srcOrd="0" destOrd="0" presId="urn:microsoft.com/office/officeart/2018/2/layout/IconVerticalSolidList"/>
    <dgm:cxn modelId="{9F7C3013-9C15-4B8D-8152-B9ECB895C981}" type="presParOf" srcId="{803116F4-1A91-46FA-A31B-FB1C27893043}" destId="{D4ADF37F-A09D-4150-88C2-3B4AE0660626}" srcOrd="1" destOrd="0" presId="urn:microsoft.com/office/officeart/2018/2/layout/IconVerticalSolidList"/>
    <dgm:cxn modelId="{9E13C188-3465-41CA-96F3-8594F2C6E3A9}" type="presParOf" srcId="{803116F4-1A91-46FA-A31B-FB1C27893043}" destId="{329AD502-89AA-4DBF-B035-D9CAD04434AA}" srcOrd="2" destOrd="0" presId="urn:microsoft.com/office/officeart/2018/2/layout/IconVerticalSolidList"/>
    <dgm:cxn modelId="{FAE9D736-7CB7-4FD2-AA67-6C72B636853B}" type="presParOf" srcId="{803116F4-1A91-46FA-A31B-FB1C27893043}" destId="{1E5EA9BA-C89D-4CA7-9E0C-B77110BA94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0D7A077-DD5A-4E21-AE7B-9F2A6EFAFA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A86280-F8D9-4956-89E3-A3C7D5D14293}">
      <dgm:prSet/>
      <dgm:spPr/>
      <dgm:t>
        <a:bodyPr/>
        <a:lstStyle/>
        <a:p>
          <a:r>
            <a:rPr lang="en-US"/>
            <a:t>Initialize Kafka instance in Docker.</a:t>
          </a:r>
        </a:p>
      </dgm:t>
    </dgm:pt>
    <dgm:pt modelId="{2D3AA71D-E09F-44E5-AB46-1A2F6BCEF026}" type="parTrans" cxnId="{D29592CF-4C7C-4444-99FF-E1E44AFEEAC4}">
      <dgm:prSet/>
      <dgm:spPr/>
      <dgm:t>
        <a:bodyPr/>
        <a:lstStyle/>
        <a:p>
          <a:endParaRPr lang="en-US"/>
        </a:p>
      </dgm:t>
    </dgm:pt>
    <dgm:pt modelId="{62DE6FF4-205A-417C-A465-50102594B52C}" type="sibTrans" cxnId="{D29592CF-4C7C-4444-99FF-E1E44AFEEAC4}">
      <dgm:prSet/>
      <dgm:spPr/>
      <dgm:t>
        <a:bodyPr/>
        <a:lstStyle/>
        <a:p>
          <a:endParaRPr lang="en-US"/>
        </a:p>
      </dgm:t>
    </dgm:pt>
    <dgm:pt modelId="{4E9BE83E-C996-46A1-9BE3-D4CECF44F314}">
      <dgm:prSet/>
      <dgm:spPr/>
      <dgm:t>
        <a:bodyPr/>
        <a:lstStyle/>
        <a:p>
          <a:r>
            <a:rPr lang="en-US"/>
            <a:t>Open a terminal – $ python setup_kafka.py </a:t>
          </a:r>
        </a:p>
      </dgm:t>
    </dgm:pt>
    <dgm:pt modelId="{73D335E3-1F4D-404C-B8FA-1EDFC5D492D6}" type="parTrans" cxnId="{5F4FA9A1-C1AC-4127-8465-641BF8684895}">
      <dgm:prSet/>
      <dgm:spPr/>
      <dgm:t>
        <a:bodyPr/>
        <a:lstStyle/>
        <a:p>
          <a:endParaRPr lang="en-US"/>
        </a:p>
      </dgm:t>
    </dgm:pt>
    <dgm:pt modelId="{FA9E6BEB-283D-4A00-AEB2-BB6D872C1918}" type="sibTrans" cxnId="{5F4FA9A1-C1AC-4127-8465-641BF8684895}">
      <dgm:prSet/>
      <dgm:spPr/>
      <dgm:t>
        <a:bodyPr/>
        <a:lstStyle/>
        <a:p>
          <a:endParaRPr lang="en-US"/>
        </a:p>
      </dgm:t>
    </dgm:pt>
    <dgm:pt modelId="{A2299DC5-FC79-40A4-9222-587836DFD823}">
      <dgm:prSet/>
      <dgm:spPr/>
      <dgm:t>
        <a:bodyPr/>
        <a:lstStyle/>
        <a:p>
          <a:r>
            <a:rPr lang="en-US"/>
            <a:t>In that terminal - $ export FINNHUB_API_KEY=&lt;paste key&gt;</a:t>
          </a:r>
        </a:p>
      </dgm:t>
    </dgm:pt>
    <dgm:pt modelId="{E60A51B7-15DA-4155-A5CC-D2CD199A0260}" type="parTrans" cxnId="{3106DBCB-FD3B-4173-B15F-0CE75E79C5F6}">
      <dgm:prSet/>
      <dgm:spPr/>
      <dgm:t>
        <a:bodyPr/>
        <a:lstStyle/>
        <a:p>
          <a:endParaRPr lang="en-US"/>
        </a:p>
      </dgm:t>
    </dgm:pt>
    <dgm:pt modelId="{F767C85E-2A77-4A38-B1CA-CAE77F6AD3A8}" type="sibTrans" cxnId="{3106DBCB-FD3B-4173-B15F-0CE75E79C5F6}">
      <dgm:prSet/>
      <dgm:spPr/>
      <dgm:t>
        <a:bodyPr/>
        <a:lstStyle/>
        <a:p>
          <a:endParaRPr lang="en-US"/>
        </a:p>
      </dgm:t>
    </dgm:pt>
    <dgm:pt modelId="{8A1C4F43-7CD5-4D67-8BE4-546206937ACC}">
      <dgm:prSet/>
      <dgm:spPr/>
      <dgm:t>
        <a:bodyPr/>
        <a:lstStyle/>
        <a:p>
          <a:r>
            <a:rPr lang="en-US"/>
            <a:t>Same terminal - $python producer.py</a:t>
          </a:r>
        </a:p>
      </dgm:t>
    </dgm:pt>
    <dgm:pt modelId="{43F5B7D3-2903-43E4-BEFF-F87FBE6AB607}" type="parTrans" cxnId="{DD08ECBC-3B4A-423F-8C75-9FC12C960208}">
      <dgm:prSet/>
      <dgm:spPr/>
      <dgm:t>
        <a:bodyPr/>
        <a:lstStyle/>
        <a:p>
          <a:endParaRPr lang="en-US"/>
        </a:p>
      </dgm:t>
    </dgm:pt>
    <dgm:pt modelId="{3E4F486A-4E1A-46F7-808F-BB92E9177DF8}" type="sibTrans" cxnId="{DD08ECBC-3B4A-423F-8C75-9FC12C960208}">
      <dgm:prSet/>
      <dgm:spPr/>
      <dgm:t>
        <a:bodyPr/>
        <a:lstStyle/>
        <a:p>
          <a:endParaRPr lang="en-US"/>
        </a:p>
      </dgm:t>
    </dgm:pt>
    <dgm:pt modelId="{DC8A8086-D61D-4626-A5D7-E522BB50A6A3}">
      <dgm:prSet/>
      <dgm:spPr/>
      <dgm:t>
        <a:bodyPr/>
        <a:lstStyle/>
        <a:p>
          <a:r>
            <a:rPr lang="en-US"/>
            <a:t>New terminal, leave the other one running - $python consumer_processor.py</a:t>
          </a:r>
        </a:p>
      </dgm:t>
    </dgm:pt>
    <dgm:pt modelId="{1BBF5775-CDC1-4CC2-8D60-13131B1E6E84}" type="parTrans" cxnId="{7FF7F359-D49A-46B2-A8BC-7AE2C65A2C41}">
      <dgm:prSet/>
      <dgm:spPr/>
      <dgm:t>
        <a:bodyPr/>
        <a:lstStyle/>
        <a:p>
          <a:endParaRPr lang="en-US"/>
        </a:p>
      </dgm:t>
    </dgm:pt>
    <dgm:pt modelId="{99F0CC45-0D13-4DA7-8FA9-1403B155563A}" type="sibTrans" cxnId="{7FF7F359-D49A-46B2-A8BC-7AE2C65A2C41}">
      <dgm:prSet/>
      <dgm:spPr/>
      <dgm:t>
        <a:bodyPr/>
        <a:lstStyle/>
        <a:p>
          <a:endParaRPr lang="en-US"/>
        </a:p>
      </dgm:t>
    </dgm:pt>
    <dgm:pt modelId="{0AA685D5-FDD9-4F7B-8C3D-9F1772E86A58}">
      <dgm:prSet/>
      <dgm:spPr/>
      <dgm:t>
        <a:bodyPr/>
        <a:lstStyle/>
        <a:p>
          <a:r>
            <a:rPr lang="en-US"/>
            <a:t>New terminal, leave the other two running - $streamlit run streamlit_app.py</a:t>
          </a:r>
        </a:p>
      </dgm:t>
    </dgm:pt>
    <dgm:pt modelId="{90739095-7B3A-486E-90D4-531455EA6E95}" type="parTrans" cxnId="{C9E183CF-BF57-4B7A-ADC2-0A5FC784C268}">
      <dgm:prSet/>
      <dgm:spPr/>
      <dgm:t>
        <a:bodyPr/>
        <a:lstStyle/>
        <a:p>
          <a:endParaRPr lang="en-US"/>
        </a:p>
      </dgm:t>
    </dgm:pt>
    <dgm:pt modelId="{29CB0142-DD3B-4989-A814-497A38CC5880}" type="sibTrans" cxnId="{C9E183CF-BF57-4B7A-ADC2-0A5FC784C268}">
      <dgm:prSet/>
      <dgm:spPr/>
      <dgm:t>
        <a:bodyPr/>
        <a:lstStyle/>
        <a:p>
          <a:endParaRPr lang="en-US"/>
        </a:p>
      </dgm:t>
    </dgm:pt>
    <dgm:pt modelId="{6B3EFE7A-D2AF-44DB-8969-84916C952402}">
      <dgm:prSet/>
      <dgm:spPr/>
      <dgm:t>
        <a:bodyPr/>
        <a:lstStyle/>
        <a:p>
          <a:r>
            <a:rPr lang="en-US"/>
            <a:t>Go to </a:t>
          </a:r>
          <a:r>
            <a:rPr lang="en-US">
              <a:hlinkClick xmlns:r="http://schemas.openxmlformats.org/officeDocument/2006/relationships" r:id="rId1"/>
            </a:rPr>
            <a:t>http://localhost:8501/</a:t>
          </a:r>
          <a:r>
            <a:rPr lang="en-US"/>
            <a:t> to view the dashboard!</a:t>
          </a:r>
        </a:p>
      </dgm:t>
    </dgm:pt>
    <dgm:pt modelId="{E4CB979F-5BAC-4DE4-9AB0-C5EFF23AD83A}" type="parTrans" cxnId="{67DD4A12-03C0-4840-8BF6-4DC071210F8C}">
      <dgm:prSet/>
      <dgm:spPr/>
      <dgm:t>
        <a:bodyPr/>
        <a:lstStyle/>
        <a:p>
          <a:endParaRPr lang="en-US"/>
        </a:p>
      </dgm:t>
    </dgm:pt>
    <dgm:pt modelId="{A255F973-2FF6-4E3A-9EB1-4A4F24FE52BC}" type="sibTrans" cxnId="{67DD4A12-03C0-4840-8BF6-4DC071210F8C}">
      <dgm:prSet/>
      <dgm:spPr/>
      <dgm:t>
        <a:bodyPr/>
        <a:lstStyle/>
        <a:p>
          <a:endParaRPr lang="en-US"/>
        </a:p>
      </dgm:t>
    </dgm:pt>
    <dgm:pt modelId="{29D7286B-41CF-412A-AF27-5DDFF7C611A9}" type="pres">
      <dgm:prSet presAssocID="{C0D7A077-DD5A-4E21-AE7B-9F2A6EFAFAF4}" presName="root" presStyleCnt="0">
        <dgm:presLayoutVars>
          <dgm:dir/>
          <dgm:resizeHandles val="exact"/>
        </dgm:presLayoutVars>
      </dgm:prSet>
      <dgm:spPr/>
    </dgm:pt>
    <dgm:pt modelId="{0C6DFF76-550E-408A-8437-884EC2A25CEA}" type="pres">
      <dgm:prSet presAssocID="{D7A86280-F8D9-4956-89E3-A3C7D5D14293}" presName="compNode" presStyleCnt="0"/>
      <dgm:spPr/>
    </dgm:pt>
    <dgm:pt modelId="{6C07FD66-576A-4BDD-880D-527690A801C9}" type="pres">
      <dgm:prSet presAssocID="{D7A86280-F8D9-4956-89E3-A3C7D5D14293}" presName="bgRect" presStyleLbl="bgShp" presStyleIdx="0" presStyleCnt="7"/>
      <dgm:spPr/>
    </dgm:pt>
    <dgm:pt modelId="{1E057747-FB77-4C89-9B31-ED661C3E53B5}" type="pres">
      <dgm:prSet presAssocID="{D7A86280-F8D9-4956-89E3-A3C7D5D14293}" presName="iconRect" presStyleLbl="node1" presStyleIdx="0" presStyleCnt="7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71149D2-44B9-4BBC-A516-0F2A52AB4AE8}" type="pres">
      <dgm:prSet presAssocID="{D7A86280-F8D9-4956-89E3-A3C7D5D14293}" presName="spaceRect" presStyleCnt="0"/>
      <dgm:spPr/>
    </dgm:pt>
    <dgm:pt modelId="{4F652F7F-438D-48D7-AFF1-BDF7FD08C12A}" type="pres">
      <dgm:prSet presAssocID="{D7A86280-F8D9-4956-89E3-A3C7D5D14293}" presName="parTx" presStyleLbl="revTx" presStyleIdx="0" presStyleCnt="7">
        <dgm:presLayoutVars>
          <dgm:chMax val="0"/>
          <dgm:chPref val="0"/>
        </dgm:presLayoutVars>
      </dgm:prSet>
      <dgm:spPr/>
    </dgm:pt>
    <dgm:pt modelId="{71DD4A2F-4ECE-4E3D-A546-3D64C720C09D}" type="pres">
      <dgm:prSet presAssocID="{62DE6FF4-205A-417C-A465-50102594B52C}" presName="sibTrans" presStyleCnt="0"/>
      <dgm:spPr/>
    </dgm:pt>
    <dgm:pt modelId="{128BF868-D40E-4457-AF19-99CFE9D9A24E}" type="pres">
      <dgm:prSet presAssocID="{4E9BE83E-C996-46A1-9BE3-D4CECF44F314}" presName="compNode" presStyleCnt="0"/>
      <dgm:spPr/>
    </dgm:pt>
    <dgm:pt modelId="{34AC6B2E-5916-4862-BA0E-C1F93875098B}" type="pres">
      <dgm:prSet presAssocID="{4E9BE83E-C996-46A1-9BE3-D4CECF44F314}" presName="bgRect" presStyleLbl="bgShp" presStyleIdx="1" presStyleCnt="7"/>
      <dgm:spPr/>
    </dgm:pt>
    <dgm:pt modelId="{AD4C7A33-764D-469B-9BD2-589FD3A09E0A}" type="pres">
      <dgm:prSet presAssocID="{4E9BE83E-C996-46A1-9BE3-D4CECF44F314}" presName="iconRect" presStyleLbl="node1" presStyleIdx="1" presStyleCnt="7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C6298EB-6A3D-43BF-BE64-FA52BF02B5E1}" type="pres">
      <dgm:prSet presAssocID="{4E9BE83E-C996-46A1-9BE3-D4CECF44F314}" presName="spaceRect" presStyleCnt="0"/>
      <dgm:spPr/>
    </dgm:pt>
    <dgm:pt modelId="{FFEAB6F0-B9ED-4FFF-9293-E8FD958CDF21}" type="pres">
      <dgm:prSet presAssocID="{4E9BE83E-C996-46A1-9BE3-D4CECF44F314}" presName="parTx" presStyleLbl="revTx" presStyleIdx="1" presStyleCnt="7">
        <dgm:presLayoutVars>
          <dgm:chMax val="0"/>
          <dgm:chPref val="0"/>
        </dgm:presLayoutVars>
      </dgm:prSet>
      <dgm:spPr/>
    </dgm:pt>
    <dgm:pt modelId="{EFDFF794-1105-4C1C-B12F-3D1AFEAA155B}" type="pres">
      <dgm:prSet presAssocID="{FA9E6BEB-283D-4A00-AEB2-BB6D872C1918}" presName="sibTrans" presStyleCnt="0"/>
      <dgm:spPr/>
    </dgm:pt>
    <dgm:pt modelId="{691B453E-BAA0-4986-9813-D564DCEC9454}" type="pres">
      <dgm:prSet presAssocID="{A2299DC5-FC79-40A4-9222-587836DFD823}" presName="compNode" presStyleCnt="0"/>
      <dgm:spPr/>
    </dgm:pt>
    <dgm:pt modelId="{F51428D0-95CD-43F3-8DFC-EB01E676614E}" type="pres">
      <dgm:prSet presAssocID="{A2299DC5-FC79-40A4-9222-587836DFD823}" presName="bgRect" presStyleLbl="bgShp" presStyleIdx="2" presStyleCnt="7"/>
      <dgm:spPr/>
    </dgm:pt>
    <dgm:pt modelId="{14D27321-C7BE-47D3-BECE-C9F39722F7AB}" type="pres">
      <dgm:prSet presAssocID="{A2299DC5-FC79-40A4-9222-587836DFD823}" presName="iconRect" presStyleLbl="node1" presStyleIdx="2" presStyleCnt="7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D634E10-A885-47FB-ACD0-19A5CFB2E2B8}" type="pres">
      <dgm:prSet presAssocID="{A2299DC5-FC79-40A4-9222-587836DFD823}" presName="spaceRect" presStyleCnt="0"/>
      <dgm:spPr/>
    </dgm:pt>
    <dgm:pt modelId="{0057FCAE-BD69-4983-BD49-E17A59A4BCFF}" type="pres">
      <dgm:prSet presAssocID="{A2299DC5-FC79-40A4-9222-587836DFD823}" presName="parTx" presStyleLbl="revTx" presStyleIdx="2" presStyleCnt="7">
        <dgm:presLayoutVars>
          <dgm:chMax val="0"/>
          <dgm:chPref val="0"/>
        </dgm:presLayoutVars>
      </dgm:prSet>
      <dgm:spPr/>
    </dgm:pt>
    <dgm:pt modelId="{7B7988AF-CAFC-4181-BFBD-B039DF98615C}" type="pres">
      <dgm:prSet presAssocID="{F767C85E-2A77-4A38-B1CA-CAE77F6AD3A8}" presName="sibTrans" presStyleCnt="0"/>
      <dgm:spPr/>
    </dgm:pt>
    <dgm:pt modelId="{6F8CC68F-5B80-45D3-BA20-58BD9B604F2A}" type="pres">
      <dgm:prSet presAssocID="{8A1C4F43-7CD5-4D67-8BE4-546206937ACC}" presName="compNode" presStyleCnt="0"/>
      <dgm:spPr/>
    </dgm:pt>
    <dgm:pt modelId="{84B71B79-E871-4F8F-BEC8-A7FCF262A262}" type="pres">
      <dgm:prSet presAssocID="{8A1C4F43-7CD5-4D67-8BE4-546206937ACC}" presName="bgRect" presStyleLbl="bgShp" presStyleIdx="3" presStyleCnt="7"/>
      <dgm:spPr/>
    </dgm:pt>
    <dgm:pt modelId="{19A0D290-B77A-4921-80DC-99DA2F425DFE}" type="pres">
      <dgm:prSet presAssocID="{8A1C4F43-7CD5-4D67-8BE4-546206937ACC}" presName="iconRect" presStyleLbl="node1" presStyleIdx="3" presStyleCnt="7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D1C20D2-DAC6-4741-9A85-A92EE53C4C52}" type="pres">
      <dgm:prSet presAssocID="{8A1C4F43-7CD5-4D67-8BE4-546206937ACC}" presName="spaceRect" presStyleCnt="0"/>
      <dgm:spPr/>
    </dgm:pt>
    <dgm:pt modelId="{2A09E303-DF70-45CC-80DE-F31131EAFD2E}" type="pres">
      <dgm:prSet presAssocID="{8A1C4F43-7CD5-4D67-8BE4-546206937ACC}" presName="parTx" presStyleLbl="revTx" presStyleIdx="3" presStyleCnt="7">
        <dgm:presLayoutVars>
          <dgm:chMax val="0"/>
          <dgm:chPref val="0"/>
        </dgm:presLayoutVars>
      </dgm:prSet>
      <dgm:spPr/>
    </dgm:pt>
    <dgm:pt modelId="{64AE4481-3C8D-4C5D-A923-2825B048B34B}" type="pres">
      <dgm:prSet presAssocID="{3E4F486A-4E1A-46F7-808F-BB92E9177DF8}" presName="sibTrans" presStyleCnt="0"/>
      <dgm:spPr/>
    </dgm:pt>
    <dgm:pt modelId="{53AFE719-9BB0-4466-867F-80498B5796E8}" type="pres">
      <dgm:prSet presAssocID="{DC8A8086-D61D-4626-A5D7-E522BB50A6A3}" presName="compNode" presStyleCnt="0"/>
      <dgm:spPr/>
    </dgm:pt>
    <dgm:pt modelId="{613BFDF8-B281-43BF-A657-22F2E00CE347}" type="pres">
      <dgm:prSet presAssocID="{DC8A8086-D61D-4626-A5D7-E522BB50A6A3}" presName="bgRect" presStyleLbl="bgShp" presStyleIdx="4" presStyleCnt="7"/>
      <dgm:spPr/>
    </dgm:pt>
    <dgm:pt modelId="{4D12E26E-AADA-42F6-806B-9D89BC11C7CC}" type="pres">
      <dgm:prSet presAssocID="{DC8A8086-D61D-4626-A5D7-E522BB50A6A3}" presName="iconRect" presStyleLbl="node1" presStyleIdx="4" presStyleCnt="7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C72FD80-1C6B-4638-87F2-62E0BE899381}" type="pres">
      <dgm:prSet presAssocID="{DC8A8086-D61D-4626-A5D7-E522BB50A6A3}" presName="spaceRect" presStyleCnt="0"/>
      <dgm:spPr/>
    </dgm:pt>
    <dgm:pt modelId="{A1B97AA0-BDB2-4B94-93B3-728C204CFDC3}" type="pres">
      <dgm:prSet presAssocID="{DC8A8086-D61D-4626-A5D7-E522BB50A6A3}" presName="parTx" presStyleLbl="revTx" presStyleIdx="4" presStyleCnt="7">
        <dgm:presLayoutVars>
          <dgm:chMax val="0"/>
          <dgm:chPref val="0"/>
        </dgm:presLayoutVars>
      </dgm:prSet>
      <dgm:spPr/>
    </dgm:pt>
    <dgm:pt modelId="{F1D36BF0-BBC1-4E4A-8E6F-AEC87EA4D925}" type="pres">
      <dgm:prSet presAssocID="{99F0CC45-0D13-4DA7-8FA9-1403B155563A}" presName="sibTrans" presStyleCnt="0"/>
      <dgm:spPr/>
    </dgm:pt>
    <dgm:pt modelId="{0D724491-3CE2-40C1-85B6-31664CA44E4B}" type="pres">
      <dgm:prSet presAssocID="{0AA685D5-FDD9-4F7B-8C3D-9F1772E86A58}" presName="compNode" presStyleCnt="0"/>
      <dgm:spPr/>
    </dgm:pt>
    <dgm:pt modelId="{CEC5982E-D261-4A3D-88EB-5AB07C874B97}" type="pres">
      <dgm:prSet presAssocID="{0AA685D5-FDD9-4F7B-8C3D-9F1772E86A58}" presName="bgRect" presStyleLbl="bgShp" presStyleIdx="5" presStyleCnt="7"/>
      <dgm:spPr/>
    </dgm:pt>
    <dgm:pt modelId="{656DA536-C626-4C94-8AD1-1278932C686B}" type="pres">
      <dgm:prSet presAssocID="{0AA685D5-FDD9-4F7B-8C3D-9F1772E86A58}" presName="iconRect" presStyleLbl="node1" presStyleIdx="5" presStyleCnt="7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3C109AFD-4E0C-44F7-B3DD-D6039CD7A6A2}" type="pres">
      <dgm:prSet presAssocID="{0AA685D5-FDD9-4F7B-8C3D-9F1772E86A58}" presName="spaceRect" presStyleCnt="0"/>
      <dgm:spPr/>
    </dgm:pt>
    <dgm:pt modelId="{940C8E45-54AA-477C-B8D2-63B9AFEBF9C3}" type="pres">
      <dgm:prSet presAssocID="{0AA685D5-FDD9-4F7B-8C3D-9F1772E86A58}" presName="parTx" presStyleLbl="revTx" presStyleIdx="5" presStyleCnt="7">
        <dgm:presLayoutVars>
          <dgm:chMax val="0"/>
          <dgm:chPref val="0"/>
        </dgm:presLayoutVars>
      </dgm:prSet>
      <dgm:spPr/>
    </dgm:pt>
    <dgm:pt modelId="{F7C030EE-F133-4198-A5BA-B84714AC8B79}" type="pres">
      <dgm:prSet presAssocID="{29CB0142-DD3B-4989-A814-497A38CC5880}" presName="sibTrans" presStyleCnt="0"/>
      <dgm:spPr/>
    </dgm:pt>
    <dgm:pt modelId="{18915029-571C-49E0-93C5-5149B2B80C04}" type="pres">
      <dgm:prSet presAssocID="{6B3EFE7A-D2AF-44DB-8969-84916C952402}" presName="compNode" presStyleCnt="0"/>
      <dgm:spPr/>
    </dgm:pt>
    <dgm:pt modelId="{856506A3-146C-43DA-A105-C8D79D2BDE24}" type="pres">
      <dgm:prSet presAssocID="{6B3EFE7A-D2AF-44DB-8969-84916C952402}" presName="bgRect" presStyleLbl="bgShp" presStyleIdx="6" presStyleCnt="7"/>
      <dgm:spPr/>
    </dgm:pt>
    <dgm:pt modelId="{1B4FFB9B-8578-4668-BD0C-D555EB785912}" type="pres">
      <dgm:prSet presAssocID="{6B3EFE7A-D2AF-44DB-8969-84916C952402}" presName="iconRect" presStyleLbl="node1" presStyleIdx="6" presStyleCnt="7"/>
      <dgm:spPr>
        <a:blipFill>
          <a:blip xmlns:r="http://schemas.openxmlformats.org/officeDocument/2006/relationships"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BD54009-6E4A-4B3F-BD24-CD70D215EEF2}" type="pres">
      <dgm:prSet presAssocID="{6B3EFE7A-D2AF-44DB-8969-84916C952402}" presName="spaceRect" presStyleCnt="0"/>
      <dgm:spPr/>
    </dgm:pt>
    <dgm:pt modelId="{53F9A65B-6E9D-472E-9A70-93700A44DA1F}" type="pres">
      <dgm:prSet presAssocID="{6B3EFE7A-D2AF-44DB-8969-84916C95240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E6DD8F06-8367-4E2A-B7C8-5F8BCB2DB11E}" type="presOf" srcId="{4E9BE83E-C996-46A1-9BE3-D4CECF44F314}" destId="{FFEAB6F0-B9ED-4FFF-9293-E8FD958CDF21}" srcOrd="0" destOrd="0" presId="urn:microsoft.com/office/officeart/2018/2/layout/IconVerticalSolidList"/>
    <dgm:cxn modelId="{67DD4A12-03C0-4840-8BF6-4DC071210F8C}" srcId="{C0D7A077-DD5A-4E21-AE7B-9F2A6EFAFAF4}" destId="{6B3EFE7A-D2AF-44DB-8969-84916C952402}" srcOrd="6" destOrd="0" parTransId="{E4CB979F-5BAC-4DE4-9AB0-C5EFF23AD83A}" sibTransId="{A255F973-2FF6-4E3A-9EB1-4A4F24FE52BC}"/>
    <dgm:cxn modelId="{82DD901C-105E-4DA8-9C49-CB925CDFF46D}" type="presOf" srcId="{C0D7A077-DD5A-4E21-AE7B-9F2A6EFAFAF4}" destId="{29D7286B-41CF-412A-AF27-5DDFF7C611A9}" srcOrd="0" destOrd="0" presId="urn:microsoft.com/office/officeart/2018/2/layout/IconVerticalSolidList"/>
    <dgm:cxn modelId="{4B3AFA4C-FC54-47DC-BC23-25C8569F2F1C}" type="presOf" srcId="{8A1C4F43-7CD5-4D67-8BE4-546206937ACC}" destId="{2A09E303-DF70-45CC-80DE-F31131EAFD2E}" srcOrd="0" destOrd="0" presId="urn:microsoft.com/office/officeart/2018/2/layout/IconVerticalSolidList"/>
    <dgm:cxn modelId="{182D9859-978C-4356-B80D-1DD2D8BC560F}" type="presOf" srcId="{6B3EFE7A-D2AF-44DB-8969-84916C952402}" destId="{53F9A65B-6E9D-472E-9A70-93700A44DA1F}" srcOrd="0" destOrd="0" presId="urn:microsoft.com/office/officeart/2018/2/layout/IconVerticalSolidList"/>
    <dgm:cxn modelId="{7FF7F359-D49A-46B2-A8BC-7AE2C65A2C41}" srcId="{C0D7A077-DD5A-4E21-AE7B-9F2A6EFAFAF4}" destId="{DC8A8086-D61D-4626-A5D7-E522BB50A6A3}" srcOrd="4" destOrd="0" parTransId="{1BBF5775-CDC1-4CC2-8D60-13131B1E6E84}" sibTransId="{99F0CC45-0D13-4DA7-8FA9-1403B155563A}"/>
    <dgm:cxn modelId="{E2D02497-8BE2-47C4-8BD0-5CB44F0E7061}" type="presOf" srcId="{DC8A8086-D61D-4626-A5D7-E522BB50A6A3}" destId="{A1B97AA0-BDB2-4B94-93B3-728C204CFDC3}" srcOrd="0" destOrd="0" presId="urn:microsoft.com/office/officeart/2018/2/layout/IconVerticalSolidList"/>
    <dgm:cxn modelId="{5F4FA9A1-C1AC-4127-8465-641BF8684895}" srcId="{C0D7A077-DD5A-4E21-AE7B-9F2A6EFAFAF4}" destId="{4E9BE83E-C996-46A1-9BE3-D4CECF44F314}" srcOrd="1" destOrd="0" parTransId="{73D335E3-1F4D-404C-B8FA-1EDFC5D492D6}" sibTransId="{FA9E6BEB-283D-4A00-AEB2-BB6D872C1918}"/>
    <dgm:cxn modelId="{DD08ECBC-3B4A-423F-8C75-9FC12C960208}" srcId="{C0D7A077-DD5A-4E21-AE7B-9F2A6EFAFAF4}" destId="{8A1C4F43-7CD5-4D67-8BE4-546206937ACC}" srcOrd="3" destOrd="0" parTransId="{43F5B7D3-2903-43E4-BEFF-F87FBE6AB607}" sibTransId="{3E4F486A-4E1A-46F7-808F-BB92E9177DF8}"/>
    <dgm:cxn modelId="{3106DBCB-FD3B-4173-B15F-0CE75E79C5F6}" srcId="{C0D7A077-DD5A-4E21-AE7B-9F2A6EFAFAF4}" destId="{A2299DC5-FC79-40A4-9222-587836DFD823}" srcOrd="2" destOrd="0" parTransId="{E60A51B7-15DA-4155-A5CC-D2CD199A0260}" sibTransId="{F767C85E-2A77-4A38-B1CA-CAE77F6AD3A8}"/>
    <dgm:cxn modelId="{677D77CD-917C-40A6-90BC-0B2F0ECD789F}" type="presOf" srcId="{0AA685D5-FDD9-4F7B-8C3D-9F1772E86A58}" destId="{940C8E45-54AA-477C-B8D2-63B9AFEBF9C3}" srcOrd="0" destOrd="0" presId="urn:microsoft.com/office/officeart/2018/2/layout/IconVerticalSolidList"/>
    <dgm:cxn modelId="{C9E183CF-BF57-4B7A-ADC2-0A5FC784C268}" srcId="{C0D7A077-DD5A-4E21-AE7B-9F2A6EFAFAF4}" destId="{0AA685D5-FDD9-4F7B-8C3D-9F1772E86A58}" srcOrd="5" destOrd="0" parTransId="{90739095-7B3A-486E-90D4-531455EA6E95}" sibTransId="{29CB0142-DD3B-4989-A814-497A38CC5880}"/>
    <dgm:cxn modelId="{D29592CF-4C7C-4444-99FF-E1E44AFEEAC4}" srcId="{C0D7A077-DD5A-4E21-AE7B-9F2A6EFAFAF4}" destId="{D7A86280-F8D9-4956-89E3-A3C7D5D14293}" srcOrd="0" destOrd="0" parTransId="{2D3AA71D-E09F-44E5-AB46-1A2F6BCEF026}" sibTransId="{62DE6FF4-205A-417C-A465-50102594B52C}"/>
    <dgm:cxn modelId="{6AD6A4DA-6758-4E98-BF5A-8F529722AA56}" type="presOf" srcId="{D7A86280-F8D9-4956-89E3-A3C7D5D14293}" destId="{4F652F7F-438D-48D7-AFF1-BDF7FD08C12A}" srcOrd="0" destOrd="0" presId="urn:microsoft.com/office/officeart/2018/2/layout/IconVerticalSolidList"/>
    <dgm:cxn modelId="{F943CCF5-7FEB-468C-98E9-5801ED792374}" type="presOf" srcId="{A2299DC5-FC79-40A4-9222-587836DFD823}" destId="{0057FCAE-BD69-4983-BD49-E17A59A4BCFF}" srcOrd="0" destOrd="0" presId="urn:microsoft.com/office/officeart/2018/2/layout/IconVerticalSolidList"/>
    <dgm:cxn modelId="{65E5295B-F221-4195-AFAA-F4DF8C7D0BAB}" type="presParOf" srcId="{29D7286B-41CF-412A-AF27-5DDFF7C611A9}" destId="{0C6DFF76-550E-408A-8437-884EC2A25CEA}" srcOrd="0" destOrd="0" presId="urn:microsoft.com/office/officeart/2018/2/layout/IconVerticalSolidList"/>
    <dgm:cxn modelId="{8B94E329-D0F5-4B6E-996E-D7721A62F986}" type="presParOf" srcId="{0C6DFF76-550E-408A-8437-884EC2A25CEA}" destId="{6C07FD66-576A-4BDD-880D-527690A801C9}" srcOrd="0" destOrd="0" presId="urn:microsoft.com/office/officeart/2018/2/layout/IconVerticalSolidList"/>
    <dgm:cxn modelId="{9035BFB2-CDB2-4871-9F8C-1CAAD621F620}" type="presParOf" srcId="{0C6DFF76-550E-408A-8437-884EC2A25CEA}" destId="{1E057747-FB77-4C89-9B31-ED661C3E53B5}" srcOrd="1" destOrd="0" presId="urn:microsoft.com/office/officeart/2018/2/layout/IconVerticalSolidList"/>
    <dgm:cxn modelId="{0437A1FA-C529-421A-9D5F-A49E0783C21E}" type="presParOf" srcId="{0C6DFF76-550E-408A-8437-884EC2A25CEA}" destId="{971149D2-44B9-4BBC-A516-0F2A52AB4AE8}" srcOrd="2" destOrd="0" presId="urn:microsoft.com/office/officeart/2018/2/layout/IconVerticalSolidList"/>
    <dgm:cxn modelId="{96600548-AB73-4BC6-8893-56F3090ADB19}" type="presParOf" srcId="{0C6DFF76-550E-408A-8437-884EC2A25CEA}" destId="{4F652F7F-438D-48D7-AFF1-BDF7FD08C12A}" srcOrd="3" destOrd="0" presId="urn:microsoft.com/office/officeart/2018/2/layout/IconVerticalSolidList"/>
    <dgm:cxn modelId="{8FC4E2B5-7A64-4FE8-8C6B-224138CD67D2}" type="presParOf" srcId="{29D7286B-41CF-412A-AF27-5DDFF7C611A9}" destId="{71DD4A2F-4ECE-4E3D-A546-3D64C720C09D}" srcOrd="1" destOrd="0" presId="urn:microsoft.com/office/officeart/2018/2/layout/IconVerticalSolidList"/>
    <dgm:cxn modelId="{1DE06A81-FA60-4828-9988-6623F465F4F4}" type="presParOf" srcId="{29D7286B-41CF-412A-AF27-5DDFF7C611A9}" destId="{128BF868-D40E-4457-AF19-99CFE9D9A24E}" srcOrd="2" destOrd="0" presId="urn:microsoft.com/office/officeart/2018/2/layout/IconVerticalSolidList"/>
    <dgm:cxn modelId="{C32D1E8D-7361-446D-8CC5-BAB6E3470193}" type="presParOf" srcId="{128BF868-D40E-4457-AF19-99CFE9D9A24E}" destId="{34AC6B2E-5916-4862-BA0E-C1F93875098B}" srcOrd="0" destOrd="0" presId="urn:microsoft.com/office/officeart/2018/2/layout/IconVerticalSolidList"/>
    <dgm:cxn modelId="{5E8FC4FA-8B85-426F-A9BE-3E968E9A0AE7}" type="presParOf" srcId="{128BF868-D40E-4457-AF19-99CFE9D9A24E}" destId="{AD4C7A33-764D-469B-9BD2-589FD3A09E0A}" srcOrd="1" destOrd="0" presId="urn:microsoft.com/office/officeart/2018/2/layout/IconVerticalSolidList"/>
    <dgm:cxn modelId="{37607442-E105-4B81-AEB0-983CF24351EF}" type="presParOf" srcId="{128BF868-D40E-4457-AF19-99CFE9D9A24E}" destId="{DC6298EB-6A3D-43BF-BE64-FA52BF02B5E1}" srcOrd="2" destOrd="0" presId="urn:microsoft.com/office/officeart/2018/2/layout/IconVerticalSolidList"/>
    <dgm:cxn modelId="{ED081AFE-BC73-4866-AAED-3AC693011AEC}" type="presParOf" srcId="{128BF868-D40E-4457-AF19-99CFE9D9A24E}" destId="{FFEAB6F0-B9ED-4FFF-9293-E8FD958CDF21}" srcOrd="3" destOrd="0" presId="urn:microsoft.com/office/officeart/2018/2/layout/IconVerticalSolidList"/>
    <dgm:cxn modelId="{DDF864F9-BB94-4807-A83E-EBC3F84424CD}" type="presParOf" srcId="{29D7286B-41CF-412A-AF27-5DDFF7C611A9}" destId="{EFDFF794-1105-4C1C-B12F-3D1AFEAA155B}" srcOrd="3" destOrd="0" presId="urn:microsoft.com/office/officeart/2018/2/layout/IconVerticalSolidList"/>
    <dgm:cxn modelId="{F0D4E296-FC31-485C-8D7A-B704A0AD507D}" type="presParOf" srcId="{29D7286B-41CF-412A-AF27-5DDFF7C611A9}" destId="{691B453E-BAA0-4986-9813-D564DCEC9454}" srcOrd="4" destOrd="0" presId="urn:microsoft.com/office/officeart/2018/2/layout/IconVerticalSolidList"/>
    <dgm:cxn modelId="{CC489951-2CDD-4EC2-9518-9FDCA9BAFD2C}" type="presParOf" srcId="{691B453E-BAA0-4986-9813-D564DCEC9454}" destId="{F51428D0-95CD-43F3-8DFC-EB01E676614E}" srcOrd="0" destOrd="0" presId="urn:microsoft.com/office/officeart/2018/2/layout/IconVerticalSolidList"/>
    <dgm:cxn modelId="{B6B7E8BC-E59B-4FC8-8C6B-5EDC50AA5E55}" type="presParOf" srcId="{691B453E-BAA0-4986-9813-D564DCEC9454}" destId="{14D27321-C7BE-47D3-BECE-C9F39722F7AB}" srcOrd="1" destOrd="0" presId="urn:microsoft.com/office/officeart/2018/2/layout/IconVerticalSolidList"/>
    <dgm:cxn modelId="{136FAFA0-4E5F-4175-BDD3-03B80EF6F5D1}" type="presParOf" srcId="{691B453E-BAA0-4986-9813-D564DCEC9454}" destId="{FD634E10-A885-47FB-ACD0-19A5CFB2E2B8}" srcOrd="2" destOrd="0" presId="urn:microsoft.com/office/officeart/2018/2/layout/IconVerticalSolidList"/>
    <dgm:cxn modelId="{2D4E21EC-D357-4618-BE44-FCC06E03D332}" type="presParOf" srcId="{691B453E-BAA0-4986-9813-D564DCEC9454}" destId="{0057FCAE-BD69-4983-BD49-E17A59A4BCFF}" srcOrd="3" destOrd="0" presId="urn:microsoft.com/office/officeart/2018/2/layout/IconVerticalSolidList"/>
    <dgm:cxn modelId="{724A1108-A429-4D5D-9504-C2A1DB98ED8A}" type="presParOf" srcId="{29D7286B-41CF-412A-AF27-5DDFF7C611A9}" destId="{7B7988AF-CAFC-4181-BFBD-B039DF98615C}" srcOrd="5" destOrd="0" presId="urn:microsoft.com/office/officeart/2018/2/layout/IconVerticalSolidList"/>
    <dgm:cxn modelId="{16065F64-A1F9-41A1-BBBE-C7237EE64343}" type="presParOf" srcId="{29D7286B-41CF-412A-AF27-5DDFF7C611A9}" destId="{6F8CC68F-5B80-45D3-BA20-58BD9B604F2A}" srcOrd="6" destOrd="0" presId="urn:microsoft.com/office/officeart/2018/2/layout/IconVerticalSolidList"/>
    <dgm:cxn modelId="{C87C651D-1ED3-448D-AD31-5B9FC344F4FC}" type="presParOf" srcId="{6F8CC68F-5B80-45D3-BA20-58BD9B604F2A}" destId="{84B71B79-E871-4F8F-BEC8-A7FCF262A262}" srcOrd="0" destOrd="0" presId="urn:microsoft.com/office/officeart/2018/2/layout/IconVerticalSolidList"/>
    <dgm:cxn modelId="{07E632C1-2630-4FF7-8FB8-673CDBD96C91}" type="presParOf" srcId="{6F8CC68F-5B80-45D3-BA20-58BD9B604F2A}" destId="{19A0D290-B77A-4921-80DC-99DA2F425DFE}" srcOrd="1" destOrd="0" presId="urn:microsoft.com/office/officeart/2018/2/layout/IconVerticalSolidList"/>
    <dgm:cxn modelId="{0D4A1DBF-1FEC-4C62-9850-C7DADE3D1C36}" type="presParOf" srcId="{6F8CC68F-5B80-45D3-BA20-58BD9B604F2A}" destId="{AD1C20D2-DAC6-4741-9A85-A92EE53C4C52}" srcOrd="2" destOrd="0" presId="urn:microsoft.com/office/officeart/2018/2/layout/IconVerticalSolidList"/>
    <dgm:cxn modelId="{9A34E9F9-D337-4E1E-8B08-D8657F6AEA2A}" type="presParOf" srcId="{6F8CC68F-5B80-45D3-BA20-58BD9B604F2A}" destId="{2A09E303-DF70-45CC-80DE-F31131EAFD2E}" srcOrd="3" destOrd="0" presId="urn:microsoft.com/office/officeart/2018/2/layout/IconVerticalSolidList"/>
    <dgm:cxn modelId="{3ED0F356-77BC-4B8E-B517-E7D0471D6F33}" type="presParOf" srcId="{29D7286B-41CF-412A-AF27-5DDFF7C611A9}" destId="{64AE4481-3C8D-4C5D-A923-2825B048B34B}" srcOrd="7" destOrd="0" presId="urn:microsoft.com/office/officeart/2018/2/layout/IconVerticalSolidList"/>
    <dgm:cxn modelId="{704D5065-002A-4D5F-88B1-451953912277}" type="presParOf" srcId="{29D7286B-41CF-412A-AF27-5DDFF7C611A9}" destId="{53AFE719-9BB0-4466-867F-80498B5796E8}" srcOrd="8" destOrd="0" presId="urn:microsoft.com/office/officeart/2018/2/layout/IconVerticalSolidList"/>
    <dgm:cxn modelId="{0CFA29ED-B07B-4114-8791-24600C95A60B}" type="presParOf" srcId="{53AFE719-9BB0-4466-867F-80498B5796E8}" destId="{613BFDF8-B281-43BF-A657-22F2E00CE347}" srcOrd="0" destOrd="0" presId="urn:microsoft.com/office/officeart/2018/2/layout/IconVerticalSolidList"/>
    <dgm:cxn modelId="{51C8C1D4-9070-4BC6-81A1-62EF2F994FB0}" type="presParOf" srcId="{53AFE719-9BB0-4466-867F-80498B5796E8}" destId="{4D12E26E-AADA-42F6-806B-9D89BC11C7CC}" srcOrd="1" destOrd="0" presId="urn:microsoft.com/office/officeart/2018/2/layout/IconVerticalSolidList"/>
    <dgm:cxn modelId="{2A7AFB5A-E9D2-435D-8730-F5947CD38919}" type="presParOf" srcId="{53AFE719-9BB0-4466-867F-80498B5796E8}" destId="{1C72FD80-1C6B-4638-87F2-62E0BE899381}" srcOrd="2" destOrd="0" presId="urn:microsoft.com/office/officeart/2018/2/layout/IconVerticalSolidList"/>
    <dgm:cxn modelId="{75FBAE98-C286-4ED5-8552-C17121F7E846}" type="presParOf" srcId="{53AFE719-9BB0-4466-867F-80498B5796E8}" destId="{A1B97AA0-BDB2-4B94-93B3-728C204CFDC3}" srcOrd="3" destOrd="0" presId="urn:microsoft.com/office/officeart/2018/2/layout/IconVerticalSolidList"/>
    <dgm:cxn modelId="{908ADAB3-DC75-4A9B-9105-72969DD8499E}" type="presParOf" srcId="{29D7286B-41CF-412A-AF27-5DDFF7C611A9}" destId="{F1D36BF0-BBC1-4E4A-8E6F-AEC87EA4D925}" srcOrd="9" destOrd="0" presId="urn:microsoft.com/office/officeart/2018/2/layout/IconVerticalSolidList"/>
    <dgm:cxn modelId="{177D539F-4CDF-4C4F-BA19-A07DCC1A486F}" type="presParOf" srcId="{29D7286B-41CF-412A-AF27-5DDFF7C611A9}" destId="{0D724491-3CE2-40C1-85B6-31664CA44E4B}" srcOrd="10" destOrd="0" presId="urn:microsoft.com/office/officeart/2018/2/layout/IconVerticalSolidList"/>
    <dgm:cxn modelId="{D29E86E2-E7D4-4999-BF51-99C2EBB6B34E}" type="presParOf" srcId="{0D724491-3CE2-40C1-85B6-31664CA44E4B}" destId="{CEC5982E-D261-4A3D-88EB-5AB07C874B97}" srcOrd="0" destOrd="0" presId="urn:microsoft.com/office/officeart/2018/2/layout/IconVerticalSolidList"/>
    <dgm:cxn modelId="{92D05480-E75D-4D3F-AC0C-18B2DD7F2225}" type="presParOf" srcId="{0D724491-3CE2-40C1-85B6-31664CA44E4B}" destId="{656DA536-C626-4C94-8AD1-1278932C686B}" srcOrd="1" destOrd="0" presId="urn:microsoft.com/office/officeart/2018/2/layout/IconVerticalSolidList"/>
    <dgm:cxn modelId="{B2BC1D4E-D3EA-4D6D-A204-1FD488D407FB}" type="presParOf" srcId="{0D724491-3CE2-40C1-85B6-31664CA44E4B}" destId="{3C109AFD-4E0C-44F7-B3DD-D6039CD7A6A2}" srcOrd="2" destOrd="0" presId="urn:microsoft.com/office/officeart/2018/2/layout/IconVerticalSolidList"/>
    <dgm:cxn modelId="{E15AD965-6684-4EBA-8227-8E81293C1EB0}" type="presParOf" srcId="{0D724491-3CE2-40C1-85B6-31664CA44E4B}" destId="{940C8E45-54AA-477C-B8D2-63B9AFEBF9C3}" srcOrd="3" destOrd="0" presId="urn:microsoft.com/office/officeart/2018/2/layout/IconVerticalSolidList"/>
    <dgm:cxn modelId="{28927EC1-575F-42E2-888E-76D660514E7A}" type="presParOf" srcId="{29D7286B-41CF-412A-AF27-5DDFF7C611A9}" destId="{F7C030EE-F133-4198-A5BA-B84714AC8B79}" srcOrd="11" destOrd="0" presId="urn:microsoft.com/office/officeart/2018/2/layout/IconVerticalSolidList"/>
    <dgm:cxn modelId="{15105829-FA02-496A-A76E-2EC82D9392D7}" type="presParOf" srcId="{29D7286B-41CF-412A-AF27-5DDFF7C611A9}" destId="{18915029-571C-49E0-93C5-5149B2B80C04}" srcOrd="12" destOrd="0" presId="urn:microsoft.com/office/officeart/2018/2/layout/IconVerticalSolidList"/>
    <dgm:cxn modelId="{6FCE42A3-EED0-4AFB-9BE7-5825AAC65C75}" type="presParOf" srcId="{18915029-571C-49E0-93C5-5149B2B80C04}" destId="{856506A3-146C-43DA-A105-C8D79D2BDE24}" srcOrd="0" destOrd="0" presId="urn:microsoft.com/office/officeart/2018/2/layout/IconVerticalSolidList"/>
    <dgm:cxn modelId="{F56A5A6F-5638-43FB-AB22-A2C5B7866960}" type="presParOf" srcId="{18915029-571C-49E0-93C5-5149B2B80C04}" destId="{1B4FFB9B-8578-4668-BD0C-D555EB785912}" srcOrd="1" destOrd="0" presId="urn:microsoft.com/office/officeart/2018/2/layout/IconVerticalSolidList"/>
    <dgm:cxn modelId="{C46C3935-2609-4074-980A-D525D5414A81}" type="presParOf" srcId="{18915029-571C-49E0-93C5-5149B2B80C04}" destId="{BBD54009-6E4A-4B3F-BD24-CD70D215EEF2}" srcOrd="2" destOrd="0" presId="urn:microsoft.com/office/officeart/2018/2/layout/IconVerticalSolidList"/>
    <dgm:cxn modelId="{F3F1E410-C711-4FD9-AB1E-4CA042527CD9}" type="presParOf" srcId="{18915029-571C-49E0-93C5-5149B2B80C04}" destId="{53F9A65B-6E9D-472E-9A70-93700A44DA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F688C-7D27-42A4-9E58-32479C8D6E1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3B2DE-585A-47C7-8646-F3823D5E93A2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F9A66-AAC6-4B62-B228-1EA3A0CF610C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Project Overview</a:t>
          </a:r>
        </a:p>
      </dsp:txBody>
      <dsp:txXfrm>
        <a:off x="1948202" y="368029"/>
        <a:ext cx="3233964" cy="1371985"/>
      </dsp:txXfrm>
    </dsp:sp>
    <dsp:sp modelId="{C55E7ABB-2FDC-4C59-B8E1-DEF25EB7238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21260-848A-4C80-B28D-BC17D5214576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96AE6-0763-40B4-AAD3-68A7F033FE33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Backend Development</a:t>
          </a:r>
        </a:p>
      </dsp:txBody>
      <dsp:txXfrm>
        <a:off x="7411643" y="368029"/>
        <a:ext cx="3233964" cy="1371985"/>
      </dsp:txXfrm>
    </dsp:sp>
    <dsp:sp modelId="{9752C244-51C4-4EAF-9431-EFEBB303A489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102AE-049B-4B15-96DC-1E65D7010C56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7A577-2D0F-4248-9025-C3436F58BB5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Frontend Development</a:t>
          </a:r>
        </a:p>
      </dsp:txBody>
      <dsp:txXfrm>
        <a:off x="1948202" y="2452790"/>
        <a:ext cx="3233964" cy="1371985"/>
      </dsp:txXfrm>
    </dsp:sp>
    <dsp:sp modelId="{798DF8D5-6CEB-427D-A834-76B362CDF1B0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586396-73A1-4D89-BF06-3FC13C136148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7674D-5A8A-4783-9A33-24E52DEBB7D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Insights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394F-4375-4780-9CBC-576914DA16B1}">
      <dsp:nvSpPr>
        <dsp:cNvPr id="0" name=""/>
        <dsp:cNvSpPr/>
      </dsp:nvSpPr>
      <dsp:spPr>
        <a:xfrm>
          <a:off x="0" y="6995"/>
          <a:ext cx="6364224" cy="9166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144F33-D898-4124-A83C-AA64AA4616FB}">
      <dsp:nvSpPr>
        <dsp:cNvPr id="0" name=""/>
        <dsp:cNvSpPr/>
      </dsp:nvSpPr>
      <dsp:spPr>
        <a:xfrm>
          <a:off x="277283" y="213239"/>
          <a:ext cx="504152" cy="5041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41F06-E291-4082-A587-AED590348FF0}">
      <dsp:nvSpPr>
        <dsp:cNvPr id="0" name=""/>
        <dsp:cNvSpPr/>
      </dsp:nvSpPr>
      <dsp:spPr>
        <a:xfrm>
          <a:off x="1058719" y="6995"/>
          <a:ext cx="2863900" cy="9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11" tIns="97011" rIns="97011" bIns="9701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 a Kafka environment locally using a Docker container.</a:t>
          </a:r>
        </a:p>
      </dsp:txBody>
      <dsp:txXfrm>
        <a:off x="1058719" y="6995"/>
        <a:ext cx="2863900" cy="916640"/>
      </dsp:txXfrm>
    </dsp:sp>
    <dsp:sp modelId="{F41F1F83-0983-4A4A-990C-527167D454B5}">
      <dsp:nvSpPr>
        <dsp:cNvPr id="0" name=""/>
        <dsp:cNvSpPr/>
      </dsp:nvSpPr>
      <dsp:spPr>
        <a:xfrm>
          <a:off x="3922620" y="6995"/>
          <a:ext cx="2440568" cy="9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11" tIns="97011" rIns="97011" bIns="9701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Container ID: 55c754298ccbcdd298113fc7f168658ce92278cd6035687b9e2b0e9ac3d871d7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Runs locally on port 9092.</a:t>
          </a:r>
        </a:p>
      </dsp:txBody>
      <dsp:txXfrm>
        <a:off x="3922620" y="6995"/>
        <a:ext cx="2440568" cy="916640"/>
      </dsp:txXfrm>
    </dsp:sp>
    <dsp:sp modelId="{3017126A-268F-4B80-8F40-BAB10E2317E2}">
      <dsp:nvSpPr>
        <dsp:cNvPr id="0" name=""/>
        <dsp:cNvSpPr/>
      </dsp:nvSpPr>
      <dsp:spPr>
        <a:xfrm>
          <a:off x="0" y="1152795"/>
          <a:ext cx="6364224" cy="91664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95699-DB7C-4A32-9BAF-BBD18F83C38D}">
      <dsp:nvSpPr>
        <dsp:cNvPr id="0" name=""/>
        <dsp:cNvSpPr/>
      </dsp:nvSpPr>
      <dsp:spPr>
        <a:xfrm>
          <a:off x="277283" y="1359039"/>
          <a:ext cx="504152" cy="5041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36BC3-0F37-4307-B170-FA4C297EA373}">
      <dsp:nvSpPr>
        <dsp:cNvPr id="0" name=""/>
        <dsp:cNvSpPr/>
      </dsp:nvSpPr>
      <dsp:spPr>
        <a:xfrm>
          <a:off x="1058719" y="1152795"/>
          <a:ext cx="2863900" cy="9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11" tIns="97011" rIns="97011" bIns="9701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Created a virtual environment (Week7) in the repo. </a:t>
          </a:r>
        </a:p>
      </dsp:txBody>
      <dsp:txXfrm>
        <a:off x="1058719" y="1152795"/>
        <a:ext cx="2863900" cy="916640"/>
      </dsp:txXfrm>
    </dsp:sp>
    <dsp:sp modelId="{6E74164B-6E37-4CF7-A86F-0A1FA4E12CF3}">
      <dsp:nvSpPr>
        <dsp:cNvPr id="0" name=""/>
        <dsp:cNvSpPr/>
      </dsp:nvSpPr>
      <dsp:spPr>
        <a:xfrm>
          <a:off x="3922620" y="1152795"/>
          <a:ext cx="2440568" cy="9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11" tIns="97011" rIns="97011" bIns="97011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Python version 3.10+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See requirements.txt for full venv details.</a:t>
          </a:r>
        </a:p>
      </dsp:txBody>
      <dsp:txXfrm>
        <a:off x="3922620" y="1152795"/>
        <a:ext cx="2440568" cy="916640"/>
      </dsp:txXfrm>
    </dsp:sp>
    <dsp:sp modelId="{8D40ACE9-746E-4F49-A818-EB79E037C9CD}">
      <dsp:nvSpPr>
        <dsp:cNvPr id="0" name=""/>
        <dsp:cNvSpPr/>
      </dsp:nvSpPr>
      <dsp:spPr>
        <a:xfrm>
          <a:off x="0" y="2298595"/>
          <a:ext cx="6364224" cy="9166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B32B0-45FE-4893-8B0D-C97B35B9F1FC}">
      <dsp:nvSpPr>
        <dsp:cNvPr id="0" name=""/>
        <dsp:cNvSpPr/>
      </dsp:nvSpPr>
      <dsp:spPr>
        <a:xfrm>
          <a:off x="277283" y="2504839"/>
          <a:ext cx="504152" cy="5041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9E6D0-4AF9-410A-A270-D3DEF59A7F8D}">
      <dsp:nvSpPr>
        <dsp:cNvPr id="0" name=""/>
        <dsp:cNvSpPr/>
      </dsp:nvSpPr>
      <dsp:spPr>
        <a:xfrm>
          <a:off x="1058719" y="2298595"/>
          <a:ext cx="5304469" cy="9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11" tIns="97011" rIns="97011" bIns="9701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Created a Streamlit application that runs locally on port 8501.</a:t>
          </a:r>
        </a:p>
      </dsp:txBody>
      <dsp:txXfrm>
        <a:off x="1058719" y="2298595"/>
        <a:ext cx="5304469" cy="916640"/>
      </dsp:txXfrm>
    </dsp:sp>
    <dsp:sp modelId="{616EC60F-F4A7-4588-B8A2-F6431AA82343}">
      <dsp:nvSpPr>
        <dsp:cNvPr id="0" name=""/>
        <dsp:cNvSpPr/>
      </dsp:nvSpPr>
      <dsp:spPr>
        <a:xfrm>
          <a:off x="0" y="3444396"/>
          <a:ext cx="6364224" cy="9166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7866A-D68E-4DE1-96AF-5A3E3496EE3C}">
      <dsp:nvSpPr>
        <dsp:cNvPr id="0" name=""/>
        <dsp:cNvSpPr/>
      </dsp:nvSpPr>
      <dsp:spPr>
        <a:xfrm>
          <a:off x="277283" y="3650640"/>
          <a:ext cx="504152" cy="5041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92790E-17D5-4925-ABF7-3F2C91949A1B}">
      <dsp:nvSpPr>
        <dsp:cNvPr id="0" name=""/>
        <dsp:cNvSpPr/>
      </dsp:nvSpPr>
      <dsp:spPr>
        <a:xfrm>
          <a:off x="1058719" y="3444396"/>
          <a:ext cx="5304469" cy="9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11" tIns="97011" rIns="97011" bIns="9701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Scripts were created in a WSL2 Debian distribution on Windows 11.</a:t>
          </a:r>
        </a:p>
      </dsp:txBody>
      <dsp:txXfrm>
        <a:off x="1058719" y="3444396"/>
        <a:ext cx="5304469" cy="916640"/>
      </dsp:txXfrm>
    </dsp:sp>
    <dsp:sp modelId="{6835CDB8-82DA-4395-9FB0-67288CE16F1B}">
      <dsp:nvSpPr>
        <dsp:cNvPr id="0" name=""/>
        <dsp:cNvSpPr/>
      </dsp:nvSpPr>
      <dsp:spPr>
        <a:xfrm>
          <a:off x="0" y="4590196"/>
          <a:ext cx="6364224" cy="91664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9041EA-B7B5-4F3B-ADA4-4893B62A595A}">
      <dsp:nvSpPr>
        <dsp:cNvPr id="0" name=""/>
        <dsp:cNvSpPr/>
      </dsp:nvSpPr>
      <dsp:spPr>
        <a:xfrm>
          <a:off x="277283" y="4796440"/>
          <a:ext cx="504152" cy="50415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04F45-CC6E-424E-8EFE-346C703D78DC}">
      <dsp:nvSpPr>
        <dsp:cNvPr id="0" name=""/>
        <dsp:cNvSpPr/>
      </dsp:nvSpPr>
      <dsp:spPr>
        <a:xfrm>
          <a:off x="1058719" y="4590196"/>
          <a:ext cx="5304469" cy="91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11" tIns="97011" rIns="97011" bIns="97011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GitHub Repo: https://github.com/jeffmoe/CST_605_Week7.git</a:t>
          </a:r>
          <a:endParaRPr lang="en-US" sz="1500" kern="1200" dirty="0"/>
        </a:p>
      </dsp:txBody>
      <dsp:txXfrm>
        <a:off x="1058719" y="4590196"/>
        <a:ext cx="5304469" cy="91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D0CCE-7BAD-4188-A3A9-9A0C16732526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541C6-1FF9-4B71-8DC8-F7E351FDFF25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3D5CB-7D95-4D76-88A3-C3AEBBC54248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Finnhub.io Api</a:t>
          </a:r>
        </a:p>
      </dsp:txBody>
      <dsp:txXfrm>
        <a:off x="1074268" y="4366"/>
        <a:ext cx="5170996" cy="930102"/>
      </dsp:txXfrm>
    </dsp:sp>
    <dsp:sp modelId="{E80ABBFD-A548-4A7A-B9A7-2856A942D6D4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83D79-ED25-4A02-AA7D-3709ED998985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A7A7E-FA30-4E64-A8CA-BC9402419173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Kafka Producer (producer.py)</a:t>
          </a:r>
        </a:p>
      </dsp:txBody>
      <dsp:txXfrm>
        <a:off x="1074268" y="1166994"/>
        <a:ext cx="5170996" cy="930102"/>
      </dsp:txXfrm>
    </dsp:sp>
    <dsp:sp modelId="{0B351503-2F36-41E8-9566-11C0FF4EC67A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E0ADCC-A7AF-4010-98FC-C88658F35D7F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0CE58-3B76-4C4B-BFD3-CA0E8F71F216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Kafka Consumer (consumer_processor.py)</a:t>
          </a:r>
        </a:p>
      </dsp:txBody>
      <dsp:txXfrm>
        <a:off x="1074268" y="2329622"/>
        <a:ext cx="5170996" cy="930102"/>
      </dsp:txXfrm>
    </dsp:sp>
    <dsp:sp modelId="{3B7C5E20-D5E7-4A86-BD68-4DE32D787222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250EC-EA48-4FC3-A548-0460D9AE1ABC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B77D6-E5F1-4A50-B7AC-AFF01124BDD7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/>
            <a:t>SGDRegressor Model (model_utils.py)</a:t>
          </a:r>
          <a:endParaRPr lang="en-US" sz="1900" kern="1200"/>
        </a:p>
      </dsp:txBody>
      <dsp:txXfrm>
        <a:off x="1074268" y="3492250"/>
        <a:ext cx="5170996" cy="930102"/>
      </dsp:txXfrm>
    </dsp:sp>
    <dsp:sp modelId="{07519123-244D-4371-BCDE-02CDD868898A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DD80B-C65F-40EC-BE50-93821AB43CED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54DDE-6254-4157-ACBF-A2EC557D305B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Price Predictor and Metric Dashboard (streamlit_app.py)</a:t>
          </a:r>
        </a:p>
      </dsp:txBody>
      <dsp:txXfrm>
        <a:off x="1074268" y="4654878"/>
        <a:ext cx="5170996" cy="9301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2700AF-114E-4D7C-91D1-0450564D38AC}">
      <dsp:nvSpPr>
        <dsp:cNvPr id="0" name=""/>
        <dsp:cNvSpPr/>
      </dsp:nvSpPr>
      <dsp:spPr>
        <a:xfrm>
          <a:off x="0" y="717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91CB4-3978-47E8-ABA8-BF78096619FB}">
      <dsp:nvSpPr>
        <dsp:cNvPr id="0" name=""/>
        <dsp:cNvSpPr/>
      </dsp:nvSpPr>
      <dsp:spPr>
        <a:xfrm>
          <a:off x="182349" y="136349"/>
          <a:ext cx="331544" cy="33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30A9E-D2F0-48A8-87B4-4D1B108FB817}">
      <dsp:nvSpPr>
        <dsp:cNvPr id="0" name=""/>
        <dsp:cNvSpPr/>
      </dsp:nvSpPr>
      <dsp:spPr>
        <a:xfrm>
          <a:off x="696242" y="717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Takes the predictions from the model and displays them.</a:t>
          </a:r>
        </a:p>
      </dsp:txBody>
      <dsp:txXfrm>
        <a:off x="696242" y="717"/>
        <a:ext cx="5605358" cy="602807"/>
      </dsp:txXfrm>
    </dsp:sp>
    <dsp:sp modelId="{4271AF62-6D2F-499A-AD2E-E739BEE35693}">
      <dsp:nvSpPr>
        <dsp:cNvPr id="0" name=""/>
        <dsp:cNvSpPr/>
      </dsp:nvSpPr>
      <dsp:spPr>
        <a:xfrm>
          <a:off x="0" y="754227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E2BB4-D0C1-4652-A85F-B06CC280B5C2}">
      <dsp:nvSpPr>
        <dsp:cNvPr id="0" name=""/>
        <dsp:cNvSpPr/>
      </dsp:nvSpPr>
      <dsp:spPr>
        <a:xfrm>
          <a:off x="182349" y="889858"/>
          <a:ext cx="331544" cy="33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1E9D0-7893-4BE1-BFBB-DC41722E0B8F}">
      <dsp:nvSpPr>
        <dsp:cNvPr id="0" name=""/>
        <dsp:cNvSpPr/>
      </dsp:nvSpPr>
      <dsp:spPr>
        <a:xfrm>
          <a:off x="696242" y="754227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Displays the current actual price as well.</a:t>
          </a:r>
        </a:p>
      </dsp:txBody>
      <dsp:txXfrm>
        <a:off x="696242" y="754227"/>
        <a:ext cx="5605358" cy="602807"/>
      </dsp:txXfrm>
    </dsp:sp>
    <dsp:sp modelId="{BC2C1D39-60B8-40DD-A441-2667589A634E}">
      <dsp:nvSpPr>
        <dsp:cNvPr id="0" name=""/>
        <dsp:cNvSpPr/>
      </dsp:nvSpPr>
      <dsp:spPr>
        <a:xfrm>
          <a:off x="0" y="1507736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FA3BD-4E74-4D59-A5C4-FA7BEBB7B5E9}">
      <dsp:nvSpPr>
        <dsp:cNvPr id="0" name=""/>
        <dsp:cNvSpPr/>
      </dsp:nvSpPr>
      <dsp:spPr>
        <a:xfrm>
          <a:off x="182349" y="1643368"/>
          <a:ext cx="331544" cy="33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60519-697B-40D1-88AB-5A53316B2742}">
      <dsp:nvSpPr>
        <dsp:cNvPr id="0" name=""/>
        <dsp:cNvSpPr/>
      </dsp:nvSpPr>
      <dsp:spPr>
        <a:xfrm>
          <a:off x="696242" y="1507736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Has a slider for adjusting the price in a what if scenario.</a:t>
          </a:r>
        </a:p>
      </dsp:txBody>
      <dsp:txXfrm>
        <a:off x="696242" y="1507736"/>
        <a:ext cx="5605358" cy="602807"/>
      </dsp:txXfrm>
    </dsp:sp>
    <dsp:sp modelId="{74E587F6-EFB2-47E4-9166-15D0AC98E2A9}">
      <dsp:nvSpPr>
        <dsp:cNvPr id="0" name=""/>
        <dsp:cNvSpPr/>
      </dsp:nvSpPr>
      <dsp:spPr>
        <a:xfrm>
          <a:off x="0" y="2261245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BA382-F2AC-456C-84D1-BBAAAEE4534A}">
      <dsp:nvSpPr>
        <dsp:cNvPr id="0" name=""/>
        <dsp:cNvSpPr/>
      </dsp:nvSpPr>
      <dsp:spPr>
        <a:xfrm>
          <a:off x="182349" y="2396877"/>
          <a:ext cx="331544" cy="3315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AD0AD-8FE0-476B-8B0A-3399E0A160A8}">
      <dsp:nvSpPr>
        <dsp:cNvPr id="0" name=""/>
        <dsp:cNvSpPr/>
      </dsp:nvSpPr>
      <dsp:spPr>
        <a:xfrm>
          <a:off x="696242" y="2261245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Displays model metrics like MAE and RSME.</a:t>
          </a:r>
        </a:p>
      </dsp:txBody>
      <dsp:txXfrm>
        <a:off x="696242" y="2261245"/>
        <a:ext cx="5605358" cy="602807"/>
      </dsp:txXfrm>
    </dsp:sp>
    <dsp:sp modelId="{C75050F2-9C6E-4E87-9D59-9C12196D923C}">
      <dsp:nvSpPr>
        <dsp:cNvPr id="0" name=""/>
        <dsp:cNvSpPr/>
      </dsp:nvSpPr>
      <dsp:spPr>
        <a:xfrm>
          <a:off x="0" y="3014755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FB9D81-D0DB-4AC0-B8E8-AD22C8B46479}">
      <dsp:nvSpPr>
        <dsp:cNvPr id="0" name=""/>
        <dsp:cNvSpPr/>
      </dsp:nvSpPr>
      <dsp:spPr>
        <a:xfrm>
          <a:off x="182349" y="3150387"/>
          <a:ext cx="331544" cy="3315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93E5B-AE4D-48A8-A19C-1E6944B0EBAA}">
      <dsp:nvSpPr>
        <dsp:cNvPr id="0" name=""/>
        <dsp:cNvSpPr/>
      </dsp:nvSpPr>
      <dsp:spPr>
        <a:xfrm>
          <a:off x="696242" y="3014755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Displays </a:t>
          </a:r>
          <a:r>
            <a:rPr lang="en-US" sz="1500" kern="1200" dirty="0" err="1"/>
            <a:t>risiduals</a:t>
          </a:r>
          <a:r>
            <a:rPr lang="en-US" sz="1500" kern="1200" dirty="0"/>
            <a:t> (histograms) for error in prediction.</a:t>
          </a:r>
        </a:p>
      </dsp:txBody>
      <dsp:txXfrm>
        <a:off x="696242" y="3014755"/>
        <a:ext cx="5605358" cy="602807"/>
      </dsp:txXfrm>
    </dsp:sp>
    <dsp:sp modelId="{291CD536-5D64-4787-B2C1-0F8EADFEC2F7}">
      <dsp:nvSpPr>
        <dsp:cNvPr id="0" name=""/>
        <dsp:cNvSpPr/>
      </dsp:nvSpPr>
      <dsp:spPr>
        <a:xfrm>
          <a:off x="0" y="3768264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A446B-7C8A-4D3B-827B-BD60AEECF7F9}">
      <dsp:nvSpPr>
        <dsp:cNvPr id="0" name=""/>
        <dsp:cNvSpPr/>
      </dsp:nvSpPr>
      <dsp:spPr>
        <a:xfrm>
          <a:off x="182349" y="3903896"/>
          <a:ext cx="331544" cy="33154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87B567-EF31-47E5-95E6-58D271D56BF9}">
      <dsp:nvSpPr>
        <dsp:cNvPr id="0" name=""/>
        <dsp:cNvSpPr/>
      </dsp:nvSpPr>
      <dsp:spPr>
        <a:xfrm>
          <a:off x="696242" y="3768264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Displays graphs for predicted price vs actual price.</a:t>
          </a:r>
        </a:p>
      </dsp:txBody>
      <dsp:txXfrm>
        <a:off x="696242" y="3768264"/>
        <a:ext cx="5605358" cy="602807"/>
      </dsp:txXfrm>
    </dsp:sp>
    <dsp:sp modelId="{57FC3496-F29C-429A-8E1F-0D147C11970F}">
      <dsp:nvSpPr>
        <dsp:cNvPr id="0" name=""/>
        <dsp:cNvSpPr/>
      </dsp:nvSpPr>
      <dsp:spPr>
        <a:xfrm>
          <a:off x="0" y="4531925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4CFEB-4C58-4651-BD35-A351443C3622}">
      <dsp:nvSpPr>
        <dsp:cNvPr id="0" name=""/>
        <dsp:cNvSpPr/>
      </dsp:nvSpPr>
      <dsp:spPr>
        <a:xfrm>
          <a:off x="182349" y="4657406"/>
          <a:ext cx="331544" cy="33154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63A27-0DCA-40D0-A80F-503DFAF28F11}">
      <dsp:nvSpPr>
        <dsp:cNvPr id="0" name=""/>
        <dsp:cNvSpPr/>
      </dsp:nvSpPr>
      <dsp:spPr>
        <a:xfrm>
          <a:off x="696242" y="4521774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Has tables of raw values of actual price from the API and the predicted values.</a:t>
          </a:r>
        </a:p>
      </dsp:txBody>
      <dsp:txXfrm>
        <a:off x="696242" y="4521774"/>
        <a:ext cx="5605358" cy="602807"/>
      </dsp:txXfrm>
    </dsp:sp>
    <dsp:sp modelId="{A2DC252A-7713-4D08-8E02-B9DE80B90554}">
      <dsp:nvSpPr>
        <dsp:cNvPr id="0" name=""/>
        <dsp:cNvSpPr/>
      </dsp:nvSpPr>
      <dsp:spPr>
        <a:xfrm>
          <a:off x="0" y="5275283"/>
          <a:ext cx="6301601" cy="6028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ADF37F-A09D-4150-88C2-3B4AE0660626}">
      <dsp:nvSpPr>
        <dsp:cNvPr id="0" name=""/>
        <dsp:cNvSpPr/>
      </dsp:nvSpPr>
      <dsp:spPr>
        <a:xfrm>
          <a:off x="182349" y="5410915"/>
          <a:ext cx="331544" cy="331544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EA9BA-C89D-4CA7-9E0C-B77110BA94E5}">
      <dsp:nvSpPr>
        <dsp:cNvPr id="0" name=""/>
        <dsp:cNvSpPr/>
      </dsp:nvSpPr>
      <dsp:spPr>
        <a:xfrm>
          <a:off x="696242" y="5275283"/>
          <a:ext cx="5605358" cy="602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97" tIns="63797" rIns="63797" bIns="637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Has a sidebar to pass testing values through.</a:t>
          </a:r>
          <a:endParaRPr lang="en-US" sz="1500" kern="1200" dirty="0"/>
        </a:p>
      </dsp:txBody>
      <dsp:txXfrm>
        <a:off x="696242" y="5275283"/>
        <a:ext cx="5605358" cy="6028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7FD66-576A-4BDD-880D-527690A801C9}">
      <dsp:nvSpPr>
        <dsp:cNvPr id="0" name=""/>
        <dsp:cNvSpPr/>
      </dsp:nvSpPr>
      <dsp:spPr>
        <a:xfrm>
          <a:off x="0" y="502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57747-FB77-4C89-9B31-ED661C3E53B5}">
      <dsp:nvSpPr>
        <dsp:cNvPr id="0" name=""/>
        <dsp:cNvSpPr/>
      </dsp:nvSpPr>
      <dsp:spPr>
        <a:xfrm>
          <a:off x="209180" y="156091"/>
          <a:ext cx="380328" cy="3803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52F7F-438D-48D7-AFF1-BDF7FD08C12A}">
      <dsp:nvSpPr>
        <dsp:cNvPr id="0" name=""/>
        <dsp:cNvSpPr/>
      </dsp:nvSpPr>
      <dsp:spPr>
        <a:xfrm>
          <a:off x="798689" y="502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Initialize Kafka instance in Docker.</a:t>
          </a:r>
        </a:p>
      </dsp:txBody>
      <dsp:txXfrm>
        <a:off x="798689" y="502"/>
        <a:ext cx="5502911" cy="691506"/>
      </dsp:txXfrm>
    </dsp:sp>
    <dsp:sp modelId="{34AC6B2E-5916-4862-BA0E-C1F93875098B}">
      <dsp:nvSpPr>
        <dsp:cNvPr id="0" name=""/>
        <dsp:cNvSpPr/>
      </dsp:nvSpPr>
      <dsp:spPr>
        <a:xfrm>
          <a:off x="0" y="864885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C7A33-764D-469B-9BD2-589FD3A09E0A}">
      <dsp:nvSpPr>
        <dsp:cNvPr id="0" name=""/>
        <dsp:cNvSpPr/>
      </dsp:nvSpPr>
      <dsp:spPr>
        <a:xfrm>
          <a:off x="209180" y="1020474"/>
          <a:ext cx="380328" cy="3803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AB6F0-B9ED-4FFF-9293-E8FD958CDF21}">
      <dsp:nvSpPr>
        <dsp:cNvPr id="0" name=""/>
        <dsp:cNvSpPr/>
      </dsp:nvSpPr>
      <dsp:spPr>
        <a:xfrm>
          <a:off x="798689" y="864885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Open a terminal – $ python setup_kafka.py </a:t>
          </a:r>
        </a:p>
      </dsp:txBody>
      <dsp:txXfrm>
        <a:off x="798689" y="864885"/>
        <a:ext cx="5502911" cy="691506"/>
      </dsp:txXfrm>
    </dsp:sp>
    <dsp:sp modelId="{F51428D0-95CD-43F3-8DFC-EB01E676614E}">
      <dsp:nvSpPr>
        <dsp:cNvPr id="0" name=""/>
        <dsp:cNvSpPr/>
      </dsp:nvSpPr>
      <dsp:spPr>
        <a:xfrm>
          <a:off x="0" y="1729268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27321-C7BE-47D3-BECE-C9F39722F7AB}">
      <dsp:nvSpPr>
        <dsp:cNvPr id="0" name=""/>
        <dsp:cNvSpPr/>
      </dsp:nvSpPr>
      <dsp:spPr>
        <a:xfrm>
          <a:off x="209180" y="1884857"/>
          <a:ext cx="380328" cy="3803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7FCAE-BD69-4983-BD49-E17A59A4BCFF}">
      <dsp:nvSpPr>
        <dsp:cNvPr id="0" name=""/>
        <dsp:cNvSpPr/>
      </dsp:nvSpPr>
      <dsp:spPr>
        <a:xfrm>
          <a:off x="798689" y="1729268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that terminal - $ export FINNHUB_API_KEY=&lt;paste key&gt;</a:t>
          </a:r>
        </a:p>
      </dsp:txBody>
      <dsp:txXfrm>
        <a:off x="798689" y="1729268"/>
        <a:ext cx="5502911" cy="691506"/>
      </dsp:txXfrm>
    </dsp:sp>
    <dsp:sp modelId="{84B71B79-E871-4F8F-BEC8-A7FCF262A262}">
      <dsp:nvSpPr>
        <dsp:cNvPr id="0" name=""/>
        <dsp:cNvSpPr/>
      </dsp:nvSpPr>
      <dsp:spPr>
        <a:xfrm>
          <a:off x="0" y="2593651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0D290-B77A-4921-80DC-99DA2F425DFE}">
      <dsp:nvSpPr>
        <dsp:cNvPr id="0" name=""/>
        <dsp:cNvSpPr/>
      </dsp:nvSpPr>
      <dsp:spPr>
        <a:xfrm>
          <a:off x="209180" y="2749240"/>
          <a:ext cx="380328" cy="3803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9E303-DF70-45CC-80DE-F31131EAFD2E}">
      <dsp:nvSpPr>
        <dsp:cNvPr id="0" name=""/>
        <dsp:cNvSpPr/>
      </dsp:nvSpPr>
      <dsp:spPr>
        <a:xfrm>
          <a:off x="798689" y="2593651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Same terminal - $python producer.py</a:t>
          </a:r>
        </a:p>
      </dsp:txBody>
      <dsp:txXfrm>
        <a:off x="798689" y="2593651"/>
        <a:ext cx="5502911" cy="691506"/>
      </dsp:txXfrm>
    </dsp:sp>
    <dsp:sp modelId="{613BFDF8-B281-43BF-A657-22F2E00CE347}">
      <dsp:nvSpPr>
        <dsp:cNvPr id="0" name=""/>
        <dsp:cNvSpPr/>
      </dsp:nvSpPr>
      <dsp:spPr>
        <a:xfrm>
          <a:off x="0" y="3458034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2E26E-AADA-42F6-806B-9D89BC11C7CC}">
      <dsp:nvSpPr>
        <dsp:cNvPr id="0" name=""/>
        <dsp:cNvSpPr/>
      </dsp:nvSpPr>
      <dsp:spPr>
        <a:xfrm>
          <a:off x="209180" y="3613623"/>
          <a:ext cx="380328" cy="3803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97AA0-BDB2-4B94-93B3-728C204CFDC3}">
      <dsp:nvSpPr>
        <dsp:cNvPr id="0" name=""/>
        <dsp:cNvSpPr/>
      </dsp:nvSpPr>
      <dsp:spPr>
        <a:xfrm>
          <a:off x="798689" y="3458034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New terminal, leave the other one running - $python consumer_processor.py</a:t>
          </a:r>
        </a:p>
      </dsp:txBody>
      <dsp:txXfrm>
        <a:off x="798689" y="3458034"/>
        <a:ext cx="5502911" cy="691506"/>
      </dsp:txXfrm>
    </dsp:sp>
    <dsp:sp modelId="{CEC5982E-D261-4A3D-88EB-5AB07C874B97}">
      <dsp:nvSpPr>
        <dsp:cNvPr id="0" name=""/>
        <dsp:cNvSpPr/>
      </dsp:nvSpPr>
      <dsp:spPr>
        <a:xfrm>
          <a:off x="0" y="4322417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DA536-C626-4C94-8AD1-1278932C686B}">
      <dsp:nvSpPr>
        <dsp:cNvPr id="0" name=""/>
        <dsp:cNvSpPr/>
      </dsp:nvSpPr>
      <dsp:spPr>
        <a:xfrm>
          <a:off x="209180" y="4478006"/>
          <a:ext cx="380328" cy="3803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C8E45-54AA-477C-B8D2-63B9AFEBF9C3}">
      <dsp:nvSpPr>
        <dsp:cNvPr id="0" name=""/>
        <dsp:cNvSpPr/>
      </dsp:nvSpPr>
      <dsp:spPr>
        <a:xfrm>
          <a:off x="798689" y="4322417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New terminal, leave the other two running - $streamlit run streamlit_app.py</a:t>
          </a:r>
        </a:p>
      </dsp:txBody>
      <dsp:txXfrm>
        <a:off x="798689" y="4322417"/>
        <a:ext cx="5502911" cy="691506"/>
      </dsp:txXfrm>
    </dsp:sp>
    <dsp:sp modelId="{856506A3-146C-43DA-A105-C8D79D2BDE24}">
      <dsp:nvSpPr>
        <dsp:cNvPr id="0" name=""/>
        <dsp:cNvSpPr/>
      </dsp:nvSpPr>
      <dsp:spPr>
        <a:xfrm>
          <a:off x="0" y="5186800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4FFB9B-8578-4668-BD0C-D555EB785912}">
      <dsp:nvSpPr>
        <dsp:cNvPr id="0" name=""/>
        <dsp:cNvSpPr/>
      </dsp:nvSpPr>
      <dsp:spPr>
        <a:xfrm>
          <a:off x="209180" y="5342389"/>
          <a:ext cx="380328" cy="3803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9A65B-6E9D-472E-9A70-93700A44DA1F}">
      <dsp:nvSpPr>
        <dsp:cNvPr id="0" name=""/>
        <dsp:cNvSpPr/>
      </dsp:nvSpPr>
      <dsp:spPr>
        <a:xfrm>
          <a:off x="798689" y="5186800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 to </a:t>
          </a:r>
          <a:r>
            <a:rPr lang="en-US" sz="1600" kern="1200">
              <a:hlinkClick xmlns:r="http://schemas.openxmlformats.org/officeDocument/2006/relationships" r:id="rId15"/>
            </a:rPr>
            <a:t>http://localhost:8501/</a:t>
          </a:r>
          <a:r>
            <a:rPr lang="en-US" sz="1600" kern="1200"/>
            <a:t> to view the dashboard!</a:t>
          </a:r>
        </a:p>
      </dsp:txBody>
      <dsp:txXfrm>
        <a:off x="798689" y="5186800"/>
        <a:ext cx="5502911" cy="691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64D6B-5834-4E65-A53B-9C7F8BB2936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18604-8B01-4CD8-9507-10385CA04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19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project as a whole and how it was put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95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details the environment the project was created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58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flow of data in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37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</a:t>
            </a:r>
            <a:r>
              <a:rPr lang="en-US" dirty="0" err="1"/>
              <a:t>setup_kafka</a:t>
            </a:r>
            <a:r>
              <a:rPr lang="en-US" dirty="0"/>
              <a:t> script to create the topics initially.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83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</a:t>
            </a:r>
            <a:r>
              <a:rPr lang="en-US" dirty="0" err="1"/>
              <a:t>api</a:t>
            </a:r>
            <a:r>
              <a:rPr lang="en-US" dirty="0"/>
              <a:t> integration from </a:t>
            </a:r>
            <a:r>
              <a:rPr lang="en-US" dirty="0" err="1"/>
              <a:t>Finnhub</a:t>
            </a:r>
            <a:r>
              <a:rPr lang="en-US" dirty="0"/>
              <a:t> and how it is used by the </a:t>
            </a:r>
            <a:r>
              <a:rPr lang="en-US" dirty="0" err="1"/>
              <a:t>kafka</a:t>
            </a:r>
            <a:r>
              <a:rPr lang="en-US" dirty="0"/>
              <a:t> producer.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57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</a:t>
            </a:r>
            <a:r>
              <a:rPr lang="en-US" dirty="0" err="1"/>
              <a:t>kafka</a:t>
            </a:r>
            <a:r>
              <a:rPr lang="en-US" dirty="0"/>
              <a:t> consumer and how it also produces prediction data to be grabbed by our model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4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model creation itself, using a regressor to provide price predictions to compare against actual stock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an overview of what is on the </a:t>
            </a:r>
            <a:r>
              <a:rPr lang="en-US" dirty="0" err="1"/>
              <a:t>streamlit</a:t>
            </a:r>
            <a:r>
              <a:rPr lang="en-US" dirty="0"/>
              <a:t>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76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89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details the steps to running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26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goes over the potential improvements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C18604-8B01-4CD8-9507-10385CA047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30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1D63-165F-9FD5-893C-A81F0BFB7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45A6C-AD16-9903-C2B2-B8B94D5B9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39EBD-9486-FBC8-BB66-E4999FA6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959E1-E7BF-7B96-6986-E3C1C91B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CEBE4-9FD5-0A1A-A84C-98A41D44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9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175E-8E83-47FF-FD63-5831414A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F419-103B-749C-45FB-C08CAA33F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3E1A3-5D6F-6459-4D6F-E1B8915F3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767FE-DBE7-BE1E-E565-ADE951CC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BEA70-784D-D2D0-E074-7BDD6B67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6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5B1C-FFB5-78B6-7346-3E75F525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DE70B-42C4-4A80-8806-B559B9A67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C0697-17E3-0CC3-96B0-3845241A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6857-E980-7A12-3D6F-ED65380C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73B2-8214-A4F2-1FB7-CD546447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2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A968-4D3B-2E63-0951-063A5C09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D0A0A-0894-4530-6EF9-4F4FA25E5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BCD91-6177-5831-1DB2-9BE47637D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7E6BE-1404-39D7-F2A1-2C55B0BE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955B2-C135-C596-57E8-1E4D8BAE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B9E61-D130-2238-E0DA-8249021D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0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8C6E-5D2B-4A88-0A7B-506A649DB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6E5F9-A075-2893-75AD-C99E0FFCE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EF291-8AA9-61A8-D6B3-466BA2524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FA0FC-11BF-8DEC-9DAE-0CB4490ED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76095-F091-D1DB-E842-2F83700C0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7DA68-E857-AF59-854F-49AC680A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845DAB-9F36-6DBA-EC5A-0B462B03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D7107-AC1F-2558-88E3-F4FA2B1F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7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86CC-8FE1-5E8A-467F-039B6937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3F668-79AB-CEE4-0428-E6D430C5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45AEB-40AD-CDF3-464C-6C58299C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6132C-176A-401C-6E08-C73863BB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0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4E54B-8A46-8F8D-489B-37CB83CA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2802E-2B44-45AA-EA3C-7ACCC1F2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C39A-55AD-9C79-AECC-26420CE3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0300-2551-0B6D-D39A-F1F7DB8A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C672A-618E-9EF2-4B45-A12FCAC73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0F80F-5CAE-B47D-5663-50BCDECE8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ECDDE-E29E-3FC7-2116-BC7BF0A1F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5677D-CF0F-7D29-5B35-5D83E190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43627-D2B9-4911-B1EC-3260B65F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0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F66B6-905E-AE44-E2E4-31AA7B52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97C08-E329-4B37-DA4D-7E089BE4C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8F0A9-71B4-2E7D-C6FD-2767A8415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A0D84-8813-3ADA-A9E8-86C02F40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B671A-9EE7-B8DB-1869-D1D0FB14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53040-71DE-DCEE-E9E6-698A73DB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5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254D3-A014-3F80-B664-D7FA0CA9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BECF7-634E-7AE0-1087-2D3237C57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40AC6-1320-DD57-2D6B-E98CF9AC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D619E-E7DA-0248-1DC4-27E6BAE60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96DEB-7796-BEB1-EB88-2A4D68F6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9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97D75C-D305-46CC-EB1C-0E40DF7F5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40544-3666-8168-BA6D-C3FE659BD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04FA-517E-AA50-076C-ECFCE42A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8C107-8093-E06C-3DAF-0B0DB4FF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25AEE-5308-37B4-E42F-66B16C8C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4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0995B-4831-867F-6854-FA0F6598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D16AC-968D-5D82-011E-C7D580AE9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3A35C-F24D-8F71-2AFF-8B12963DF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F34C8-162E-4E8A-90EF-1A7B94EA9553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8C571-A801-12D9-D2F8-3CA5B77C1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46DB6-4BEB-3480-5D07-635512419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7779A-73DB-4363-BCDB-3E7177518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62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innhub.io/docs/api/introduction" TargetMode="External"/><Relationship Id="rId2" Type="http://schemas.openxmlformats.org/officeDocument/2006/relationships/hyperlink" Target="https://medium.com/@verinamk/streamlit-for-beginners-build-your-first-dashboard-58b764a62a2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asFqpMDSPdM" TargetMode="External"/><Relationship Id="rId4" Type="http://schemas.openxmlformats.org/officeDocument/2006/relationships/hyperlink" Target="https://medium.com/@pumaline/easy-analysis-of-your-data-and-ml-model-using-evidently-ai-830ef0c1c4fd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thon-api-tutorial-getting-started-with-apis/" TargetMode="External"/><Relationship Id="rId2" Type="http://schemas.openxmlformats.org/officeDocument/2006/relationships/hyperlink" Target="https://www.datacamp.com/tutorial/apache-kafka-for-beginners-a-comprehensive-gui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FhdNV6704bU" TargetMode="External"/><Relationship Id="rId5" Type="http://schemas.openxmlformats.org/officeDocument/2006/relationships/hyperlink" Target="https://weatherstack.com/quickstart" TargetMode="External"/><Relationship Id="rId4" Type="http://schemas.openxmlformats.org/officeDocument/2006/relationships/hyperlink" Target="https://apscheduler.readthedocs.io/en/3.x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enonstack.com/insights/apache-flink-real-time-data" TargetMode="External"/><Relationship Id="rId2" Type="http://schemas.openxmlformats.org/officeDocument/2006/relationships/hyperlink" Target="https://www.projectpro.io/article/kafka-for-real-time-streaming/91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ws.amazon.com/what-is/streaming-data/" TargetMode="External"/><Relationship Id="rId5" Type="http://schemas.openxmlformats.org/officeDocument/2006/relationships/hyperlink" Target="https://www.analyticsvidhya.com/blog/2022/09/build-a-simple-realtime-data-pipeline/" TargetMode="External"/><Relationship Id="rId4" Type="http://schemas.openxmlformats.org/officeDocument/2006/relationships/hyperlink" Target="https://medium.com/the-research-nest/creating-a-real-time-data-stream-using-apache-kafka-in-python-132e0e5630d3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sched-module-in-python/" TargetMode="External"/><Relationship Id="rId2" Type="http://schemas.openxmlformats.org/officeDocument/2006/relationships/hyperlink" Target="https://www.confluent.io/learn/data-inges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ws.amazon.com/what-is/pub-sub-messaging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SGDRegressor.html" TargetMode="External"/><Relationship Id="rId2" Type="http://schemas.openxmlformats.org/officeDocument/2006/relationships/hyperlink" Target="https://www.geeksforgeeks.org/python/stochastic-gradient-descent-regresso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algostalk/use-sgd-regressor-when-data-is-constantly-updating-a-comprehensive-guide-to-stochastic-gradient-61f48fe3337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7B4D7-0646-44A0-C053-CDE1C5425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094" y="1058780"/>
            <a:ext cx="5602705" cy="3092116"/>
          </a:xfrm>
        </p:spPr>
        <p:txBody>
          <a:bodyPr anchor="ctr">
            <a:normAutofit/>
          </a:bodyPr>
          <a:lstStyle/>
          <a:p>
            <a:pPr algn="l"/>
            <a:r>
              <a:rPr lang="en-US" sz="5200" dirty="0"/>
              <a:t>Real-time Data Processing and Prediction using API and Streamlit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2EC68-6218-2000-475E-8287515C0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041616"/>
            <a:ext cx="3781926" cy="1246472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1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E97A0-41BF-5336-5F5F-CD442F5C4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AD2D0C-ADB0-14D7-284D-4F87BA703D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15176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473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99F7BD-DFF9-3552-F44F-B25D78E6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73" y="1998925"/>
            <a:ext cx="5541054" cy="21494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34945-3E81-33B1-0F6C-C9168C91F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0419" y="4300833"/>
            <a:ext cx="4431162" cy="11918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62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A2D96-A7B0-DBCD-F783-A6FD2BC1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5A6A-F24A-46A1-AC2F-EE2610900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Demonstrate real world application skills.</a:t>
            </a:r>
          </a:p>
          <a:p>
            <a:r>
              <a:rPr lang="en-US" sz="2000" dirty="0"/>
              <a:t>Create an end-to-end machine learning project.</a:t>
            </a:r>
          </a:p>
          <a:p>
            <a:r>
              <a:rPr lang="en-US" sz="2000" dirty="0"/>
              <a:t>Utilize industry standard tools such as Kafka, Streamlit, Pandas, Scikit-Learn, etc.</a:t>
            </a:r>
          </a:p>
          <a:p>
            <a:r>
              <a:rPr lang="en-US" sz="2000" dirty="0"/>
              <a:t>Takes stock price data from a real time source and predicts the future stock price.</a:t>
            </a:r>
          </a:p>
          <a:p>
            <a:pPr lvl="1"/>
            <a:r>
              <a:rPr lang="en-US" sz="2000" dirty="0"/>
              <a:t>Model updates periodically as new information is fed to it.</a:t>
            </a:r>
          </a:p>
          <a:p>
            <a:pPr lvl="1"/>
            <a:r>
              <a:rPr lang="en-US" sz="2000" dirty="0"/>
              <a:t>Price is displayed along with underlying metrics in a dashboard for easy consumption.</a:t>
            </a:r>
          </a:p>
        </p:txBody>
      </p:sp>
    </p:spTree>
    <p:extLst>
      <p:ext uri="{BB962C8B-B14F-4D97-AF65-F5344CB8AC3E}">
        <p14:creationId xmlns:p14="http://schemas.microsoft.com/office/powerpoint/2010/main" val="914132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2C972-8CD6-7E62-AC64-94B7F091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Project Environment	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03486F-1E20-14DB-27A6-365425AEF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96082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759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875EF-44B3-36F9-B818-44CB203B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Flow Diagram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79A7A16-1AD4-478E-DCF0-42AEEB0383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20884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2A71DEA-BD4F-C79E-E079-B589871F6933}"/>
              </a:ext>
            </a:extLst>
          </p:cNvPr>
          <p:cNvCxnSpPr/>
          <p:nvPr/>
        </p:nvCxnSpPr>
        <p:spPr>
          <a:xfrm>
            <a:off x="7425447" y="1848255"/>
            <a:ext cx="0" cy="66796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C7102C-E9E5-6A8D-697D-253F7D6D5D51}"/>
              </a:ext>
            </a:extLst>
          </p:cNvPr>
          <p:cNvCxnSpPr/>
          <p:nvPr/>
        </p:nvCxnSpPr>
        <p:spPr>
          <a:xfrm>
            <a:off x="7435175" y="3005847"/>
            <a:ext cx="0" cy="66796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7411A9-4D66-1C0A-3376-6C3932DE6671}"/>
              </a:ext>
            </a:extLst>
          </p:cNvPr>
          <p:cNvCxnSpPr/>
          <p:nvPr/>
        </p:nvCxnSpPr>
        <p:spPr>
          <a:xfrm>
            <a:off x="7435175" y="4182894"/>
            <a:ext cx="0" cy="66796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816415-416F-2C86-C5ED-D666AEADE64E}"/>
              </a:ext>
            </a:extLst>
          </p:cNvPr>
          <p:cNvCxnSpPr/>
          <p:nvPr/>
        </p:nvCxnSpPr>
        <p:spPr>
          <a:xfrm>
            <a:off x="7435175" y="5249694"/>
            <a:ext cx="0" cy="66796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81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BA376-0D71-F6C1-C73B-AB01A2B1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Backend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7B6E7-2800-09EC-9187-B74721EF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Graduation cap with solid fill">
            <a:extLst>
              <a:ext uri="{FF2B5EF4-FFF2-40B4-BE49-F238E27FC236}">
                <a16:creationId xmlns:a16="http://schemas.microsoft.com/office/drawing/2014/main" id="{C819F4B6-CC3F-D8DD-5817-7E0EE9F12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5742" y="1777534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676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0F8F-DCA0-8104-09F2-D3E28282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Setup_Kafka.py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5B27F-797A-17DB-70AB-3DAF2425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the initial topics and sets their partitions and replication factor.</a:t>
            </a:r>
          </a:p>
          <a:p>
            <a:pPr lvl="1"/>
            <a:r>
              <a:rPr lang="en-US" dirty="0"/>
              <a:t>Does this by the function </a:t>
            </a:r>
            <a:r>
              <a:rPr lang="en-US" dirty="0" err="1"/>
              <a:t>create_topics</a:t>
            </a:r>
            <a:r>
              <a:rPr lang="en-US" dirty="0"/>
              <a:t>(</a:t>
            </a:r>
            <a:r>
              <a:rPr lang="en-US" dirty="0" err="1"/>
              <a:t>bootstrap_servers</a:t>
            </a:r>
            <a:r>
              <a:rPr lang="en-US" dirty="0"/>
              <a:t>: str, topics=DEFAULT_TOPICS) -&gt; None:</a:t>
            </a:r>
          </a:p>
          <a:p>
            <a:r>
              <a:rPr lang="en-US" dirty="0"/>
              <a:t>Contains logging to ensure proper operation.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7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B0F3-9207-A8A6-7A90-653F63395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Finnhub.io API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D3BC1-6121-6916-5DF3-8F082D0A4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2085" y="1825625"/>
            <a:ext cx="5154038" cy="4351338"/>
          </a:xfrm>
          <a:solidFill>
            <a:schemeClr val="bg2"/>
          </a:solidFill>
          <a:ln>
            <a:solidFill>
              <a:schemeClr val="accent3"/>
            </a:solidFill>
          </a:ln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Used Api token to get data from </a:t>
            </a:r>
            <a:r>
              <a:rPr lang="en-US" sz="2400" dirty="0" err="1"/>
              <a:t>Finnhub</a:t>
            </a:r>
            <a:r>
              <a:rPr lang="en-US" sz="2400" dirty="0"/>
              <a:t> for AMC stock price every 15 seconds.</a:t>
            </a:r>
          </a:p>
          <a:p>
            <a:r>
              <a:rPr lang="en-US" sz="2400" dirty="0"/>
              <a:t>Data is gathered by Kafka Producer (producer.py)</a:t>
            </a:r>
          </a:p>
          <a:p>
            <a:r>
              <a:rPr lang="en-US" sz="2400" dirty="0"/>
              <a:t>FINNHUB_BASE = "https://finnhub.io/</a:t>
            </a:r>
            <a:r>
              <a:rPr lang="en-US" sz="2400" dirty="0" err="1"/>
              <a:t>api</a:t>
            </a:r>
            <a:r>
              <a:rPr lang="en-US" sz="2400" dirty="0"/>
              <a:t>/v1/quote"</a:t>
            </a:r>
          </a:p>
          <a:p>
            <a:r>
              <a:rPr lang="en-US" sz="2400" dirty="0"/>
              <a:t>Created a custom data class: </a:t>
            </a:r>
            <a:r>
              <a:rPr lang="en-US" sz="2400" dirty="0" err="1"/>
              <a:t>StockProducer</a:t>
            </a:r>
            <a:endParaRPr lang="en-US" sz="2400" dirty="0"/>
          </a:p>
          <a:p>
            <a:r>
              <a:rPr lang="en-US" sz="2400" dirty="0"/>
              <a:t>Implemented logging at key stages to ensure operations.</a:t>
            </a:r>
          </a:p>
          <a:p>
            <a:r>
              <a:rPr lang="en-US" sz="2400" dirty="0"/>
              <a:t>Exported the API key locally so it is not hard coded in the script for security.</a:t>
            </a:r>
          </a:p>
          <a:p>
            <a:r>
              <a:rPr lang="en-US" sz="2400" dirty="0"/>
              <a:t>Please refer to the </a:t>
            </a:r>
            <a:r>
              <a:rPr lang="en-US" sz="2400" dirty="0" err="1"/>
              <a:t>Github</a:t>
            </a:r>
            <a:r>
              <a:rPr lang="en-US" sz="2400" dirty="0"/>
              <a:t> repo for the source code.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7EE11-D162-23E2-95A9-D99F2A0A7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1" y="1825625"/>
            <a:ext cx="6168551" cy="174488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AC46C2-113C-4650-3C12-A7BF54B2D072}"/>
              </a:ext>
            </a:extLst>
          </p:cNvPr>
          <p:cNvSpPr txBox="1">
            <a:spLocks/>
          </p:cNvSpPr>
          <p:nvPr/>
        </p:nvSpPr>
        <p:spPr>
          <a:xfrm>
            <a:off x="87549" y="3819795"/>
            <a:ext cx="5154038" cy="2989567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__: initializes the class to be used and passes variables to be used by all functions.</a:t>
            </a:r>
          </a:p>
          <a:p>
            <a:r>
              <a:rPr lang="en-US" dirty="0"/>
              <a:t>Connect: connects the producer to the Kafka instance.</a:t>
            </a:r>
          </a:p>
          <a:p>
            <a:r>
              <a:rPr lang="en-US" dirty="0" err="1"/>
              <a:t>Fetch_quote</a:t>
            </a:r>
            <a:r>
              <a:rPr lang="en-US" dirty="0"/>
              <a:t>: gets the latest value from Finnhub.io based on the stock symbol.</a:t>
            </a:r>
          </a:p>
          <a:p>
            <a:r>
              <a:rPr lang="en-US" dirty="0" err="1"/>
              <a:t>Stream_quote</a:t>
            </a:r>
            <a:r>
              <a:rPr lang="en-US" dirty="0"/>
              <a:t>: uses </a:t>
            </a:r>
            <a:r>
              <a:rPr lang="en-US" dirty="0" err="1"/>
              <a:t>fetch_quote</a:t>
            </a:r>
            <a:r>
              <a:rPr lang="en-US" dirty="0"/>
              <a:t> and grabs values continuously at certain intervals.</a:t>
            </a:r>
          </a:p>
          <a:p>
            <a:r>
              <a:rPr lang="en-US" dirty="0"/>
              <a:t>Close: flushes the values and properly closes the producer.</a:t>
            </a:r>
          </a:p>
        </p:txBody>
      </p:sp>
    </p:spTree>
    <p:extLst>
      <p:ext uri="{BB962C8B-B14F-4D97-AF65-F5344CB8AC3E}">
        <p14:creationId xmlns:p14="http://schemas.microsoft.com/office/powerpoint/2010/main" val="575289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C263-4E29-B8D6-2316-15E9F27E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B493D-EDF5-467A-9E80-463D2CD31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3864" y="1253331"/>
            <a:ext cx="4109936" cy="4351338"/>
          </a:xfrm>
          <a:solidFill>
            <a:schemeClr val="bg2"/>
          </a:solidFill>
          <a:ln>
            <a:solidFill>
              <a:schemeClr val="accent3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Created a consumer script to get the data from the producer and store it in a dataframe for model use.</a:t>
            </a:r>
          </a:p>
          <a:p>
            <a:r>
              <a:rPr lang="en-US" dirty="0"/>
              <a:t>Contains logging functionality like the other scripts.</a:t>
            </a:r>
          </a:p>
          <a:p>
            <a:r>
              <a:rPr lang="en-US" dirty="0"/>
              <a:t>Created custom class StockConsumer.</a:t>
            </a:r>
          </a:p>
          <a:p>
            <a:r>
              <a:rPr lang="en-US" dirty="0"/>
              <a:t>Please refer to the GitHub repo for the source code.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1AAD7F-7351-A419-DEB8-911AF2806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819" y="1384638"/>
            <a:ext cx="4553075" cy="24557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BAB13A-CE6D-74CF-9A2B-CE00DD6D92AF}"/>
              </a:ext>
            </a:extLst>
          </p:cNvPr>
          <p:cNvSpPr txBox="1">
            <a:spLocks/>
          </p:cNvSpPr>
          <p:nvPr/>
        </p:nvSpPr>
        <p:spPr>
          <a:xfrm>
            <a:off x="266434" y="3929974"/>
            <a:ext cx="6834757" cy="2866417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__: initializes the class and passes values to be used by other functions.</a:t>
            </a:r>
          </a:p>
          <a:p>
            <a:r>
              <a:rPr lang="en-US" dirty="0"/>
              <a:t>connect: connects the script to the consumer and producer.</a:t>
            </a:r>
          </a:p>
          <a:p>
            <a:r>
              <a:rPr lang="en-US" dirty="0"/>
              <a:t>_</a:t>
            </a:r>
            <a:r>
              <a:rPr lang="en-US" dirty="0" err="1"/>
              <a:t>buffer_to_df</a:t>
            </a:r>
            <a:r>
              <a:rPr lang="en-US" dirty="0"/>
              <a:t>: initializes the </a:t>
            </a:r>
            <a:r>
              <a:rPr lang="en-US" dirty="0" err="1"/>
              <a:t>df</a:t>
            </a:r>
            <a:r>
              <a:rPr lang="en-US" dirty="0"/>
              <a:t> if it does not exist and writes values to it from the producer.</a:t>
            </a:r>
          </a:p>
          <a:p>
            <a:r>
              <a:rPr lang="en-US" dirty="0"/>
              <a:t>_</a:t>
            </a:r>
            <a:r>
              <a:rPr lang="en-US" dirty="0" err="1"/>
              <a:t>try_model_update</a:t>
            </a:r>
            <a:r>
              <a:rPr lang="en-US" dirty="0"/>
              <a:t>: sends the data from the </a:t>
            </a:r>
            <a:r>
              <a:rPr lang="en-US" dirty="0" err="1"/>
              <a:t>df</a:t>
            </a:r>
            <a:r>
              <a:rPr lang="en-US" dirty="0"/>
              <a:t> to update the prediction model.</a:t>
            </a:r>
          </a:p>
          <a:p>
            <a:r>
              <a:rPr lang="en-US" dirty="0"/>
              <a:t>_</a:t>
            </a:r>
            <a:r>
              <a:rPr lang="en-US" dirty="0" err="1"/>
              <a:t>publish_prediction</a:t>
            </a:r>
            <a:r>
              <a:rPr lang="en-US" dirty="0"/>
              <a:t>: sends the prediction from the model to the producer under the predictions topic.</a:t>
            </a:r>
          </a:p>
          <a:p>
            <a:r>
              <a:rPr lang="en-US" dirty="0" err="1"/>
              <a:t>Run_forever</a:t>
            </a:r>
            <a:r>
              <a:rPr lang="en-US" dirty="0"/>
              <a:t>: takes in the functions above to continuously run the consumer and output predictions until there is a keystroke interruption.</a:t>
            </a:r>
          </a:p>
          <a:p>
            <a:r>
              <a:rPr lang="en-US" dirty="0" err="1"/>
              <a:t>Get_dataframe</a:t>
            </a:r>
            <a:r>
              <a:rPr lang="en-US" dirty="0"/>
              <a:t>: returns a </a:t>
            </a:r>
            <a:r>
              <a:rPr lang="en-US" dirty="0" err="1"/>
              <a:t>df</a:t>
            </a:r>
            <a:r>
              <a:rPr lang="en-US" dirty="0"/>
              <a:t> from the _</a:t>
            </a:r>
            <a:r>
              <a:rPr lang="en-US" dirty="0" err="1"/>
              <a:t>buffer_to_df</a:t>
            </a:r>
            <a:r>
              <a:rPr lang="en-US" dirty="0"/>
              <a:t> function cleaner.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253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EB67-BC08-7B7B-69ED-EF5CAAB1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422D3-D365-B373-16D0-16D85B058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251" y="1572706"/>
            <a:ext cx="4278549" cy="4351338"/>
          </a:xfrm>
          <a:solidFill>
            <a:schemeClr val="bg2"/>
          </a:solidFill>
          <a:ln>
            <a:solidFill>
              <a:schemeClr val="accent3"/>
            </a:solidFill>
          </a:ln>
        </p:spPr>
        <p:txBody>
          <a:bodyPr>
            <a:normAutofit fontScale="70000" lnSpcReduction="20000"/>
          </a:bodyPr>
          <a:lstStyle/>
          <a:p>
            <a:r>
              <a:rPr lang="en-US" dirty="0"/>
              <a:t>Uses a </a:t>
            </a:r>
            <a:r>
              <a:rPr lang="en-US" dirty="0" err="1"/>
              <a:t>SGDRegressor</a:t>
            </a:r>
            <a:r>
              <a:rPr lang="en-US" dirty="0"/>
              <a:t> to continually predict the next stock price based on the previous values.</a:t>
            </a:r>
          </a:p>
          <a:p>
            <a:r>
              <a:rPr lang="en-US" dirty="0"/>
              <a:t>Contains error handling for partial or missing values. </a:t>
            </a:r>
          </a:p>
          <a:p>
            <a:r>
              <a:rPr lang="en-US" dirty="0"/>
              <a:t>Performs feature engineering and creates a pipeline for the model.</a:t>
            </a:r>
          </a:p>
          <a:p>
            <a:pPr lvl="1"/>
            <a:r>
              <a:rPr lang="en-US" dirty="0"/>
              <a:t>Replicates the scaling and ensures the data is passed in the same way each time.</a:t>
            </a:r>
          </a:p>
          <a:p>
            <a:r>
              <a:rPr lang="en-US" dirty="0"/>
              <a:t>Processes new data in batches of 20 values.</a:t>
            </a:r>
          </a:p>
          <a:p>
            <a:r>
              <a:rPr lang="en-US" dirty="0"/>
              <a:t>Created a custom class OnlinePricePredictor.</a:t>
            </a:r>
          </a:p>
          <a:p>
            <a:r>
              <a:rPr lang="en-US" dirty="0"/>
              <a:t>Please refer to the GitHub repo for source code.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2706A-90BE-44FD-893E-5F02D380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79" y="1488420"/>
            <a:ext cx="6526857" cy="29752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50289A-6277-9C1D-2FE1-9DB96BA010AB}"/>
              </a:ext>
            </a:extLst>
          </p:cNvPr>
          <p:cNvSpPr txBox="1">
            <a:spLocks/>
          </p:cNvSpPr>
          <p:nvPr/>
        </p:nvSpPr>
        <p:spPr>
          <a:xfrm>
            <a:off x="250079" y="4565583"/>
            <a:ext cx="6526857" cy="2292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6781A1-ACDF-ED9E-A3EE-AF2DBBA52709}"/>
              </a:ext>
            </a:extLst>
          </p:cNvPr>
          <p:cNvSpPr txBox="1">
            <a:spLocks/>
          </p:cNvSpPr>
          <p:nvPr/>
        </p:nvSpPr>
        <p:spPr>
          <a:xfrm>
            <a:off x="250079" y="4565583"/>
            <a:ext cx="6526857" cy="2292417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_</a:t>
            </a:r>
            <a:r>
              <a:rPr lang="en-US" dirty="0" err="1"/>
              <a:t>feature_engineer</a:t>
            </a:r>
            <a:r>
              <a:rPr lang="en-US" dirty="0"/>
              <a:t>: creates rolling averages, removes missing values, looks at time of day.</a:t>
            </a:r>
          </a:p>
          <a:p>
            <a:r>
              <a:rPr lang="en-US" dirty="0" err="1"/>
              <a:t>Partial_update</a:t>
            </a:r>
            <a:r>
              <a:rPr lang="en-US" dirty="0"/>
              <a:t>: updates the model with the new values as they come in. performs the feature engineering first.</a:t>
            </a:r>
          </a:p>
          <a:p>
            <a:r>
              <a:rPr lang="en-US" dirty="0" err="1"/>
              <a:t>Predict_next</a:t>
            </a:r>
            <a:r>
              <a:rPr lang="en-US" dirty="0"/>
              <a:t>: predicts the next stock price based on the updates from the previous function.</a:t>
            </a:r>
          </a:p>
        </p:txBody>
      </p:sp>
    </p:spTree>
    <p:extLst>
      <p:ext uri="{BB962C8B-B14F-4D97-AF65-F5344CB8AC3E}">
        <p14:creationId xmlns:p14="http://schemas.microsoft.com/office/powerpoint/2010/main" val="333868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57020-06FD-3C98-3578-0828ADA2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Frontend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ECEB6-AF4B-7E30-BF81-5DC2114C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Eye with solid fill">
            <a:extLst>
              <a:ext uri="{FF2B5EF4-FFF2-40B4-BE49-F238E27FC236}">
                <a16:creationId xmlns:a16="http://schemas.microsoft.com/office/drawing/2014/main" id="{4D3818CC-1649-95B7-9BCE-52FC375F8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58922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0E62-7DF7-45BA-D3EA-D378C30E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Streamlit Dashboard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94DFC3-A23D-1029-7830-9954FA0F3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79991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692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0909-A336-2F15-A154-5C9AE98D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Streamlit_app.py Live Pricing and Predictions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E3D9C7-3D15-7449-7311-175144B9C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05349"/>
            <a:ext cx="10116766" cy="508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98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3B38-E455-4C5D-A313-B9B03FBD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Streamlit_app.py Comparing Predictions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C6219-38F3-FE9A-07B7-541A54A34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728" y="1414702"/>
            <a:ext cx="9868407" cy="5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20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877E-2940-FE94-AEB8-FE1074E9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Streamlit_app.py 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3BA09-C12E-7EBB-CC3F-2782D80BE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941" y="1900138"/>
            <a:ext cx="6127941" cy="3988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7F8651-1607-0892-7CB9-3636927AC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489" y="1464066"/>
            <a:ext cx="6116511" cy="486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93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CC7C-6F66-B050-296B-6EBAD215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Streamlit_app.py Data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21CE0-4A81-1544-9860-04A886938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709" y="1430089"/>
            <a:ext cx="6744582" cy="542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95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D8DD-AED5-11AF-A4ED-BA0478B5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Streamlit_app.py Sidebar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9270A-0854-B0D1-82DC-62549692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355" y="1335931"/>
            <a:ext cx="2443851" cy="5431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91E3B3-DB6B-DEF2-736D-63B7C1C0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5931"/>
            <a:ext cx="3397425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46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88F3E-B303-DCFC-D609-B57A7D895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815BA-9FED-C965-FEFA-14267F475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0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Lightbulb">
            <a:extLst>
              <a:ext uri="{FF2B5EF4-FFF2-40B4-BE49-F238E27FC236}">
                <a16:creationId xmlns:a16="http://schemas.microsoft.com/office/drawing/2014/main" id="{02C07A50-3EC6-CD3C-1081-D31DFF84B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5551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84B3-62EB-4B48-29FA-1CA93E48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Putting it All Together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45969B-FA32-424F-2AA2-5451260348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09719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0609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023F-A626-A245-7533-5B721580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Outputs from Terminals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FEB2D-B33A-564C-0201-BFD5D348D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1" y="1919089"/>
            <a:ext cx="4546426" cy="2687141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083C4D-3D5C-4615-1A72-B742D7A22E8B}"/>
              </a:ext>
            </a:extLst>
          </p:cNvPr>
          <p:cNvSpPr txBox="1"/>
          <p:nvPr/>
        </p:nvSpPr>
        <p:spPr>
          <a:xfrm>
            <a:off x="1281735" y="1549757"/>
            <a:ext cx="1846403" cy="3693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Producer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CBFD83-D586-A170-8450-03CF6C0D3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230" y="2046068"/>
            <a:ext cx="6255071" cy="1987652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7A3ECC-1FBD-90E5-6A1B-B3101BDD4520}"/>
              </a:ext>
            </a:extLst>
          </p:cNvPr>
          <p:cNvSpPr txBox="1"/>
          <p:nvPr/>
        </p:nvSpPr>
        <p:spPr>
          <a:xfrm>
            <a:off x="7599544" y="1663694"/>
            <a:ext cx="1986441" cy="3693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Consumer Output</a:t>
            </a:r>
          </a:p>
        </p:txBody>
      </p:sp>
    </p:spTree>
    <p:extLst>
      <p:ext uri="{BB962C8B-B14F-4D97-AF65-F5344CB8AC3E}">
        <p14:creationId xmlns:p14="http://schemas.microsoft.com/office/powerpoint/2010/main" val="2783410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0968C-593C-7656-7397-79CB8B88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Conclusion and Recommendations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607D-7625-CA6E-F9D4-3B87D3B93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Run the application when the stock price is actually changing.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Run on a Saturday after market close.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Have the model be able to distinguish between multiple stock symbols.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Be able to drop in additional models for each symbol.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Continue to update and improve security profile.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Instead of localhost, fire up a EC2 on AWS to host it over the internet for all.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455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FF12-B164-36E1-83D1-07B7FB85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984B5-05DF-4C78-D7C1-11B43ED2B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Verina Khella. (2025, February 13). </a:t>
            </a:r>
            <a:r>
              <a:rPr lang="en-US" i="1" dirty="0"/>
              <a:t>Streamlit For Beginners: Build Your First Dashboard</a:t>
            </a:r>
            <a:r>
              <a:rPr lang="en-US" dirty="0"/>
              <a:t>. Medium. </a:t>
            </a:r>
            <a:r>
              <a:rPr lang="en-US" dirty="0">
                <a:hlinkClick r:id="rId2"/>
              </a:rPr>
              <a:t>https://medium.com/@verinamk/streamlit-for-beginners-build-your-first-dashboard-58b764a62a2d</a:t>
            </a:r>
            <a:r>
              <a:rPr lang="en-US" dirty="0"/>
              <a:t> </a:t>
            </a:r>
          </a:p>
          <a:p>
            <a:r>
              <a:rPr lang="en-US" i="1" dirty="0"/>
              <a:t>INTRODUCING MLOPS : how to scale machine learning in the enterprise.</a:t>
            </a:r>
            <a:r>
              <a:rPr lang="en-US" dirty="0"/>
              <a:t> (2021). </a:t>
            </a:r>
            <a:r>
              <a:rPr lang="en-US" dirty="0" err="1"/>
              <a:t>O’reilly</a:t>
            </a:r>
            <a:r>
              <a:rPr lang="en-US" dirty="0"/>
              <a:t> Media, Inc, Usa.</a:t>
            </a:r>
          </a:p>
          <a:p>
            <a:r>
              <a:rPr lang="en-US" dirty="0"/>
              <a:t>Finnhub.io. (n.d.). </a:t>
            </a:r>
            <a:r>
              <a:rPr lang="en-US" i="1" dirty="0" err="1"/>
              <a:t>Finnhub</a:t>
            </a:r>
            <a:r>
              <a:rPr lang="en-US" i="1" dirty="0"/>
              <a:t> - Free </a:t>
            </a:r>
            <a:r>
              <a:rPr lang="en-US" i="1" dirty="0" err="1"/>
              <a:t>realtime</a:t>
            </a:r>
            <a:r>
              <a:rPr lang="en-US" i="1" dirty="0"/>
              <a:t> APIs for stock, forex and cryptocurrency.</a:t>
            </a:r>
            <a:r>
              <a:rPr lang="en-US" dirty="0"/>
              <a:t> Finnhub.io. </a:t>
            </a:r>
            <a:r>
              <a:rPr lang="en-US" dirty="0">
                <a:hlinkClick r:id="rId3"/>
              </a:rPr>
              <a:t>https://finnhub.io/docs/api/introduction</a:t>
            </a:r>
            <a:r>
              <a:rPr lang="en-US" dirty="0"/>
              <a:t> </a:t>
            </a:r>
          </a:p>
          <a:p>
            <a:r>
              <a:rPr lang="en-US" dirty="0" err="1"/>
              <a:t>Datamapu</a:t>
            </a:r>
            <a:r>
              <a:rPr lang="en-US" dirty="0"/>
              <a:t>. (2022, July 12). </a:t>
            </a:r>
            <a:r>
              <a:rPr lang="en-US" i="1" dirty="0"/>
              <a:t>Evidently AI — Easy analyze your Data and Machine Learning Model</a:t>
            </a:r>
            <a:r>
              <a:rPr lang="en-US" dirty="0"/>
              <a:t>. Medium; MLearning.ai. </a:t>
            </a:r>
            <a:r>
              <a:rPr lang="en-US" dirty="0">
                <a:hlinkClick r:id="rId4"/>
              </a:rPr>
              <a:t>https://medium.com/@pumaline/easy-analysis-of-your-data-and-ml-model-using-evidently-ai-830ef0c1c4fd</a:t>
            </a:r>
            <a:r>
              <a:rPr lang="en-US" dirty="0"/>
              <a:t> </a:t>
            </a:r>
          </a:p>
          <a:p>
            <a:r>
              <a:rPr lang="en-US" dirty="0"/>
              <a:t>Streamlit. (2023, December 14). </a:t>
            </a:r>
            <a:r>
              <a:rPr lang="en-US" i="1" dirty="0"/>
              <a:t>Crafting a Dashboard App in Python using Streamlit</a:t>
            </a:r>
            <a:r>
              <a:rPr lang="en-US" dirty="0"/>
              <a:t>. YouTube. </a:t>
            </a:r>
            <a:r>
              <a:rPr lang="en-US" dirty="0">
                <a:hlinkClick r:id="rId5"/>
              </a:rPr>
              <a:t>https://www.youtube.com/watch?v=asFqpMDSPdM</a:t>
            </a:r>
            <a:r>
              <a:rPr lang="en-US" dirty="0"/>
              <a:t> </a:t>
            </a:r>
          </a:p>
          <a:p>
            <a:r>
              <a:rPr lang="en-US" dirty="0"/>
              <a:t>Richards, T. (2023). </a:t>
            </a:r>
            <a:r>
              <a:rPr lang="en-US" i="1" dirty="0"/>
              <a:t>Streamlit for Data Science</a:t>
            </a:r>
            <a:r>
              <a:rPr lang="en-US" dirty="0"/>
              <a:t>. </a:t>
            </a:r>
            <a:r>
              <a:rPr lang="en-US" dirty="0" err="1"/>
              <a:t>Packt</a:t>
            </a:r>
            <a:r>
              <a:rPr lang="en-US" dirty="0"/>
              <a:t> Publishing Ltd.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145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5778-93B3-D1E4-45AB-15EE615F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410A-907B-46B7-8F45-048FAA2B7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Pykes</a:t>
            </a:r>
            <a:r>
              <a:rPr lang="en-US" dirty="0"/>
              <a:t>, K. (2024, March 13). </a:t>
            </a:r>
            <a:r>
              <a:rPr lang="en-US" i="1" dirty="0"/>
              <a:t>Apache Kafka for Beginners: A Comprehensive Guide</a:t>
            </a:r>
            <a:r>
              <a:rPr lang="en-US" dirty="0"/>
              <a:t>. Datacamp.com; </a:t>
            </a:r>
            <a:r>
              <a:rPr lang="en-US" dirty="0" err="1"/>
              <a:t>DataCamp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https://www.datacamp.com/tutorial/apache-kafka-for-beginners-a-comprehensive-guide</a:t>
            </a:r>
            <a:r>
              <a:rPr lang="en-US" dirty="0"/>
              <a:t> </a:t>
            </a:r>
          </a:p>
          <a:p>
            <a:r>
              <a:rPr lang="en-US" dirty="0" err="1"/>
              <a:t>GeeksforGeeks</a:t>
            </a:r>
            <a:r>
              <a:rPr lang="en-US" dirty="0"/>
              <a:t>. (2023, December 26). </a:t>
            </a:r>
            <a:r>
              <a:rPr lang="en-US" i="1" dirty="0"/>
              <a:t>Python API Tutorial: Getting Started with APIs</a:t>
            </a:r>
            <a:r>
              <a:rPr lang="en-US" dirty="0"/>
              <a:t>. </a:t>
            </a:r>
            <a:r>
              <a:rPr lang="en-US" dirty="0" err="1"/>
              <a:t>GeeksforGeeks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https://www.geeksforgeeks.org/python/python-api-tutorial-getting-started-with-apis/</a:t>
            </a:r>
            <a:r>
              <a:rPr lang="en-US" dirty="0"/>
              <a:t> </a:t>
            </a:r>
          </a:p>
          <a:p>
            <a:r>
              <a:rPr lang="en-US" i="1" dirty="0"/>
              <a:t>Advanced Python Scheduler — </a:t>
            </a:r>
            <a:r>
              <a:rPr lang="en-US" i="1" dirty="0" err="1"/>
              <a:t>APScheduler</a:t>
            </a:r>
            <a:r>
              <a:rPr lang="en-US" i="1" dirty="0"/>
              <a:t> 3.9.1 documentation</a:t>
            </a:r>
            <a:r>
              <a:rPr lang="en-US" dirty="0"/>
              <a:t>. (n.d.). Apscheduler.readthedocs.io. </a:t>
            </a:r>
            <a:r>
              <a:rPr lang="en-US" dirty="0">
                <a:hlinkClick r:id="rId4"/>
              </a:rPr>
              <a:t>https://apscheduler.readthedocs.io/en/3.x/</a:t>
            </a:r>
            <a:r>
              <a:rPr lang="en-US" dirty="0"/>
              <a:t> </a:t>
            </a:r>
          </a:p>
          <a:p>
            <a:r>
              <a:rPr lang="en-US" i="1" dirty="0"/>
              <a:t>Weatherstack - Real-Time World Weather REST API</a:t>
            </a:r>
            <a:r>
              <a:rPr lang="en-US" dirty="0"/>
              <a:t>. (2026). Weatherstack. </a:t>
            </a:r>
            <a:r>
              <a:rPr lang="en-US" dirty="0">
                <a:hlinkClick r:id="rId5"/>
              </a:rPr>
              <a:t>https://weatherstack.com/quickstart</a:t>
            </a:r>
            <a:r>
              <a:rPr lang="en-US" dirty="0"/>
              <a:t> </a:t>
            </a:r>
          </a:p>
          <a:p>
            <a:r>
              <a:rPr lang="en-US" dirty="0" err="1"/>
              <a:t>Devopedia</a:t>
            </a:r>
            <a:r>
              <a:rPr lang="en-US" dirty="0"/>
              <a:t>. (2022, May 28). </a:t>
            </a:r>
            <a:r>
              <a:rPr lang="en-US" i="1" dirty="0"/>
              <a:t>Apache Kafka — An Introduction to Real Time Data Streaming</a:t>
            </a:r>
            <a:r>
              <a:rPr lang="en-US" dirty="0"/>
              <a:t>. YouTube. </a:t>
            </a:r>
            <a:r>
              <a:rPr lang="en-US" dirty="0">
                <a:hlinkClick r:id="rId6"/>
              </a:rPr>
              <a:t>https://www.youtube.com/watch?v=FhdNV6704bU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2509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5921-75A7-C2A5-3490-C78C133B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D34C0-D58B-518A-88FC-BDC191944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/>
              <a:t>How to Use Apache Kafka for Real-Time Data Streaming?</a:t>
            </a:r>
            <a:r>
              <a:rPr lang="en-US" dirty="0"/>
              <a:t> (n.d.). </a:t>
            </a:r>
            <a:r>
              <a:rPr lang="en-US" dirty="0" err="1"/>
              <a:t>ProjectPro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https://www.projectpro.io/article/kafka-for-real-time-streaming/916</a:t>
            </a:r>
            <a:r>
              <a:rPr lang="en-US" dirty="0"/>
              <a:t> </a:t>
            </a:r>
          </a:p>
          <a:p>
            <a:r>
              <a:rPr lang="en-US" dirty="0"/>
              <a:t>Gaur, C. (2024, August 16). </a:t>
            </a:r>
            <a:r>
              <a:rPr lang="en-US" i="1" dirty="0"/>
              <a:t>Apache Fink 2.0 - Real-Time Data Processing</a:t>
            </a:r>
            <a:r>
              <a:rPr lang="en-US" dirty="0"/>
              <a:t>. Xenonstack.com; </a:t>
            </a:r>
            <a:r>
              <a:rPr lang="en-US" dirty="0" err="1"/>
              <a:t>Xenonstack</a:t>
            </a:r>
            <a:r>
              <a:rPr lang="en-US" dirty="0"/>
              <a:t> Inc. </a:t>
            </a:r>
            <a:r>
              <a:rPr lang="en-US" dirty="0">
                <a:hlinkClick r:id="rId3"/>
              </a:rPr>
              <a:t>https://www.xenonstack.com/insights/apache-flink-real-time-data</a:t>
            </a:r>
            <a:r>
              <a:rPr lang="en-US" dirty="0"/>
              <a:t> </a:t>
            </a:r>
          </a:p>
          <a:p>
            <a:r>
              <a:rPr lang="en-US" dirty="0"/>
              <a:t>XQ. (2022, September 17). </a:t>
            </a:r>
            <a:r>
              <a:rPr lang="en-US" i="1" dirty="0"/>
              <a:t>Creating a Real-time Data Stream Using Apache Kafka in Python</a:t>
            </a:r>
            <a:r>
              <a:rPr lang="en-US" dirty="0"/>
              <a:t>. Medium; The Research Nest. </a:t>
            </a:r>
            <a:r>
              <a:rPr lang="en-US" dirty="0">
                <a:hlinkClick r:id="rId4"/>
              </a:rPr>
              <a:t>https://medium.com/the-research-nest/creating-a-real-time-data-stream-using-apache-kafka-in-python-132e0e5630d3</a:t>
            </a:r>
            <a:r>
              <a:rPr lang="en-US" dirty="0"/>
              <a:t> </a:t>
            </a:r>
          </a:p>
          <a:p>
            <a:r>
              <a:rPr lang="en-US" dirty="0"/>
              <a:t>Hariharan, S. (2022, September 22). </a:t>
            </a:r>
            <a:r>
              <a:rPr lang="en-US" i="1" dirty="0"/>
              <a:t>Build a Simple Realtime Data Pipeline</a:t>
            </a:r>
            <a:r>
              <a:rPr lang="en-US" dirty="0"/>
              <a:t>. Analytics Vidhya. </a:t>
            </a:r>
            <a:r>
              <a:rPr lang="en-US" dirty="0">
                <a:hlinkClick r:id="rId5"/>
              </a:rPr>
              <a:t>https://www.analyticsvidhya.com/blog/2022/09/build-a-simple-realtime-data-pipeline/</a:t>
            </a:r>
            <a:r>
              <a:rPr lang="en-US" dirty="0"/>
              <a:t> </a:t>
            </a:r>
          </a:p>
          <a:p>
            <a:r>
              <a:rPr lang="en-US" i="1" dirty="0"/>
              <a:t>What is Streaming Data? - Streaming Data Explained - AWS</a:t>
            </a:r>
            <a:r>
              <a:rPr lang="en-US" dirty="0"/>
              <a:t>. (n.d.). Amazon Web Services, Inc. </a:t>
            </a:r>
            <a:r>
              <a:rPr lang="en-US" dirty="0">
                <a:hlinkClick r:id="rId6"/>
              </a:rPr>
              <a:t>https://aws.amazon.com/what-is/streaming-data/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5818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EA69-13BF-800F-920A-E112FA32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CF23F-4707-CD20-D6B3-E5551D191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Data Ingestion: An Introduction to Data Collection and Processing</a:t>
            </a:r>
            <a:r>
              <a:rPr lang="en-US" dirty="0"/>
              <a:t>. (n.d.). Confluent. </a:t>
            </a:r>
            <a:r>
              <a:rPr lang="en-US" dirty="0">
                <a:hlinkClick r:id="rId2"/>
              </a:rPr>
              <a:t>https://www.confluent.io/learn/data-ingestion/</a:t>
            </a:r>
            <a:r>
              <a:rPr lang="en-US" dirty="0"/>
              <a:t> </a:t>
            </a:r>
          </a:p>
          <a:p>
            <a:r>
              <a:rPr lang="en-US" i="1" dirty="0"/>
              <a:t>Welcome To Zscaler Directory Authentication</a:t>
            </a:r>
            <a:r>
              <a:rPr lang="en-US" dirty="0"/>
              <a:t>. (2026). Geeksforgeeks.org. </a:t>
            </a:r>
            <a:r>
              <a:rPr lang="en-US" dirty="0">
                <a:hlinkClick r:id="rId3"/>
              </a:rPr>
              <a:t>https://www.geeksforgeeks.org/python/sched-module-in-python/</a:t>
            </a:r>
            <a:r>
              <a:rPr lang="en-US" dirty="0"/>
              <a:t> </a:t>
            </a:r>
          </a:p>
          <a:p>
            <a:r>
              <a:rPr lang="en-US" i="1" dirty="0"/>
              <a:t>What is Pub/Sub Messaging? - Pub/Sub Messaging Explained - AWS</a:t>
            </a:r>
            <a:r>
              <a:rPr lang="en-US" dirty="0"/>
              <a:t>. (n.d.). Amazon Web Services, Inc. </a:t>
            </a:r>
            <a:r>
              <a:rPr lang="en-US" dirty="0">
                <a:hlinkClick r:id="rId4"/>
              </a:rPr>
              <a:t>https://aws.amazon.com/what-is/pub-sub-messaging/</a:t>
            </a:r>
            <a:r>
              <a:rPr lang="en-US" dirty="0"/>
              <a:t> </a:t>
            </a:r>
          </a:p>
          <a:p>
            <a:r>
              <a:rPr lang="en-US" dirty="0"/>
              <a:t>Newman, S. (2018). </a:t>
            </a:r>
            <a:r>
              <a:rPr lang="en-US" i="1" dirty="0"/>
              <a:t>BUILDING MICROSERVICES : designing fine-grained systems.</a:t>
            </a:r>
            <a:r>
              <a:rPr lang="en-US" dirty="0"/>
              <a:t> O’Reilly Media. </a:t>
            </a:r>
          </a:p>
        </p:txBody>
      </p:sp>
    </p:spTree>
    <p:extLst>
      <p:ext uri="{BB962C8B-B14F-4D97-AF65-F5344CB8AC3E}">
        <p14:creationId xmlns:p14="http://schemas.microsoft.com/office/powerpoint/2010/main" val="1900156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62FF-5D93-AB0A-7A72-4B646854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770D2-EF4A-271B-1018-D77EEFE74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GeeksforGeeks</a:t>
            </a:r>
            <a:r>
              <a:rPr lang="en-US" dirty="0"/>
              <a:t>. (2023, October 30). </a:t>
            </a:r>
            <a:r>
              <a:rPr lang="en-US" i="1" dirty="0"/>
              <a:t>Stochastic Gradient Descent Regressor</a:t>
            </a:r>
            <a:r>
              <a:rPr lang="en-US" dirty="0"/>
              <a:t>. </a:t>
            </a:r>
            <a:r>
              <a:rPr lang="en-US" dirty="0" err="1"/>
              <a:t>GeeksforGeeks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https://www.geeksforgeeks.org/python/stochastic-gradient-descent-regressor/</a:t>
            </a:r>
            <a:r>
              <a:rPr lang="en-US" dirty="0"/>
              <a:t> </a:t>
            </a:r>
          </a:p>
          <a:p>
            <a:r>
              <a:rPr lang="en-US" i="1" dirty="0" err="1"/>
              <a:t>sklearn.linear_model.SGDRegressor</a:t>
            </a:r>
            <a:r>
              <a:rPr lang="en-US" i="1" dirty="0"/>
              <a:t> — scikit-learn 0.24.2 documentation</a:t>
            </a:r>
            <a:r>
              <a:rPr lang="en-US" dirty="0"/>
              <a:t>. (n.d.). Scikit-Learn.org. </a:t>
            </a:r>
            <a:r>
              <a:rPr lang="en-US" dirty="0">
                <a:hlinkClick r:id="rId3"/>
              </a:rPr>
              <a:t>https://scikit-learn.org/stable/modules/generated/sklearn.linear_model.SGDRegressor.html</a:t>
            </a:r>
            <a:r>
              <a:rPr lang="en-US" dirty="0"/>
              <a:t> </a:t>
            </a:r>
          </a:p>
          <a:p>
            <a:r>
              <a:rPr lang="en-US" dirty="0" err="1"/>
              <a:t>AlgoStalk</a:t>
            </a:r>
            <a:r>
              <a:rPr lang="en-US" dirty="0"/>
              <a:t>. (2024, October 29). </a:t>
            </a:r>
            <a:r>
              <a:rPr lang="en-US" i="1" dirty="0"/>
              <a:t>Use SGD Regressor When Data is Constantly Updating: A Comprehensive Guide to Stochastic Gradient…</a:t>
            </a:r>
            <a:r>
              <a:rPr lang="en-US" dirty="0"/>
              <a:t>. Medium. </a:t>
            </a:r>
            <a:r>
              <a:rPr lang="en-US" dirty="0">
                <a:hlinkClick r:id="rId4"/>
              </a:rPr>
              <a:t>https://medium.com/@algostalk/use-sgd-regressor-when-data-is-constantly-updating-a-comprehensive-guide-to-stochastic-gradient-61f48fe3337c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2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1925</Words>
  <Application>Microsoft Office PowerPoint</Application>
  <PresentationFormat>Widescreen</PresentationFormat>
  <Paragraphs>155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Office Theme</vt:lpstr>
      <vt:lpstr>Real-time Data Processing and Prediction using API and Streamlit</vt:lpstr>
      <vt:lpstr>Agenda</vt:lpstr>
      <vt:lpstr>Project Overview</vt:lpstr>
      <vt:lpstr>Introduction</vt:lpstr>
      <vt:lpstr>Project Environment </vt:lpstr>
      <vt:lpstr>Data Flow Diagram</vt:lpstr>
      <vt:lpstr>Backend Development</vt:lpstr>
      <vt:lpstr>Setup_Kafka.py</vt:lpstr>
      <vt:lpstr>Finnhub.io API Integration</vt:lpstr>
      <vt:lpstr>Consuming the Data</vt:lpstr>
      <vt:lpstr>Model Creation</vt:lpstr>
      <vt:lpstr>Frontend Development</vt:lpstr>
      <vt:lpstr>Streamlit Dashboard</vt:lpstr>
      <vt:lpstr>Streamlit_app.py Live Pricing and Predictions</vt:lpstr>
      <vt:lpstr>Streamlit_app.py Comparing Predictions </vt:lpstr>
      <vt:lpstr>Streamlit_app.py Graphs</vt:lpstr>
      <vt:lpstr>Streamlit_app.py Data Tables</vt:lpstr>
      <vt:lpstr>Streamlit_app.py Sidebar</vt:lpstr>
      <vt:lpstr>Insights</vt:lpstr>
      <vt:lpstr>Putting it All Together</vt:lpstr>
      <vt:lpstr>Expected Outputs from Terminals</vt:lpstr>
      <vt:lpstr>Conclusion and Recommendations</vt:lpstr>
      <vt:lpstr>Bibliography</vt:lpstr>
      <vt:lpstr>Bibliography</vt:lpstr>
      <vt:lpstr>Bibliography</vt:lpstr>
      <vt:lpstr>Bibliography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Jeffrey Moe</dc:creator>
  <cp:lastModifiedBy>Jeffrey Moe</cp:lastModifiedBy>
  <cp:revision>1</cp:revision>
  <dcterms:created xsi:type="dcterms:W3CDTF">2026-02-28T19:04:31Z</dcterms:created>
  <dcterms:modified xsi:type="dcterms:W3CDTF">2026-03-01T02:11:57Z</dcterms:modified>
</cp:coreProperties>
</file>